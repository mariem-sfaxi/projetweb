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8" r:id="rId1"/>
    <p:sldMasterId id="2147483660" r:id="rId2"/>
  </p:sldMasterIdLst>
  <p:notesMasterIdLst>
    <p:notesMasterId r:id="rId60"/>
  </p:notesMasterIdLst>
  <p:sldIdLst>
    <p:sldId id="356" r:id="rId3"/>
    <p:sldId id="307" r:id="rId4"/>
    <p:sldId id="257" r:id="rId5"/>
    <p:sldId id="283" r:id="rId6"/>
    <p:sldId id="259" r:id="rId7"/>
    <p:sldId id="302" r:id="rId8"/>
    <p:sldId id="303" r:id="rId9"/>
    <p:sldId id="304" r:id="rId10"/>
    <p:sldId id="305" r:id="rId11"/>
    <p:sldId id="306" r:id="rId12"/>
    <p:sldId id="309" r:id="rId13"/>
    <p:sldId id="295" r:id="rId14"/>
    <p:sldId id="310" r:id="rId15"/>
    <p:sldId id="311" r:id="rId16"/>
    <p:sldId id="312" r:id="rId17"/>
    <p:sldId id="313" r:id="rId18"/>
    <p:sldId id="328" r:id="rId19"/>
    <p:sldId id="314" r:id="rId20"/>
    <p:sldId id="322" r:id="rId21"/>
    <p:sldId id="323" r:id="rId22"/>
    <p:sldId id="324" r:id="rId23"/>
    <p:sldId id="325" r:id="rId24"/>
    <p:sldId id="326" r:id="rId25"/>
    <p:sldId id="315" r:id="rId26"/>
    <p:sldId id="316" r:id="rId27"/>
    <p:sldId id="317" r:id="rId28"/>
    <p:sldId id="321" r:id="rId29"/>
    <p:sldId id="318" r:id="rId30"/>
    <p:sldId id="320" r:id="rId31"/>
    <p:sldId id="319"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55" r:id="rId50"/>
    <p:sldId id="346" r:id="rId51"/>
    <p:sldId id="347" r:id="rId52"/>
    <p:sldId id="348" r:id="rId53"/>
    <p:sldId id="349" r:id="rId54"/>
    <p:sldId id="350" r:id="rId55"/>
    <p:sldId id="351" r:id="rId56"/>
    <p:sldId id="352" r:id="rId57"/>
    <p:sldId id="353" r:id="rId58"/>
    <p:sldId id="354" r:id="rId5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CD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F80A88-0439-40A4-8FF8-592034F107EF}">
  <a:tblStyle styleId="{C4F80A88-0439-40A4-8FF8-592034F107E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634121-AA58-40D7-B5DF-F7332D9DA69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606" autoAdjust="0"/>
  </p:normalViewPr>
  <p:slideViewPr>
    <p:cSldViewPr snapToGrid="0">
      <p:cViewPr varScale="1">
        <p:scale>
          <a:sx n="64" d="100"/>
          <a:sy n="64" d="100"/>
        </p:scale>
        <p:origin x="15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1004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a174c4478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a174c4478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avant tout nous tenons à vous présenter notre équipe </a:t>
            </a:r>
            <a:r>
              <a:rPr lang="fr-FR" baseline="0" dirty="0"/>
              <a:t>mon collègue TALBI Omar et </a:t>
            </a:r>
            <a:r>
              <a:rPr lang="fr-FR" dirty="0"/>
              <a:t> je</a:t>
            </a:r>
            <a:r>
              <a:rPr lang="fr-FR" baseline="0" dirty="0"/>
              <a:t> suis AMMAR Nour , c’est avec un grand plaisir que nous allons vous présentez aujourd’hui notre projet de fin d’études,</a:t>
            </a:r>
            <a:endParaRPr lang="fr-F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306375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c85883115e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c85883115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2710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855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1695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5761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7509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089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9943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581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5301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7822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9462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1655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07740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1362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8555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9688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7866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6298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7232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5585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7702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796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48978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03870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effectLst/>
                <a:latin typeface="Arial"/>
                <a:ea typeface="Arial"/>
                <a:cs typeface="Arial"/>
                <a:sym typeface="Arial"/>
              </a:rPr>
              <a:t>Now we come to the Proposed Solution. In this part, we will show and explain the Process of Log Analysis and Log Analysis Tools.</a:t>
            </a:r>
            <a:endParaRPr dirty="0"/>
          </a:p>
        </p:txBody>
      </p:sp>
    </p:spTree>
    <p:extLst>
      <p:ext uri="{BB962C8B-B14F-4D97-AF65-F5344CB8AC3E}">
        <p14:creationId xmlns:p14="http://schemas.microsoft.com/office/powerpoint/2010/main" val="21631076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smtClean="0"/>
              <a:t>As you can see </a:t>
            </a:r>
            <a:r>
              <a:rPr lang="en-US" dirty="0" smtClean="0"/>
              <a:t>the process</a:t>
            </a:r>
            <a:r>
              <a:rPr lang="en-US" baseline="0" dirty="0" smtClean="0"/>
              <a:t> of log </a:t>
            </a:r>
            <a:r>
              <a:rPr lang="en-US" dirty="0" smtClean="0"/>
              <a:t>analysis has four important elements. </a:t>
            </a:r>
          </a:p>
          <a:p>
            <a:pPr marL="0" lvl="0" indent="0" algn="l" rtl="0">
              <a:spcBef>
                <a:spcPts val="0"/>
              </a:spcBef>
              <a:spcAft>
                <a:spcPts val="0"/>
              </a:spcAft>
              <a:buNone/>
            </a:pPr>
            <a:r>
              <a:rPr lang="en-US" b="1" dirty="0" smtClean="0"/>
              <a:t>The first element </a:t>
            </a:r>
            <a:r>
              <a:rPr lang="en-US" dirty="0" smtClean="0"/>
              <a:t>is Data Log Collection which is the first step in detecting anomalies in logs,</a:t>
            </a:r>
          </a:p>
          <a:p>
            <a:pPr marL="0" lvl="0" indent="0" algn="l" rtl="0">
              <a:spcBef>
                <a:spcPts val="0"/>
              </a:spcBef>
              <a:spcAft>
                <a:spcPts val="0"/>
              </a:spcAft>
              <a:buNone/>
            </a:pPr>
            <a:r>
              <a:rPr lang="en-US" b="1" dirty="0" smtClean="0"/>
              <a:t>The second </a:t>
            </a:r>
            <a:r>
              <a:rPr lang="en-US" dirty="0" smtClean="0"/>
              <a:t>is Log Parsing used to transform logs into events with the same</a:t>
            </a:r>
            <a:r>
              <a:rPr lang="en-US" baseline="0" dirty="0" smtClean="0"/>
              <a:t> type of fields </a:t>
            </a:r>
            <a:r>
              <a:rPr lang="en-US" u="sng" baseline="0" dirty="0" smtClean="0">
                <a:solidFill>
                  <a:srgbClr val="FF0000"/>
                </a:solidFill>
              </a:rPr>
              <a:t>to enable log analysis based on techniques like the machine learning.</a:t>
            </a:r>
          </a:p>
          <a:p>
            <a:pPr marL="0" lvl="0" indent="0" algn="l" rtl="0">
              <a:spcBef>
                <a:spcPts val="0"/>
              </a:spcBef>
              <a:spcAft>
                <a:spcPts val="0"/>
              </a:spcAft>
              <a:buNone/>
            </a:pPr>
            <a:r>
              <a:rPr lang="en-US" b="1" baseline="0" dirty="0" smtClean="0"/>
              <a:t>Third </a:t>
            </a:r>
            <a:r>
              <a:rPr lang="en-US" baseline="0" dirty="0" smtClean="0"/>
              <a:t>we should extract features in order to run anomaly detection algorithms on the log data,</a:t>
            </a:r>
          </a:p>
        </p:txBody>
      </p:sp>
    </p:spTree>
    <p:extLst>
      <p:ext uri="{BB962C8B-B14F-4D97-AF65-F5344CB8AC3E}">
        <p14:creationId xmlns:p14="http://schemas.microsoft.com/office/powerpoint/2010/main" val="3169836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smtClean="0"/>
              <a:t>And</a:t>
            </a:r>
            <a:r>
              <a:rPr lang="fr-FR" b="1" baseline="0" dirty="0" smtClean="0"/>
              <a:t> the last </a:t>
            </a:r>
            <a:r>
              <a:rPr lang="fr-FR" baseline="0" dirty="0" smtClean="0"/>
              <a:t>is the Pre-processing. Let’s discover this element by starting with </a:t>
            </a:r>
            <a:r>
              <a:rPr lang="fr-FR" b="1" baseline="0" dirty="0" smtClean="0"/>
              <a:t>Standardizing features </a:t>
            </a:r>
            <a:r>
              <a:rPr lang="fr-FR" b="0" baseline="0" dirty="0" smtClean="0"/>
              <a:t>which is an important step for constructing an accurate model.</a:t>
            </a:r>
          </a:p>
          <a:p>
            <a:pPr marL="0" lvl="0" indent="0" algn="l" rtl="0">
              <a:spcBef>
                <a:spcPts val="0"/>
              </a:spcBef>
              <a:spcAft>
                <a:spcPts val="0"/>
              </a:spcAft>
              <a:buNone/>
            </a:pPr>
            <a:r>
              <a:rPr lang="fr-FR" b="1" baseline="0" dirty="0" smtClean="0"/>
              <a:t>The next step </a:t>
            </a:r>
            <a:r>
              <a:rPr lang="fr-FR" b="0" baseline="0" dirty="0" smtClean="0"/>
              <a:t>is Normalizing features to give the attributes in the dataset equal weights </a:t>
            </a:r>
            <a:r>
              <a:rPr lang="fr-FR" b="0" u="sng" baseline="0" dirty="0" smtClean="0"/>
              <a:t>which can decrease redundancy</a:t>
            </a:r>
            <a:r>
              <a:rPr lang="fr-FR" b="0" baseline="0" dirty="0" smtClean="0"/>
              <a:t>. </a:t>
            </a:r>
          </a:p>
          <a:p>
            <a:pPr marL="0" lvl="0" indent="0" algn="l" rtl="0">
              <a:spcBef>
                <a:spcPts val="0"/>
              </a:spcBef>
              <a:spcAft>
                <a:spcPts val="0"/>
              </a:spcAft>
              <a:buNone/>
            </a:pPr>
            <a:endParaRPr b="0" dirty="0"/>
          </a:p>
        </p:txBody>
      </p:sp>
    </p:spTree>
    <p:extLst>
      <p:ext uri="{BB962C8B-B14F-4D97-AF65-F5344CB8AC3E}">
        <p14:creationId xmlns:p14="http://schemas.microsoft.com/office/powerpoint/2010/main" val="8799088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smtClean="0"/>
              <a:t>Let’s go now</a:t>
            </a:r>
            <a:r>
              <a:rPr lang="fr-FR" b="1" baseline="0" dirty="0" smtClean="0"/>
              <a:t> </a:t>
            </a:r>
            <a:r>
              <a:rPr lang="fr-FR" baseline="0" dirty="0" smtClean="0"/>
              <a:t>to the Data Pre-processing, it </a:t>
            </a:r>
            <a:r>
              <a:rPr lang="en-US" dirty="0" smtClean="0"/>
              <a:t>is crucial for data before being applied to machine learning models. It contains many steps like Tokenization, removing stop-words, and Normalization. It is also handled by the Natural Language</a:t>
            </a:r>
            <a:r>
              <a:rPr lang="en-US" baseline="0" dirty="0" smtClean="0"/>
              <a:t> Processing.</a:t>
            </a:r>
          </a:p>
          <a:p>
            <a:pPr marL="114300" lvl="0">
              <a:spcBef>
                <a:spcPts val="600"/>
              </a:spcBef>
              <a:buSzPts val="1800"/>
            </a:pPr>
            <a:r>
              <a:rPr lang="en-US" baseline="0" dirty="0" smtClean="0"/>
              <a:t>NLP </a:t>
            </a:r>
            <a:r>
              <a:rPr lang="en-US" sz="1100" b="0" i="0" u="none" strike="noStrike" cap="none" dirty="0" smtClean="0">
                <a:solidFill>
                  <a:srgbClr val="000000"/>
                </a:solidFill>
                <a:effectLst/>
                <a:latin typeface="Arial"/>
                <a:ea typeface="Arial"/>
                <a:cs typeface="Arial"/>
                <a:sym typeface="Arial"/>
              </a:rPr>
              <a:t>is a field that focuses on </a:t>
            </a:r>
            <a:r>
              <a:rPr lang="en-US" sz="1100" b="1" i="0" u="none" strike="noStrike" cap="none" dirty="0" smtClean="0">
                <a:solidFill>
                  <a:srgbClr val="000000"/>
                </a:solidFill>
                <a:effectLst/>
                <a:latin typeface="Arial"/>
                <a:ea typeface="Arial"/>
                <a:cs typeface="Arial"/>
                <a:sym typeface="Arial"/>
              </a:rPr>
              <a:t>making natural human language usable by computer programs,</a:t>
            </a:r>
          </a:p>
          <a:p>
            <a:pPr marL="0" lvl="0" indent="0">
              <a:spcBef>
                <a:spcPts val="600"/>
              </a:spcBef>
              <a:buSzPts val="1800"/>
              <a:buNone/>
            </a:pPr>
            <a:r>
              <a:rPr lang="en-US" sz="1100" b="0" i="0" u="sng" strike="noStrike" cap="none" dirty="0" smtClean="0">
                <a:solidFill>
                  <a:srgbClr val="000000"/>
                </a:solidFill>
                <a:effectLst/>
                <a:latin typeface="Arial"/>
                <a:ea typeface="Arial"/>
                <a:cs typeface="Arial"/>
                <a:sym typeface="Arial"/>
              </a:rPr>
              <a:t> </a:t>
            </a:r>
            <a:r>
              <a:rPr lang="en-US" u="sng" dirty="0" smtClean="0"/>
              <a:t>In order for the algorithm to be able to process the dataset as a text, then this text has to be tokenized.</a:t>
            </a:r>
            <a:r>
              <a:rPr lang="en-US" u="sng" baseline="0" dirty="0" smtClean="0"/>
              <a:t> </a:t>
            </a:r>
            <a:r>
              <a:rPr lang="en-US" u="sng" dirty="0" smtClean="0"/>
              <a:t>Moreover, these tokens need to be normalized and then transformed into numbers</a:t>
            </a:r>
          </a:p>
          <a:p>
            <a:pPr marL="0" lvl="0" indent="0" algn="l" rtl="0">
              <a:spcBef>
                <a:spcPts val="0"/>
              </a:spcBef>
              <a:spcAft>
                <a:spcPts val="0"/>
              </a:spcAft>
              <a:buNone/>
            </a:pPr>
            <a:endParaRPr u="sng" dirty="0"/>
          </a:p>
        </p:txBody>
      </p:sp>
    </p:spTree>
    <p:extLst>
      <p:ext uri="{BB962C8B-B14F-4D97-AF65-F5344CB8AC3E}">
        <p14:creationId xmlns:p14="http://schemas.microsoft.com/office/powerpoint/2010/main" val="10238335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smtClean="0"/>
              <a:t>In the second</a:t>
            </a:r>
            <a:r>
              <a:rPr lang="fr-FR" b="1" baseline="0" dirty="0" smtClean="0"/>
              <a:t> part </a:t>
            </a:r>
            <a:r>
              <a:rPr lang="fr-FR" sz="1100" b="0" i="0" u="none" strike="noStrike" cap="none" dirty="0" smtClean="0">
                <a:solidFill>
                  <a:srgbClr val="000000"/>
                </a:solidFill>
                <a:effectLst/>
                <a:latin typeface="Arial"/>
                <a:ea typeface="Arial"/>
                <a:cs typeface="Arial"/>
                <a:sym typeface="Arial"/>
              </a:rPr>
              <a:t>we are going to present the Log Analysis Tools</a:t>
            </a:r>
            <a:r>
              <a:rPr lang="fr-FR" sz="1100" b="0" i="0" u="none" strike="noStrike" cap="none" baseline="0" dirty="0" smtClean="0">
                <a:solidFill>
                  <a:srgbClr val="000000"/>
                </a:solidFill>
                <a:effectLst/>
                <a:latin typeface="Arial"/>
                <a:ea typeface="Arial"/>
                <a:cs typeface="Arial"/>
                <a:sym typeface="Arial"/>
              </a:rPr>
              <a:t> like: </a:t>
            </a:r>
          </a:p>
          <a:p>
            <a:pPr marL="0" lvl="0" indent="0" algn="l" rtl="0">
              <a:spcBef>
                <a:spcPts val="0"/>
              </a:spcBef>
              <a:spcAft>
                <a:spcPts val="0"/>
              </a:spcAft>
              <a:buNone/>
            </a:pPr>
            <a:r>
              <a:rPr lang="fr-FR" sz="1100" b="1" i="0" u="none" strike="noStrike" cap="none" baseline="0" dirty="0" smtClean="0">
                <a:solidFill>
                  <a:srgbClr val="000000"/>
                </a:solidFill>
                <a:effectLst/>
                <a:latin typeface="Arial"/>
                <a:ea typeface="Arial"/>
                <a:cs typeface="Arial"/>
                <a:sym typeface="Arial"/>
              </a:rPr>
              <a:t>the Anaconda Navigator </a:t>
            </a:r>
            <a:r>
              <a:rPr lang="fr-FR" sz="1100" b="0" i="0" u="none" strike="noStrike" cap="none" baseline="0" dirty="0" smtClean="0">
                <a:solidFill>
                  <a:srgbClr val="000000"/>
                </a:solidFill>
                <a:effectLst/>
                <a:latin typeface="Arial"/>
                <a:ea typeface="Arial"/>
                <a:cs typeface="Arial"/>
                <a:sym typeface="Arial"/>
              </a:rPr>
              <a:t>which </a:t>
            </a:r>
            <a:r>
              <a:rPr lang="en-US" dirty="0" smtClean="0"/>
              <a:t>is an open-source distribution of the Python and R programming Languages for data science,</a:t>
            </a:r>
          </a:p>
          <a:p>
            <a:pPr marL="0" lvl="0" indent="0" algn="l" rtl="0">
              <a:spcBef>
                <a:spcPts val="0"/>
              </a:spcBef>
              <a:spcAft>
                <a:spcPts val="0"/>
              </a:spcAft>
              <a:buNone/>
            </a:pPr>
            <a:r>
              <a:rPr lang="en-US" dirty="0" smtClean="0"/>
              <a:t> the </a:t>
            </a:r>
            <a:r>
              <a:rPr lang="fr-FR" dirty="0" smtClean="0"/>
              <a:t>open-source web application</a:t>
            </a:r>
            <a:r>
              <a:rPr lang="fr-FR" baseline="0" dirty="0" smtClean="0"/>
              <a:t> </a:t>
            </a:r>
            <a:r>
              <a:rPr lang="fr-FR" b="1" dirty="0" err="1" smtClean="0"/>
              <a:t>Jupyter</a:t>
            </a:r>
            <a:r>
              <a:rPr lang="fr-FR" b="1" dirty="0" smtClean="0"/>
              <a:t> Notebook</a:t>
            </a:r>
            <a:r>
              <a:rPr lang="fr-FR" b="1" baseline="0" dirty="0" smtClean="0"/>
              <a:t> </a:t>
            </a:r>
            <a:r>
              <a:rPr lang="fr-FR" dirty="0" smtClean="0"/>
              <a:t>, </a:t>
            </a:r>
          </a:p>
          <a:p>
            <a:pPr marL="0" lvl="0" indent="0" algn="l" rtl="0">
              <a:spcBef>
                <a:spcPts val="0"/>
              </a:spcBef>
              <a:spcAft>
                <a:spcPts val="0"/>
              </a:spcAft>
              <a:buNone/>
            </a:pPr>
            <a:r>
              <a:rPr lang="en-US" b="1" dirty="0" smtClean="0"/>
              <a:t>Python </a:t>
            </a:r>
            <a:r>
              <a:rPr lang="en-US" b="0" dirty="0" smtClean="0"/>
              <a:t>the language that we worked with through it in our project, </a:t>
            </a:r>
          </a:p>
          <a:p>
            <a:pPr marL="0" lvl="0" indent="0" algn="l" rtl="0">
              <a:spcBef>
                <a:spcPts val="0"/>
              </a:spcBef>
              <a:spcAft>
                <a:spcPts val="0"/>
              </a:spcAft>
              <a:buNone/>
            </a:pPr>
            <a:r>
              <a:rPr lang="fr-FR" b="1" dirty="0" smtClean="0"/>
              <a:t>Flask</a:t>
            </a:r>
            <a:r>
              <a:rPr lang="fr-FR" baseline="0" dirty="0" smtClean="0"/>
              <a:t> </a:t>
            </a:r>
            <a:r>
              <a:rPr lang="fr-FR" dirty="0" smtClean="0"/>
              <a:t>the </a:t>
            </a:r>
            <a:r>
              <a:rPr lang="en-US" dirty="0" smtClean="0"/>
              <a:t>Python module that lets you develop Web applications easily. </a:t>
            </a:r>
          </a:p>
          <a:p>
            <a:pPr marL="0" lvl="0" indent="0" algn="l" rtl="0">
              <a:spcBef>
                <a:spcPts val="0"/>
              </a:spcBef>
              <a:spcAft>
                <a:spcPts val="0"/>
              </a:spcAft>
              <a:buNone/>
            </a:pPr>
            <a:r>
              <a:rPr lang="en-US" dirty="0" smtClean="0"/>
              <a:t>The libraries </a:t>
            </a:r>
            <a:r>
              <a:rPr lang="en-US" b="1" dirty="0" err="1" smtClean="0"/>
              <a:t>Sklearn</a:t>
            </a:r>
            <a:r>
              <a:rPr lang="en-US" b="1" baseline="0" dirty="0" smtClean="0"/>
              <a:t> </a:t>
            </a:r>
            <a:r>
              <a:rPr lang="en-US" baseline="0" dirty="0" smtClean="0"/>
              <a:t>for the Python Programming Language,</a:t>
            </a:r>
          </a:p>
          <a:p>
            <a:pPr marL="0" lvl="0" indent="0" algn="l" rtl="0">
              <a:spcBef>
                <a:spcPts val="0"/>
              </a:spcBef>
              <a:spcAft>
                <a:spcPts val="0"/>
              </a:spcAft>
              <a:buNone/>
            </a:pPr>
            <a:r>
              <a:rPr lang="en-US" b="1" baseline="0" dirty="0" smtClean="0"/>
              <a:t> </a:t>
            </a:r>
            <a:r>
              <a:rPr lang="en-US" b="1" baseline="0" dirty="0" err="1" smtClean="0"/>
              <a:t>Gensim</a:t>
            </a:r>
            <a:r>
              <a:rPr lang="en-US" b="1" baseline="0" dirty="0" smtClean="0"/>
              <a:t> </a:t>
            </a:r>
            <a:r>
              <a:rPr lang="en-US" baseline="0" dirty="0" smtClean="0"/>
              <a:t>for </a:t>
            </a:r>
            <a:r>
              <a:rPr lang="fr-FR" dirty="0" err="1" smtClean="0"/>
              <a:t>unsupervised</a:t>
            </a:r>
            <a:r>
              <a:rPr lang="fr-FR" dirty="0" smtClean="0"/>
              <a:t> topic </a:t>
            </a:r>
            <a:r>
              <a:rPr lang="fr-FR" dirty="0" err="1" smtClean="0"/>
              <a:t>modelling</a:t>
            </a:r>
            <a:r>
              <a:rPr lang="fr-FR" dirty="0" smtClean="0"/>
              <a:t>,</a:t>
            </a:r>
            <a:r>
              <a:rPr lang="fr-FR" baseline="0" dirty="0" smtClean="0"/>
              <a:t> </a:t>
            </a:r>
          </a:p>
          <a:p>
            <a:pPr marL="0" lvl="0" indent="0" algn="l" rtl="0">
              <a:spcBef>
                <a:spcPts val="0"/>
              </a:spcBef>
              <a:spcAft>
                <a:spcPts val="0"/>
              </a:spcAft>
              <a:buNone/>
            </a:pPr>
            <a:r>
              <a:rPr lang="fr-FR" b="1" baseline="0" dirty="0" smtClean="0"/>
              <a:t>Pandas</a:t>
            </a:r>
            <a:r>
              <a:rPr lang="fr-FR" baseline="0" dirty="0" smtClean="0"/>
              <a:t> for </a:t>
            </a:r>
            <a:r>
              <a:rPr lang="fr-FR" dirty="0" smtClean="0"/>
              <a:t>data manipulation and </a:t>
            </a:r>
            <a:r>
              <a:rPr lang="fr-FR" dirty="0" err="1" smtClean="0"/>
              <a:t>analysis</a:t>
            </a:r>
            <a:r>
              <a:rPr lang="fr-FR" dirty="0" smtClean="0"/>
              <a:t>, </a:t>
            </a:r>
          </a:p>
          <a:p>
            <a:pPr marL="0" lvl="0" indent="0" algn="l" rtl="0">
              <a:spcBef>
                <a:spcPts val="0"/>
              </a:spcBef>
              <a:spcAft>
                <a:spcPts val="0"/>
              </a:spcAft>
              <a:buNone/>
            </a:pPr>
            <a:r>
              <a:rPr lang="fr-FR" b="1" dirty="0" err="1" smtClean="0"/>
              <a:t>Keras</a:t>
            </a:r>
            <a:r>
              <a:rPr lang="fr-FR" dirty="0" smtClean="0"/>
              <a:t> for </a:t>
            </a:r>
            <a:r>
              <a:rPr lang="fr-FR" dirty="0" err="1" smtClean="0"/>
              <a:t>artificial</a:t>
            </a:r>
            <a:r>
              <a:rPr lang="fr-FR" dirty="0" smtClean="0"/>
              <a:t> neural networks, </a:t>
            </a:r>
          </a:p>
          <a:p>
            <a:pPr marL="0" lvl="0" indent="0" algn="l" rtl="0">
              <a:spcBef>
                <a:spcPts val="0"/>
              </a:spcBef>
              <a:spcAft>
                <a:spcPts val="0"/>
              </a:spcAft>
              <a:buNone/>
            </a:pPr>
            <a:r>
              <a:rPr lang="fr-FR" b="1" dirty="0" err="1" smtClean="0"/>
              <a:t>Matplotlib</a:t>
            </a:r>
            <a:r>
              <a:rPr lang="fr-FR" dirty="0" smtClean="0"/>
              <a:t> </a:t>
            </a:r>
            <a:r>
              <a:rPr lang="en-US" dirty="0" smtClean="0"/>
              <a:t>for embedding plots into applications and</a:t>
            </a:r>
          </a:p>
          <a:p>
            <a:pPr marL="0" lvl="0" indent="0" algn="l" rtl="0">
              <a:spcBef>
                <a:spcPts val="0"/>
              </a:spcBef>
              <a:spcAft>
                <a:spcPts val="0"/>
              </a:spcAft>
              <a:buNone/>
            </a:pPr>
            <a:r>
              <a:rPr lang="en-US" b="1" dirty="0" err="1" smtClean="0"/>
              <a:t>Tensorflow</a:t>
            </a:r>
            <a:r>
              <a:rPr lang="en-US" dirty="0" smtClean="0"/>
              <a:t> for machine learning and artificial</a:t>
            </a:r>
            <a:r>
              <a:rPr lang="en-US" baseline="0" dirty="0" smtClean="0"/>
              <a:t> </a:t>
            </a:r>
            <a:r>
              <a:rPr lang="en-US" dirty="0" smtClean="0"/>
              <a:t>intelligence.</a:t>
            </a:r>
            <a:endParaRPr dirty="0"/>
          </a:p>
        </p:txBody>
      </p:sp>
    </p:spTree>
    <p:extLst>
      <p:ext uri="{BB962C8B-B14F-4D97-AF65-F5344CB8AC3E}">
        <p14:creationId xmlns:p14="http://schemas.microsoft.com/office/powerpoint/2010/main" val="41796357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smtClean="0"/>
              <a:t>And finally,</a:t>
            </a:r>
            <a:r>
              <a:rPr lang="fr-FR" b="1" baseline="0" dirty="0" smtClean="0"/>
              <a:t> </a:t>
            </a:r>
            <a:r>
              <a:rPr lang="fr-FR" baseline="0" dirty="0" smtClean="0"/>
              <a:t>Bootstrap; </a:t>
            </a:r>
            <a:r>
              <a:rPr lang="en-US" dirty="0" smtClean="0"/>
              <a:t>It contains HTML, CSS and JavaScript-based design templates.</a:t>
            </a:r>
            <a:endParaRPr dirty="0"/>
          </a:p>
        </p:txBody>
      </p:sp>
    </p:spTree>
    <p:extLst>
      <p:ext uri="{BB962C8B-B14F-4D97-AF65-F5344CB8AC3E}">
        <p14:creationId xmlns:p14="http://schemas.microsoft.com/office/powerpoint/2010/main" val="4028905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c8588311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c8588311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smtClean="0">
                <a:solidFill>
                  <a:srgbClr val="000000"/>
                </a:solidFill>
                <a:effectLst/>
                <a:latin typeface="Arial"/>
                <a:ea typeface="Arial"/>
                <a:cs typeface="Arial"/>
                <a:sym typeface="Arial"/>
              </a:rPr>
              <a:t>That covers </a:t>
            </a:r>
            <a:r>
              <a:rPr lang="en-US" sz="1100" b="0" i="0" u="none" strike="noStrike" cap="none" dirty="0" smtClean="0">
                <a:solidFill>
                  <a:srgbClr val="000000"/>
                </a:solidFill>
                <a:effectLst/>
                <a:latin typeface="Arial"/>
                <a:ea typeface="Arial"/>
                <a:cs typeface="Arial"/>
                <a:sym typeface="Arial"/>
              </a:rPr>
              <a:t>the Proposed Solution chapter. The next thing we’d like to talk about is Experimental Results and Discussion.</a:t>
            </a:r>
            <a:endParaRPr dirty="0"/>
          </a:p>
        </p:txBody>
      </p:sp>
    </p:spTree>
    <p:extLst>
      <p:ext uri="{BB962C8B-B14F-4D97-AF65-F5344CB8AC3E}">
        <p14:creationId xmlns:p14="http://schemas.microsoft.com/office/powerpoint/2010/main" val="25436622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c8588311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c8588311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100" b="0" i="0" u="none" strike="noStrike" cap="none" dirty="0" err="1" smtClean="0">
                <a:solidFill>
                  <a:srgbClr val="000000"/>
                </a:solidFill>
                <a:effectLst/>
                <a:latin typeface="Arial"/>
                <a:ea typeface="Arial"/>
                <a:cs typeface="Arial"/>
                <a:sym typeface="Arial"/>
              </a:rPr>
              <a:t>Moving</a:t>
            </a:r>
            <a:r>
              <a:rPr lang="fr-FR" sz="1100" b="0" i="0" u="none" strike="noStrike" cap="none" dirty="0" smtClean="0">
                <a:solidFill>
                  <a:srgbClr val="000000"/>
                </a:solidFill>
                <a:effectLst/>
                <a:latin typeface="Arial"/>
                <a:ea typeface="Arial"/>
                <a:cs typeface="Arial"/>
                <a:sym typeface="Arial"/>
              </a:rPr>
              <a:t> to the Unsupervised ML </a:t>
            </a:r>
            <a:r>
              <a:rPr lang="fr-FR" sz="1100" b="0" i="0" u="none" strike="noStrike" cap="none" dirty="0" err="1" smtClean="0">
                <a:solidFill>
                  <a:srgbClr val="000000"/>
                </a:solidFill>
                <a:effectLst/>
                <a:latin typeface="Arial"/>
                <a:ea typeface="Arial"/>
                <a:cs typeface="Arial"/>
                <a:sym typeface="Arial"/>
              </a:rPr>
              <a:t>Algorithm</a:t>
            </a:r>
            <a:endParaRPr dirty="0"/>
          </a:p>
        </p:txBody>
      </p:sp>
    </p:spTree>
    <p:extLst>
      <p:ext uri="{BB962C8B-B14F-4D97-AF65-F5344CB8AC3E}">
        <p14:creationId xmlns:p14="http://schemas.microsoft.com/office/powerpoint/2010/main" val="19786357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smtClean="0"/>
              <a:t>Let's discover</a:t>
            </a:r>
            <a:r>
              <a:rPr lang="en-US" baseline="0" dirty="0" smtClean="0"/>
              <a:t> </a:t>
            </a:r>
            <a:r>
              <a:rPr lang="en-US" dirty="0" smtClean="0"/>
              <a:t>the </a:t>
            </a:r>
            <a:r>
              <a:rPr lang="en-US" baseline="0" dirty="0" smtClean="0"/>
              <a:t>Word2vec model  and illustrate its result.</a:t>
            </a:r>
          </a:p>
          <a:p>
            <a:r>
              <a:rPr lang="fr-FR" dirty="0" smtClean="0">
                <a:solidFill>
                  <a:schemeClr val="tx1"/>
                </a:solidFill>
                <a:latin typeface="Saira Semi Condensed"/>
              </a:rPr>
              <a:t>word2vec </a:t>
            </a:r>
            <a:r>
              <a:rPr lang="fr-FR" dirty="0" err="1" smtClean="0">
                <a:solidFill>
                  <a:schemeClr val="tx1"/>
                </a:solidFill>
                <a:latin typeface="Saira Semi Condensed"/>
              </a:rPr>
              <a:t>produces</a:t>
            </a:r>
            <a:r>
              <a:rPr lang="fr-FR" dirty="0" smtClean="0">
                <a:solidFill>
                  <a:schemeClr val="tx1"/>
                </a:solidFill>
                <a:latin typeface="Saira Semi Condensed"/>
              </a:rPr>
              <a:t> an </a:t>
            </a:r>
            <a:r>
              <a:rPr lang="fr-FR" dirty="0" err="1" smtClean="0">
                <a:solidFill>
                  <a:schemeClr val="tx1"/>
                </a:solidFill>
                <a:latin typeface="Saira Semi Condensed"/>
              </a:rPr>
              <a:t>embedding</a:t>
            </a:r>
            <a:r>
              <a:rPr lang="fr-FR" dirty="0" smtClean="0">
                <a:solidFill>
                  <a:schemeClr val="tx1"/>
                </a:solidFill>
                <a:latin typeface="Saira Semi Condensed"/>
              </a:rPr>
              <a:t> </a:t>
            </a:r>
            <a:r>
              <a:rPr lang="fr-FR" dirty="0" err="1" smtClean="0">
                <a:solidFill>
                  <a:schemeClr val="tx1"/>
                </a:solidFill>
                <a:latin typeface="Saira Semi Condensed"/>
              </a:rPr>
              <a:t>vector</a:t>
            </a:r>
            <a:r>
              <a:rPr lang="fr-FR" dirty="0" smtClean="0">
                <a:solidFill>
                  <a:schemeClr val="tx1"/>
                </a:solidFill>
                <a:latin typeface="Saira Semi Condensed"/>
              </a:rPr>
              <a:t> </a:t>
            </a:r>
            <a:r>
              <a:rPr lang="fr-FR" dirty="0" err="1" smtClean="0">
                <a:solidFill>
                  <a:schemeClr val="tx1"/>
                </a:solidFill>
                <a:latin typeface="Saira Semi Condensed"/>
              </a:rPr>
              <a:t>associated</a:t>
            </a:r>
            <a:r>
              <a:rPr lang="fr-FR" dirty="0" smtClean="0">
                <a:solidFill>
                  <a:schemeClr val="tx1"/>
                </a:solidFill>
                <a:latin typeface="Saira Semi Condensed"/>
              </a:rPr>
              <a:t> with </a:t>
            </a:r>
            <a:r>
              <a:rPr lang="fr-FR" dirty="0" err="1" smtClean="0">
                <a:solidFill>
                  <a:schemeClr val="tx1"/>
                </a:solidFill>
                <a:latin typeface="Saira Semi Condensed"/>
              </a:rPr>
              <a:t>each</a:t>
            </a:r>
            <a:r>
              <a:rPr lang="fr-FR" dirty="0" smtClean="0">
                <a:solidFill>
                  <a:schemeClr val="tx1"/>
                </a:solidFill>
                <a:latin typeface="Saira Semi Condensed"/>
              </a:rPr>
              <a:t> </a:t>
            </a:r>
            <a:r>
              <a:rPr lang="fr-FR" dirty="0" err="1" smtClean="0">
                <a:solidFill>
                  <a:schemeClr val="tx1"/>
                </a:solidFill>
                <a:latin typeface="Saira Semi Condensed"/>
              </a:rPr>
              <a:t>word</a:t>
            </a:r>
            <a:r>
              <a:rPr lang="fr-FR" dirty="0" smtClean="0">
                <a:solidFill>
                  <a:schemeClr val="tx1"/>
                </a:solidFill>
                <a:latin typeface="Saira Semi Condensed"/>
              </a:rPr>
              <a:t> in the corpus.</a:t>
            </a:r>
          </a:p>
          <a:p>
            <a:r>
              <a:rPr lang="fr-FR" dirty="0" smtClean="0">
                <a:solidFill>
                  <a:schemeClr val="tx1"/>
                </a:solidFill>
                <a:latin typeface="Saira Semi Condensed"/>
              </a:rPr>
              <a:t> </a:t>
            </a:r>
            <a:r>
              <a:rPr lang="fr-FR" dirty="0" err="1" smtClean="0">
                <a:solidFill>
                  <a:schemeClr val="tx1"/>
                </a:solidFill>
                <a:latin typeface="Saira Semi Condensed"/>
              </a:rPr>
              <a:t>These</a:t>
            </a:r>
            <a:r>
              <a:rPr lang="fr-FR" dirty="0" smtClean="0">
                <a:solidFill>
                  <a:schemeClr val="tx1"/>
                </a:solidFill>
                <a:latin typeface="Saira Semi Condensed"/>
              </a:rPr>
              <a:t> </a:t>
            </a:r>
            <a:r>
              <a:rPr lang="fr-FR" dirty="0" err="1" smtClean="0">
                <a:solidFill>
                  <a:schemeClr val="tx1"/>
                </a:solidFill>
                <a:latin typeface="Saira Semi Condensed"/>
              </a:rPr>
              <a:t>embeddings</a:t>
            </a:r>
            <a:r>
              <a:rPr lang="fr-FR" dirty="0" smtClean="0">
                <a:solidFill>
                  <a:schemeClr val="tx1"/>
                </a:solidFill>
                <a:latin typeface="Saira Semi Condensed"/>
              </a:rPr>
              <a:t> are </a:t>
            </a:r>
            <a:r>
              <a:rPr lang="fr-FR" dirty="0" err="1" smtClean="0">
                <a:solidFill>
                  <a:schemeClr val="tx1"/>
                </a:solidFill>
                <a:latin typeface="Saira Semi Condensed"/>
              </a:rPr>
              <a:t>structured</a:t>
            </a:r>
            <a:r>
              <a:rPr lang="fr-FR" dirty="0" smtClean="0">
                <a:solidFill>
                  <a:schemeClr val="tx1"/>
                </a:solidFill>
                <a:latin typeface="Saira Semi Condensed"/>
              </a:rPr>
              <a:t> </a:t>
            </a:r>
            <a:r>
              <a:rPr lang="fr-FR" dirty="0" err="1" smtClean="0">
                <a:solidFill>
                  <a:schemeClr val="tx1"/>
                </a:solidFill>
                <a:latin typeface="Saira Semi Condensed"/>
              </a:rPr>
              <a:t>such</a:t>
            </a:r>
            <a:r>
              <a:rPr lang="fr-FR" dirty="0" smtClean="0">
                <a:solidFill>
                  <a:schemeClr val="tx1"/>
                </a:solidFill>
                <a:latin typeface="Saira Semi Condensed"/>
              </a:rPr>
              <a:t> </a:t>
            </a:r>
            <a:r>
              <a:rPr lang="fr-FR" dirty="0" err="1" smtClean="0">
                <a:solidFill>
                  <a:schemeClr val="tx1"/>
                </a:solidFill>
                <a:latin typeface="Saira Semi Condensed"/>
              </a:rPr>
              <a:t>that</a:t>
            </a:r>
            <a:r>
              <a:rPr lang="fr-FR" dirty="0" smtClean="0">
                <a:solidFill>
                  <a:schemeClr val="tx1"/>
                </a:solidFill>
                <a:latin typeface="Saira Semi Condensed"/>
              </a:rPr>
              <a:t> </a:t>
            </a:r>
            <a:r>
              <a:rPr lang="fr-FR" dirty="0" err="1" smtClean="0">
                <a:solidFill>
                  <a:schemeClr val="tx1"/>
                </a:solidFill>
                <a:latin typeface="Saira Semi Condensed"/>
              </a:rPr>
              <a:t>words</a:t>
            </a:r>
            <a:r>
              <a:rPr lang="fr-FR" dirty="0" smtClean="0">
                <a:solidFill>
                  <a:schemeClr val="tx1"/>
                </a:solidFill>
                <a:latin typeface="Saira Semi Condensed"/>
              </a:rPr>
              <a:t> with </a:t>
            </a:r>
            <a:r>
              <a:rPr lang="fr-FR" dirty="0" err="1" smtClean="0">
                <a:solidFill>
                  <a:schemeClr val="tx1"/>
                </a:solidFill>
                <a:latin typeface="Saira Semi Condensed"/>
              </a:rPr>
              <a:t>similar</a:t>
            </a:r>
            <a:r>
              <a:rPr lang="fr-FR" dirty="0" smtClean="0">
                <a:solidFill>
                  <a:schemeClr val="tx1"/>
                </a:solidFill>
                <a:latin typeface="Saira Semi Condensed"/>
              </a:rPr>
              <a:t> </a:t>
            </a:r>
            <a:r>
              <a:rPr lang="fr-FR" dirty="0" err="1" smtClean="0">
                <a:solidFill>
                  <a:schemeClr val="tx1"/>
                </a:solidFill>
                <a:latin typeface="Saira Semi Condensed"/>
              </a:rPr>
              <a:t>characteristics</a:t>
            </a:r>
            <a:r>
              <a:rPr lang="fr-FR" dirty="0" smtClean="0">
                <a:solidFill>
                  <a:schemeClr val="tx1"/>
                </a:solidFill>
                <a:latin typeface="Saira Semi Condensed"/>
              </a:rPr>
              <a:t> are in close </a:t>
            </a:r>
            <a:r>
              <a:rPr lang="fr-FR" dirty="0" err="1" smtClean="0">
                <a:solidFill>
                  <a:schemeClr val="tx1"/>
                </a:solidFill>
                <a:latin typeface="Saira Semi Condensed"/>
              </a:rPr>
              <a:t>proximity</a:t>
            </a:r>
            <a:r>
              <a:rPr lang="fr-FR" dirty="0" smtClean="0">
                <a:solidFill>
                  <a:schemeClr val="tx1"/>
                </a:solidFill>
                <a:latin typeface="Saira Semi Condensed"/>
              </a:rPr>
              <a:t> to one </a:t>
            </a:r>
            <a:r>
              <a:rPr lang="fr-FR" dirty="0" err="1" smtClean="0">
                <a:solidFill>
                  <a:schemeClr val="tx1"/>
                </a:solidFill>
                <a:latin typeface="Saira Semi Condensed"/>
              </a:rPr>
              <a:t>another</a:t>
            </a:r>
            <a:r>
              <a:rPr lang="fr-FR" dirty="0" smtClean="0">
                <a:solidFill>
                  <a:schemeClr val="tx1"/>
                </a:solidFill>
                <a:latin typeface="Saira Semi Condensed"/>
              </a:rPr>
              <a: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28870245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c8588311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c8588311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smtClean="0"/>
              <a:t>Then</a:t>
            </a:r>
            <a:r>
              <a:rPr lang="fr-FR" baseline="0" dirty="0" smtClean="0"/>
              <a:t> </a:t>
            </a:r>
            <a:r>
              <a:rPr lang="fr-FR" baseline="0" dirty="0" err="1" smtClean="0"/>
              <a:t>let’s</a:t>
            </a:r>
            <a:r>
              <a:rPr lang="fr-FR" baseline="0" dirty="0" smtClean="0"/>
              <a:t> </a:t>
            </a:r>
            <a:r>
              <a:rPr lang="en-US" dirty="0" smtClean="0"/>
              <a:t>discover the results of the second algorithm Models.</a:t>
            </a:r>
            <a:r>
              <a:rPr lang="en-US" baseline="0" dirty="0" smtClean="0"/>
              <a:t> </a:t>
            </a:r>
            <a:endParaRPr dirty="0"/>
          </a:p>
        </p:txBody>
      </p:sp>
    </p:spTree>
    <p:extLst>
      <p:ext uri="{BB962C8B-B14F-4D97-AF65-F5344CB8AC3E}">
        <p14:creationId xmlns:p14="http://schemas.microsoft.com/office/powerpoint/2010/main" val="26083088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smtClean="0"/>
              <a:t>The first </a:t>
            </a:r>
            <a:r>
              <a:rPr lang="fr-FR" dirty="0" err="1" smtClean="0"/>
              <a:t>Supervised</a:t>
            </a:r>
            <a:r>
              <a:rPr lang="fr-FR" dirty="0" smtClean="0"/>
              <a:t> ML model is </a:t>
            </a:r>
            <a:r>
              <a:rPr lang="fr-FR" b="1" dirty="0" err="1" smtClean="0"/>
              <a:t>Naives</a:t>
            </a:r>
            <a:r>
              <a:rPr lang="fr-FR" b="1" dirty="0" smtClean="0"/>
              <a:t> Bayes </a:t>
            </a:r>
            <a:r>
              <a:rPr lang="fr-FR" dirty="0" smtClean="0"/>
              <a:t>which </a:t>
            </a:r>
            <a:r>
              <a:rPr lang="fr-FR" dirty="0" err="1" smtClean="0"/>
              <a:t>presents</a:t>
            </a:r>
            <a:r>
              <a:rPr lang="fr-FR" baseline="0" dirty="0" smtClean="0"/>
              <a:t> the values of </a:t>
            </a:r>
            <a:r>
              <a:rPr lang="fr-FR" dirty="0" smtClean="0"/>
              <a:t>the four ML </a:t>
            </a:r>
            <a:r>
              <a:rPr lang="fr-FR" dirty="0" err="1" smtClean="0"/>
              <a:t>metrics</a:t>
            </a:r>
            <a:r>
              <a:rPr lang="fr-FR" dirty="0" smtClean="0"/>
              <a:t> which are </a:t>
            </a:r>
            <a:r>
              <a:rPr lang="fr-FR" dirty="0" err="1" smtClean="0"/>
              <a:t>precision</a:t>
            </a:r>
            <a:r>
              <a:rPr lang="fr-FR" dirty="0" smtClean="0"/>
              <a:t>, </a:t>
            </a:r>
            <a:r>
              <a:rPr lang="fr-FR" dirty="0" err="1" smtClean="0"/>
              <a:t>recall</a:t>
            </a:r>
            <a:r>
              <a:rPr lang="fr-FR" dirty="0" smtClean="0"/>
              <a:t>, f1-score and </a:t>
            </a:r>
            <a:r>
              <a:rPr lang="fr-FR" dirty="0" err="1" smtClean="0"/>
              <a:t>accuracy</a:t>
            </a:r>
            <a:r>
              <a:rPr lang="fr-FR" dirty="0" smtClean="0"/>
              <a:t>.</a:t>
            </a:r>
            <a:endParaRPr dirty="0"/>
          </a:p>
        </p:txBody>
      </p:sp>
    </p:spTree>
    <p:extLst>
      <p:ext uri="{BB962C8B-B14F-4D97-AF65-F5344CB8AC3E}">
        <p14:creationId xmlns:p14="http://schemas.microsoft.com/office/powerpoint/2010/main" val="40139287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smtClean="0"/>
              <a:t>Second </a:t>
            </a:r>
            <a:r>
              <a:rPr lang="fr-FR" dirty="0" err="1" smtClean="0"/>
              <a:t>Supervised</a:t>
            </a:r>
            <a:r>
              <a:rPr lang="fr-FR" dirty="0" smtClean="0"/>
              <a:t> ML</a:t>
            </a:r>
            <a:r>
              <a:rPr lang="fr-FR" baseline="0" dirty="0" smtClean="0"/>
              <a:t> Model is KNN. It </a:t>
            </a:r>
            <a:r>
              <a:rPr lang="fr-FR" baseline="0" dirty="0" err="1" smtClean="0"/>
              <a:t>presents</a:t>
            </a:r>
            <a:r>
              <a:rPr lang="fr-FR" baseline="0" dirty="0" smtClean="0"/>
              <a:t> the </a:t>
            </a:r>
            <a:r>
              <a:rPr lang="fr-FR" baseline="0" dirty="0" err="1" smtClean="0"/>
              <a:t>results</a:t>
            </a:r>
            <a:r>
              <a:rPr lang="fr-FR" baseline="0" dirty="0" smtClean="0"/>
              <a:t> of </a:t>
            </a:r>
            <a:r>
              <a:rPr lang="fr-FR" baseline="0" dirty="0" err="1" smtClean="0"/>
              <a:t>metrics</a:t>
            </a:r>
            <a:r>
              <a:rPr lang="fr-FR" baseline="0" dirty="0" smtClean="0"/>
              <a:t> and the plot of the </a:t>
            </a:r>
            <a:r>
              <a:rPr lang="fr-FR" baseline="0" dirty="0" err="1" smtClean="0"/>
              <a:t>relationship</a:t>
            </a:r>
            <a:r>
              <a:rPr lang="fr-FR" baseline="0" dirty="0" smtClean="0"/>
              <a:t> </a:t>
            </a:r>
            <a:r>
              <a:rPr lang="fr-FR" baseline="0" dirty="0" err="1" smtClean="0"/>
              <a:t>between</a:t>
            </a:r>
            <a:r>
              <a:rPr lang="fr-FR" baseline="0" dirty="0" smtClean="0"/>
              <a:t> K and </a:t>
            </a:r>
            <a:r>
              <a:rPr lang="fr-FR" baseline="0" dirty="0" err="1" smtClean="0"/>
              <a:t>Testing</a:t>
            </a:r>
            <a:r>
              <a:rPr lang="fr-FR" baseline="0" dirty="0" smtClean="0"/>
              <a:t> </a:t>
            </a:r>
            <a:r>
              <a:rPr lang="fr-FR" baseline="0" dirty="0" err="1" smtClean="0"/>
              <a:t>Accuracy</a:t>
            </a:r>
            <a:r>
              <a:rPr lang="fr-FR" baseline="0" dirty="0" smtClean="0"/>
              <a:t>.</a:t>
            </a:r>
            <a:endParaRPr dirty="0"/>
          </a:p>
        </p:txBody>
      </p:sp>
    </p:spTree>
    <p:extLst>
      <p:ext uri="{BB962C8B-B14F-4D97-AF65-F5344CB8AC3E}">
        <p14:creationId xmlns:p14="http://schemas.microsoft.com/office/powerpoint/2010/main" val="42082797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100" dirty="0" err="1" smtClean="0">
                <a:solidFill>
                  <a:schemeClr val="tx1"/>
                </a:solidFill>
                <a:latin typeface="Saira Semi Condensed"/>
              </a:rPr>
              <a:t>Here</a:t>
            </a:r>
            <a:r>
              <a:rPr lang="fr-FR" sz="1100" dirty="0" smtClean="0">
                <a:solidFill>
                  <a:schemeClr val="tx1"/>
                </a:solidFill>
                <a:latin typeface="Saira Semi Condensed"/>
              </a:rPr>
              <a:t> are the </a:t>
            </a:r>
            <a:r>
              <a:rPr lang="fr-FR" sz="1100" dirty="0" err="1" smtClean="0">
                <a:solidFill>
                  <a:schemeClr val="tx1"/>
                </a:solidFill>
                <a:latin typeface="Saira Semi Condensed"/>
              </a:rPr>
              <a:t>results</a:t>
            </a:r>
            <a:r>
              <a:rPr lang="fr-FR" sz="1100" dirty="0" smtClean="0">
                <a:solidFill>
                  <a:schemeClr val="tx1"/>
                </a:solidFill>
                <a:latin typeface="Saira Semi Condensed"/>
              </a:rPr>
              <a:t> of </a:t>
            </a:r>
            <a:r>
              <a:rPr lang="fr-FR" sz="1100" dirty="0" err="1" smtClean="0">
                <a:solidFill>
                  <a:schemeClr val="tx1"/>
                </a:solidFill>
                <a:latin typeface="Saira Semi Condensed"/>
              </a:rPr>
              <a:t>metrics</a:t>
            </a:r>
            <a:r>
              <a:rPr lang="fr-FR" sz="1100" dirty="0" smtClean="0">
                <a:solidFill>
                  <a:schemeClr val="tx1"/>
                </a:solidFill>
                <a:latin typeface="Saira Semi Condensed"/>
              </a:rPr>
              <a:t> for </a:t>
            </a:r>
            <a:r>
              <a:rPr lang="fr-FR" sz="1100" dirty="0" err="1" smtClean="0">
                <a:solidFill>
                  <a:schemeClr val="tx1"/>
                </a:solidFill>
                <a:latin typeface="Saira Semi Condensed"/>
              </a:rPr>
              <a:t>Logistic</a:t>
            </a:r>
            <a:r>
              <a:rPr lang="fr-FR" sz="1100" dirty="0" smtClean="0">
                <a:solidFill>
                  <a:schemeClr val="tx1"/>
                </a:solidFill>
                <a:latin typeface="Saira Semi Condensed"/>
              </a:rPr>
              <a:t> </a:t>
            </a:r>
            <a:r>
              <a:rPr lang="fr-FR" sz="1100" dirty="0" err="1" smtClean="0">
                <a:solidFill>
                  <a:schemeClr val="tx1"/>
                </a:solidFill>
                <a:latin typeface="Saira Semi Condensed"/>
              </a:rPr>
              <a:t>Regression</a:t>
            </a:r>
            <a:r>
              <a:rPr lang="fr-FR" sz="1100" dirty="0" smtClean="0">
                <a:solidFill>
                  <a:schemeClr val="tx1"/>
                </a:solidFill>
                <a:latin typeface="Saira Semi Condensed"/>
              </a:rPr>
              <a:t> Model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6408195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100" dirty="0" err="1" smtClean="0">
                <a:solidFill>
                  <a:schemeClr val="tx1"/>
                </a:solidFill>
                <a:latin typeface="Saira Semi Condensed"/>
              </a:rPr>
              <a:t>Here</a:t>
            </a:r>
            <a:r>
              <a:rPr lang="fr-FR" sz="1100" dirty="0" smtClean="0">
                <a:solidFill>
                  <a:schemeClr val="tx1"/>
                </a:solidFill>
                <a:latin typeface="Saira Semi Condensed"/>
              </a:rPr>
              <a:t> are the </a:t>
            </a:r>
            <a:r>
              <a:rPr lang="fr-FR" sz="1100" dirty="0" err="1" smtClean="0">
                <a:solidFill>
                  <a:schemeClr val="tx1"/>
                </a:solidFill>
                <a:latin typeface="Saira Semi Condensed"/>
              </a:rPr>
              <a:t>results</a:t>
            </a:r>
            <a:r>
              <a:rPr lang="fr-FR" sz="1100" dirty="0" smtClean="0">
                <a:solidFill>
                  <a:schemeClr val="tx1"/>
                </a:solidFill>
                <a:latin typeface="Saira Semi Condensed"/>
              </a:rPr>
              <a:t> of </a:t>
            </a:r>
            <a:r>
              <a:rPr lang="fr-FR" sz="1100" dirty="0" err="1" smtClean="0">
                <a:solidFill>
                  <a:schemeClr val="tx1"/>
                </a:solidFill>
                <a:latin typeface="Saira Semi Condensed"/>
              </a:rPr>
              <a:t>metrics</a:t>
            </a:r>
            <a:r>
              <a:rPr lang="fr-FR" sz="1100" dirty="0" smtClean="0">
                <a:solidFill>
                  <a:schemeClr val="tx1"/>
                </a:solidFill>
                <a:latin typeface="Saira Semi Condensed"/>
              </a:rPr>
              <a:t> for </a:t>
            </a:r>
            <a:r>
              <a:rPr lang="fr-FR" sz="1100" dirty="0" err="1" smtClean="0">
                <a:solidFill>
                  <a:schemeClr val="tx1"/>
                </a:solidFill>
                <a:latin typeface="Saira Semi Condensed"/>
              </a:rPr>
              <a:t>Decision</a:t>
            </a:r>
            <a:r>
              <a:rPr lang="fr-FR" sz="1100" dirty="0" smtClean="0">
                <a:solidFill>
                  <a:schemeClr val="tx1"/>
                </a:solidFill>
                <a:latin typeface="Saira Semi Condensed"/>
              </a:rPr>
              <a:t> </a:t>
            </a:r>
            <a:r>
              <a:rPr lang="fr-FR" sz="1100" dirty="0" err="1" smtClean="0">
                <a:solidFill>
                  <a:schemeClr val="tx1"/>
                </a:solidFill>
                <a:latin typeface="Saira Semi Condensed"/>
              </a:rPr>
              <a:t>Tree</a:t>
            </a:r>
            <a:r>
              <a:rPr lang="fr-FR" sz="1100" dirty="0" smtClean="0">
                <a:solidFill>
                  <a:schemeClr val="tx1"/>
                </a:solidFill>
                <a:latin typeface="Saira Semi Condensed"/>
              </a:rPr>
              <a:t> Model And </a:t>
            </a:r>
            <a:r>
              <a:rPr lang="en-US" sz="1100" dirty="0" smtClean="0">
                <a:solidFill>
                  <a:schemeClr val="tx1"/>
                </a:solidFill>
                <a:latin typeface="Saira Semi Condensed"/>
              </a:rPr>
              <a:t>the Image of the Decision Tree .</a:t>
            </a:r>
            <a:endParaRPr lang="fr-FR" sz="1100" dirty="0" smtClean="0">
              <a:solidFill>
                <a:schemeClr val="tx1"/>
              </a:solidFill>
              <a:latin typeface="Saira Semi Condensed"/>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002978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indent="0">
              <a:buNone/>
            </a:pPr>
            <a:r>
              <a:rPr lang="fr-FR" sz="1100" dirty="0" err="1" smtClean="0">
                <a:solidFill>
                  <a:schemeClr val="tx1"/>
                </a:solidFill>
              </a:rPr>
              <a:t>Here</a:t>
            </a:r>
            <a:r>
              <a:rPr lang="fr-FR" sz="1100" dirty="0" smtClean="0">
                <a:solidFill>
                  <a:schemeClr val="tx1"/>
                </a:solidFill>
              </a:rPr>
              <a:t> are the </a:t>
            </a:r>
            <a:r>
              <a:rPr lang="fr-FR" sz="1100" dirty="0" err="1" smtClean="0">
                <a:solidFill>
                  <a:schemeClr val="tx1"/>
                </a:solidFill>
              </a:rPr>
              <a:t>results</a:t>
            </a:r>
            <a:r>
              <a:rPr lang="fr-FR" sz="1100" dirty="0" smtClean="0">
                <a:solidFill>
                  <a:schemeClr val="tx1"/>
                </a:solidFill>
              </a:rPr>
              <a:t> of </a:t>
            </a:r>
            <a:r>
              <a:rPr lang="fr-FR" sz="1100" dirty="0" err="1" smtClean="0">
                <a:solidFill>
                  <a:schemeClr val="tx1"/>
                </a:solidFill>
              </a:rPr>
              <a:t>metrics</a:t>
            </a:r>
            <a:r>
              <a:rPr lang="fr-FR" sz="1100" dirty="0" smtClean="0">
                <a:solidFill>
                  <a:schemeClr val="tx1"/>
                </a:solidFill>
              </a:rPr>
              <a:t> for </a:t>
            </a:r>
            <a:r>
              <a:rPr lang="fr-FR" sz="1100" dirty="0" err="1" smtClean="0">
                <a:solidFill>
                  <a:schemeClr val="tx1"/>
                </a:solidFill>
              </a:rPr>
              <a:t>AdaBoost</a:t>
            </a:r>
            <a:r>
              <a:rPr lang="fr-FR" sz="1100" dirty="0" smtClean="0">
                <a:solidFill>
                  <a:schemeClr val="tx1"/>
                </a:solidFill>
              </a:rPr>
              <a:t> Model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729370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we will now move to the next point, this part aims to present the displaying of different Web Interfaces.</a:t>
            </a:r>
          </a:p>
          <a:p>
            <a:pPr marL="139700" indent="0">
              <a:buNone/>
            </a:pPr>
            <a:r>
              <a:rPr lang="en-US" dirty="0" smtClean="0"/>
              <a:t>Let’s begin with </a:t>
            </a:r>
            <a:r>
              <a:rPr lang="fr-FR" sz="1100" b="1" dirty="0" err="1" smtClean="0">
                <a:solidFill>
                  <a:schemeClr val="tx1"/>
                </a:solidFill>
                <a:effectLst>
                  <a:outerShdw blurRad="38100" dist="38100" dir="2700000" algn="tl">
                    <a:srgbClr val="000000">
                      <a:alpha val="43137"/>
                    </a:srgbClr>
                  </a:outerShdw>
                </a:effectLst>
                <a:latin typeface="Saira Semi Condensed"/>
              </a:rPr>
              <a:t>Displaying</a:t>
            </a:r>
            <a:r>
              <a:rPr lang="fr-FR" sz="1100" b="1" dirty="0" smtClean="0">
                <a:solidFill>
                  <a:schemeClr val="tx1"/>
                </a:solidFill>
                <a:effectLst>
                  <a:outerShdw blurRad="38100" dist="38100" dir="2700000" algn="tl">
                    <a:srgbClr val="000000">
                      <a:alpha val="43137"/>
                    </a:srgbClr>
                  </a:outerShdw>
                </a:effectLst>
                <a:latin typeface="Saira Semi Condensed"/>
              </a:rPr>
              <a:t> Dataset Web Interface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8499353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err="1" smtClean="0"/>
              <a:t>Moving</a:t>
            </a:r>
            <a:r>
              <a:rPr lang="fr-FR" b="1" dirty="0" smtClean="0"/>
              <a:t> to </a:t>
            </a:r>
            <a:r>
              <a:rPr lang="fr-FR" dirty="0" smtClean="0"/>
              <a:t>Home page Interface.</a:t>
            </a:r>
          </a:p>
          <a:p>
            <a:pPr marL="0" lvl="0" indent="0" algn="l" rtl="0">
              <a:spcBef>
                <a:spcPts val="0"/>
              </a:spcBef>
              <a:spcAft>
                <a:spcPts val="0"/>
              </a:spcAft>
              <a:buNone/>
            </a:pPr>
            <a:r>
              <a:rPr lang="fr-FR" dirty="0" smtClean="0"/>
              <a:t>The</a:t>
            </a:r>
            <a:r>
              <a:rPr lang="fr-FR" baseline="0" dirty="0" smtClean="0"/>
              <a:t> first part </a:t>
            </a:r>
            <a:r>
              <a:rPr lang="fr-FR" baseline="0" dirty="0" err="1" smtClean="0"/>
              <a:t>represents</a:t>
            </a:r>
            <a:r>
              <a:rPr lang="fr-FR" baseline="0" dirty="0" smtClean="0"/>
              <a:t> the </a:t>
            </a:r>
            <a:r>
              <a:rPr lang="fr-FR" baseline="0" dirty="0" err="1" smtClean="0"/>
              <a:t>chosen</a:t>
            </a:r>
            <a:r>
              <a:rPr lang="fr-FR" baseline="0" dirty="0" smtClean="0"/>
              <a:t> </a:t>
            </a:r>
            <a:r>
              <a:rPr lang="fr-FR" baseline="0" dirty="0" err="1" smtClean="0"/>
              <a:t>columns</a:t>
            </a:r>
            <a:r>
              <a:rPr lang="fr-FR" baseline="0" dirty="0" smtClean="0"/>
              <a:t> of </a:t>
            </a:r>
            <a:r>
              <a:rPr lang="fr-FR" baseline="0" dirty="0" err="1" smtClean="0"/>
              <a:t>our</a:t>
            </a:r>
            <a:r>
              <a:rPr lang="fr-FR" baseline="0" dirty="0" smtClean="0"/>
              <a:t> Dataset </a:t>
            </a:r>
            <a:r>
              <a:rPr lang="fr-FR" baseline="0" dirty="0" err="1" smtClean="0"/>
              <a:t>necessary</a:t>
            </a:r>
            <a:r>
              <a:rPr lang="fr-FR" baseline="0" dirty="0" smtClean="0"/>
              <a:t> for the ML Model.</a:t>
            </a:r>
          </a:p>
          <a:p>
            <a:pPr marL="0" lvl="0" indent="0" algn="l" rtl="0">
              <a:spcBef>
                <a:spcPts val="0"/>
              </a:spcBef>
              <a:spcAft>
                <a:spcPts val="0"/>
              </a:spcAft>
              <a:buNone/>
            </a:pPr>
            <a:r>
              <a:rPr lang="fr-FR" baseline="0" dirty="0" smtClean="0"/>
              <a:t>Second part </a:t>
            </a:r>
            <a:r>
              <a:rPr lang="fr-FR" baseline="0" dirty="0" err="1" smtClean="0"/>
              <a:t>represents</a:t>
            </a:r>
            <a:r>
              <a:rPr lang="fr-FR" baseline="0" dirty="0" smtClean="0"/>
              <a:t> the </a:t>
            </a:r>
            <a:r>
              <a:rPr lang="fr-FR" baseline="0" dirty="0" err="1" smtClean="0"/>
              <a:t>parametrs</a:t>
            </a:r>
            <a:r>
              <a:rPr lang="fr-FR" baseline="0" dirty="0" smtClean="0"/>
              <a:t> of </a:t>
            </a:r>
            <a:r>
              <a:rPr lang="fr-FR" baseline="0" dirty="0" err="1" smtClean="0"/>
              <a:t>Decision</a:t>
            </a:r>
            <a:r>
              <a:rPr lang="fr-FR" baseline="0" dirty="0" smtClean="0"/>
              <a:t> </a:t>
            </a:r>
            <a:r>
              <a:rPr lang="fr-FR" baseline="0" dirty="0" err="1" smtClean="0"/>
              <a:t>Tree</a:t>
            </a:r>
            <a:r>
              <a:rPr lang="fr-FR" baseline="0" dirty="0" smtClean="0"/>
              <a:t> ML Model.</a:t>
            </a:r>
          </a:p>
          <a:p>
            <a:pPr marL="0" lvl="0" indent="0" algn="l" rtl="0">
              <a:spcBef>
                <a:spcPts val="0"/>
              </a:spcBef>
              <a:spcAft>
                <a:spcPts val="0"/>
              </a:spcAft>
              <a:buNone/>
            </a:pPr>
            <a:endParaRPr lang="fr-FR" baseline="0" dirty="0" smtClean="0"/>
          </a:p>
          <a:p>
            <a:pPr marL="0" lvl="0" indent="0" algn="l" rtl="0">
              <a:spcBef>
                <a:spcPts val="0"/>
              </a:spcBef>
              <a:spcAft>
                <a:spcPts val="0"/>
              </a:spcAft>
              <a:buNone/>
            </a:pPr>
            <a:endParaRPr lang="fr-FR" dirty="0" smtClean="0"/>
          </a:p>
        </p:txBody>
      </p:sp>
    </p:spTree>
    <p:extLst>
      <p:ext uri="{BB962C8B-B14F-4D97-AF65-F5344CB8AC3E}">
        <p14:creationId xmlns:p14="http://schemas.microsoft.com/office/powerpoint/2010/main" val="29484143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err="1" smtClean="0"/>
              <a:t>Here</a:t>
            </a:r>
            <a:r>
              <a:rPr lang="fr-FR" dirty="0" smtClean="0"/>
              <a:t>,</a:t>
            </a:r>
            <a:r>
              <a:rPr lang="fr-FR" baseline="0" dirty="0" smtClean="0"/>
              <a:t> we can select the </a:t>
            </a:r>
            <a:r>
              <a:rPr lang="fr-FR" baseline="0" dirty="0" err="1" smtClean="0"/>
              <a:t>supervised</a:t>
            </a:r>
            <a:r>
              <a:rPr lang="fr-FR" baseline="0" dirty="0" smtClean="0"/>
              <a:t> or the </a:t>
            </a:r>
            <a:r>
              <a:rPr lang="fr-FR" baseline="0" dirty="0" err="1" smtClean="0"/>
              <a:t>unsupervised</a:t>
            </a:r>
            <a:r>
              <a:rPr lang="fr-FR" baseline="0" dirty="0" smtClean="0"/>
              <a:t> model </a:t>
            </a:r>
            <a:r>
              <a:rPr lang="fr-FR" baseline="0" dirty="0" err="1" smtClean="0"/>
              <a:t>desired</a:t>
            </a:r>
            <a:r>
              <a:rPr lang="fr-FR" baseline="0" dirty="0" smtClean="0"/>
              <a:t> .</a:t>
            </a:r>
            <a:endParaRPr dirty="0"/>
          </a:p>
        </p:txBody>
      </p:sp>
    </p:spTree>
    <p:extLst>
      <p:ext uri="{BB962C8B-B14F-4D97-AF65-F5344CB8AC3E}">
        <p14:creationId xmlns:p14="http://schemas.microsoft.com/office/powerpoint/2010/main" val="22212170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By clicking on choose Files, we can select one or more files from our laptop.</a:t>
            </a:r>
          </a:p>
          <a:p>
            <a:pPr marL="0" lvl="0" indent="0" algn="l" rtl="0">
              <a:spcBef>
                <a:spcPts val="0"/>
              </a:spcBef>
              <a:spcAft>
                <a:spcPts val="0"/>
              </a:spcAft>
              <a:buNone/>
            </a:pPr>
            <a:r>
              <a:rPr lang="en-US" dirty="0" smtClean="0"/>
              <a:t>And as soon as we send the file the message ”File uploaded successfully” appears.</a:t>
            </a:r>
            <a:endParaRPr dirty="0"/>
          </a:p>
        </p:txBody>
      </p:sp>
    </p:spTree>
    <p:extLst>
      <p:ext uri="{BB962C8B-B14F-4D97-AF65-F5344CB8AC3E}">
        <p14:creationId xmlns:p14="http://schemas.microsoft.com/office/powerpoint/2010/main" val="36334341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After these postings let's talk  about Machine Learning</a:t>
            </a:r>
            <a:r>
              <a:rPr lang="en-US" baseline="0" dirty="0" smtClean="0"/>
              <a:t> Metrics and Performance.</a:t>
            </a:r>
            <a:endParaRPr dirty="0"/>
          </a:p>
        </p:txBody>
      </p:sp>
    </p:spTree>
    <p:extLst>
      <p:ext uri="{BB962C8B-B14F-4D97-AF65-F5344CB8AC3E}">
        <p14:creationId xmlns:p14="http://schemas.microsoft.com/office/powerpoint/2010/main" val="27173952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smtClean="0">
                <a:solidFill>
                  <a:schemeClr val="accent4">
                    <a:lumMod val="60000"/>
                    <a:lumOff val="40000"/>
                  </a:schemeClr>
                </a:solidFill>
              </a:rPr>
              <a:t>To evaluate the performance of the approaches used,</a:t>
            </a:r>
            <a:r>
              <a:rPr lang="en-US" sz="1100" baseline="0" dirty="0" smtClean="0">
                <a:solidFill>
                  <a:schemeClr val="accent4">
                    <a:lumMod val="60000"/>
                    <a:lumOff val="40000"/>
                  </a:schemeClr>
                </a:solidFill>
              </a:rPr>
              <a:t> we present the four different metrics.</a:t>
            </a:r>
          </a:p>
          <a:p>
            <a:pPr marL="0" lvl="0" indent="0" algn="l" rtl="0">
              <a:spcBef>
                <a:spcPts val="0"/>
              </a:spcBef>
              <a:spcAft>
                <a:spcPts val="0"/>
              </a:spcAft>
              <a:buNone/>
            </a:pPr>
            <a:r>
              <a:rPr lang="en-US" sz="1100" baseline="0" dirty="0" smtClean="0">
                <a:solidFill>
                  <a:schemeClr val="accent4">
                    <a:lumMod val="60000"/>
                    <a:lumOff val="40000"/>
                  </a:schemeClr>
                </a:solidFill>
              </a:rPr>
              <a:t>Here we have the Accuracy , the Precision , the Recall and F1 Score.</a:t>
            </a:r>
          </a:p>
          <a:p>
            <a:pPr marL="0" lvl="0" indent="0" algn="l" rtl="0">
              <a:spcBef>
                <a:spcPts val="0"/>
              </a:spcBef>
              <a:spcAft>
                <a:spcPts val="0"/>
              </a:spcAft>
              <a:buNone/>
            </a:pPr>
            <a:endParaRPr lang="en-US" sz="1100" baseline="0" dirty="0" smtClean="0">
              <a:solidFill>
                <a:schemeClr val="accent4">
                  <a:lumMod val="60000"/>
                  <a:lumOff val="40000"/>
                </a:schemeClr>
              </a:solid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4925552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52857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To compare </a:t>
            </a:r>
            <a:r>
              <a:rPr lang="en-US" b="1" dirty="0" smtClean="0"/>
              <a:t>the performance </a:t>
            </a:r>
            <a:r>
              <a:rPr lang="en-US" dirty="0" smtClean="0"/>
              <a:t>of </a:t>
            </a:r>
            <a:r>
              <a:rPr lang="en-GB" sz="1100" b="1" dirty="0" smtClean="0">
                <a:solidFill>
                  <a:schemeClr val="tx1"/>
                </a:solidFill>
                <a:latin typeface="Calibri" panose="020F0502020204030204" pitchFamily="34" charset="0"/>
                <a:ea typeface="Calibri" panose="020F0502020204030204" pitchFamily="34" charset="0"/>
                <a:cs typeface="Arial" panose="020B0604020202020204" pitchFamily="34" charset="0"/>
              </a:rPr>
              <a:t>Machine Learning Models on our dataset,</a:t>
            </a:r>
            <a:r>
              <a:rPr lang="en-GB" sz="1100" b="1" baseline="0" dirty="0" smtClean="0">
                <a:solidFill>
                  <a:schemeClr val="tx1"/>
                </a:solidFill>
                <a:latin typeface="Calibri" panose="020F0502020204030204" pitchFamily="34" charset="0"/>
                <a:ea typeface="Calibri" panose="020F0502020204030204" pitchFamily="34" charset="0"/>
                <a:cs typeface="Arial" panose="020B0604020202020204" pitchFamily="34" charset="0"/>
              </a:rPr>
              <a:t> </a:t>
            </a:r>
            <a:r>
              <a:rPr lang="en-GB" sz="1100" b="0" baseline="0" dirty="0" smtClean="0">
                <a:solidFill>
                  <a:schemeClr val="tx1"/>
                </a:solidFill>
                <a:latin typeface="Calibri" panose="020F0502020204030204" pitchFamily="34" charset="0"/>
                <a:ea typeface="Calibri" panose="020F0502020204030204" pitchFamily="34" charset="0"/>
                <a:cs typeface="Arial" panose="020B0604020202020204" pitchFamily="34" charset="0"/>
              </a:rPr>
              <a:t>we</a:t>
            </a:r>
            <a:r>
              <a:rPr lang="en-US" sz="1100" b="0" baseline="0" dirty="0" smtClean="0">
                <a:solidFill>
                  <a:schemeClr val="tx1"/>
                </a:solidFill>
                <a:latin typeface="Calibri" panose="020F0502020204030204" pitchFamily="34" charset="0"/>
                <a:ea typeface="Calibri" panose="020F0502020204030204" pitchFamily="34" charset="0"/>
                <a:cs typeface="Arial" panose="020B0604020202020204" pitchFamily="34" charset="0"/>
              </a:rPr>
              <a:t> put the values of the metrics of each model in this table. </a:t>
            </a:r>
          </a:p>
          <a:p>
            <a:pPr marL="0" lvl="0" indent="0" algn="l" rtl="0">
              <a:spcBef>
                <a:spcPts val="0"/>
              </a:spcBef>
              <a:spcAft>
                <a:spcPts val="0"/>
              </a:spcAft>
              <a:buNone/>
            </a:pPr>
            <a:r>
              <a:rPr lang="en-US" sz="1100" b="0" baseline="0" dirty="0" smtClean="0">
                <a:solidFill>
                  <a:schemeClr val="tx1"/>
                </a:solidFill>
                <a:latin typeface="Calibri" panose="020F0502020204030204" pitchFamily="34" charset="0"/>
                <a:cs typeface="Arial" panose="020B0604020202020204" pitchFamily="34" charset="0"/>
              </a:rPr>
              <a:t>And we noticed that </a:t>
            </a:r>
            <a:r>
              <a:rPr lang="en-GB" sz="1100" dirty="0" smtClean="0">
                <a:solidFill>
                  <a:schemeClr val="tx1"/>
                </a:solidFill>
                <a:latin typeface="Saira Semi Condensed"/>
                <a:ea typeface="Calibri" panose="020F0502020204030204" pitchFamily="34" charset="0"/>
                <a:cs typeface="Arial" panose="020B0604020202020204" pitchFamily="34" charset="0"/>
              </a:rPr>
              <a:t>The most important metric for anomaly detection is </a:t>
            </a:r>
            <a:r>
              <a:rPr lang="en-GB" sz="1100" b="1" dirty="0" smtClean="0">
                <a:solidFill>
                  <a:schemeClr val="tx1"/>
                </a:solidFill>
                <a:latin typeface="Saira Semi Condensed"/>
                <a:ea typeface="Calibri" panose="020F0502020204030204" pitchFamily="34" charset="0"/>
                <a:cs typeface="Arial" panose="020B0604020202020204" pitchFamily="34" charset="0"/>
              </a:rPr>
              <a:t>Recall and </a:t>
            </a:r>
            <a:r>
              <a:rPr lang="en-GB" sz="1100" dirty="0" smtClean="0">
                <a:solidFill>
                  <a:schemeClr val="tx1"/>
                </a:solidFill>
                <a:latin typeface="Saira Semi Condensed"/>
                <a:ea typeface="Calibri" panose="020F0502020204030204" pitchFamily="34" charset="0"/>
                <a:cs typeface="Arial" panose="020B0604020202020204" pitchFamily="34" charset="0"/>
              </a:rPr>
              <a:t>The most efficient (</a:t>
            </a:r>
            <a:r>
              <a:rPr lang="fr-FR" sz="1100" b="0" i="0" u="none" strike="noStrike" cap="none" dirty="0" err="1" smtClean="0">
                <a:solidFill>
                  <a:srgbClr val="000000"/>
                </a:solidFill>
                <a:effectLst/>
                <a:latin typeface="Arial"/>
                <a:ea typeface="Arial"/>
                <a:cs typeface="Arial"/>
                <a:sym typeface="Arial"/>
              </a:rPr>
              <a:t>performing</a:t>
            </a:r>
            <a:r>
              <a:rPr lang="en-GB" sz="1100" dirty="0" smtClean="0">
                <a:solidFill>
                  <a:schemeClr val="tx1"/>
                </a:solidFill>
                <a:latin typeface="Saira Semi Condensed"/>
                <a:ea typeface="Calibri" panose="020F0502020204030204" pitchFamily="34" charset="0"/>
                <a:cs typeface="Arial" panose="020B0604020202020204" pitchFamily="34" charset="0"/>
              </a:rPr>
              <a:t>) model is Naïve Bayes.</a:t>
            </a:r>
            <a:endParaRPr dirty="0"/>
          </a:p>
        </p:txBody>
      </p:sp>
    </p:spTree>
    <p:extLst>
      <p:ext uri="{BB962C8B-B14F-4D97-AF65-F5344CB8AC3E}">
        <p14:creationId xmlns:p14="http://schemas.microsoft.com/office/powerpoint/2010/main" val="3069425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smtClean="0"/>
              <a:t>This figure </a:t>
            </a:r>
            <a:r>
              <a:rPr lang="fr-FR" dirty="0" err="1" smtClean="0"/>
              <a:t>presents</a:t>
            </a:r>
            <a:r>
              <a:rPr lang="fr-FR" dirty="0" smtClean="0"/>
              <a:t> the </a:t>
            </a:r>
            <a:r>
              <a:rPr lang="fr-FR" sz="1100" b="1" dirty="0" err="1" smtClean="0">
                <a:solidFill>
                  <a:schemeClr val="tx1"/>
                </a:solidFill>
                <a:latin typeface="Calibri" panose="020F0502020204030204" pitchFamily="34" charset="0"/>
                <a:cs typeface="Calibri" panose="020F0502020204030204" pitchFamily="34" charset="0"/>
              </a:rPr>
              <a:t>Accuracy</a:t>
            </a:r>
            <a:r>
              <a:rPr lang="fr-FR" sz="1100" b="1" dirty="0" smtClean="0">
                <a:solidFill>
                  <a:schemeClr val="tx1"/>
                </a:solidFill>
                <a:latin typeface="Calibri" panose="020F0502020204030204" pitchFamily="34" charset="0"/>
                <a:cs typeface="Calibri" panose="020F0502020204030204" pitchFamily="34" charset="0"/>
              </a:rPr>
              <a:t>’ Scores</a:t>
            </a:r>
            <a:r>
              <a:rPr lang="fr-FR" sz="1100" dirty="0" smtClean="0">
                <a:solidFill>
                  <a:schemeClr val="tx1"/>
                </a:solidFill>
              </a:rPr>
              <a:t> </a:t>
            </a:r>
            <a:r>
              <a:rPr lang="en-GB" sz="1100" b="1" dirty="0" smtClean="0">
                <a:solidFill>
                  <a:schemeClr val="tx1"/>
                </a:solidFill>
                <a:latin typeface="Calibri" panose="020F0502020204030204" pitchFamily="34" charset="0"/>
                <a:ea typeface="Calibri" panose="020F0502020204030204" pitchFamily="34" charset="0"/>
                <a:cs typeface="Arial" panose="020B0604020202020204" pitchFamily="34" charset="0"/>
              </a:rPr>
              <a:t>results of Machine Learning Models on dataset </a:t>
            </a:r>
            <a:r>
              <a:rPr lang="en-GB" sz="1100" b="0" dirty="0" smtClean="0">
                <a:solidFill>
                  <a:schemeClr val="tx1"/>
                </a:solidFill>
                <a:latin typeface="Calibri" panose="020F0502020204030204" pitchFamily="34" charset="0"/>
                <a:ea typeface="Calibri" panose="020F0502020204030204" pitchFamily="34" charset="0"/>
                <a:cs typeface="Arial" panose="020B0604020202020204" pitchFamily="34" charset="0"/>
              </a:rPr>
              <a:t>and</a:t>
            </a:r>
            <a:r>
              <a:rPr lang="en-GB" sz="1100" b="0" baseline="0" dirty="0" smtClean="0">
                <a:solidFill>
                  <a:schemeClr val="tx1"/>
                </a:solidFill>
                <a:latin typeface="Calibri" panose="020F0502020204030204" pitchFamily="34" charset="0"/>
                <a:ea typeface="Calibri" panose="020F0502020204030204" pitchFamily="34" charset="0"/>
                <a:cs typeface="Arial" panose="020B0604020202020204" pitchFamily="34" charset="0"/>
              </a:rPr>
              <a:t> illustrates the performance of Naïve Bayes Model.</a:t>
            </a:r>
            <a:endParaRPr lang="fr-FR" sz="1100" b="1" dirty="0" smtClean="0">
              <a:solidFill>
                <a:schemeClr val="tx1"/>
              </a:solid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375342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c8588311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c8588311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solidFill>
                  <a:schemeClr val="tx1"/>
                </a:solidFill>
                <a:latin typeface="Saira Semi Condensed"/>
              </a:rPr>
              <a:t>To conclude, we present you the objective of this project: It was to develop a Tool dedicated to analyzing a large number of log files consisting of extracting useful information from these files to infer the behavior of logged systems. </a:t>
            </a:r>
          </a:p>
          <a:p>
            <a:pPr marL="0" lvl="0" indent="0" algn="l" rtl="0">
              <a:spcBef>
                <a:spcPts val="0"/>
              </a:spcBef>
              <a:spcAft>
                <a:spcPts val="0"/>
              </a:spcAft>
              <a:buNone/>
            </a:pPr>
            <a:r>
              <a:rPr lang="en-US" dirty="0" smtClean="0"/>
              <a:t>Thus, this project gave us the opportunity to discover new </a:t>
            </a:r>
            <a:r>
              <a:rPr lang="en-US" dirty="0" smtClean="0">
                <a:solidFill>
                  <a:schemeClr val="tx1"/>
                </a:solidFill>
                <a:latin typeface="Saira Semi Condensed"/>
              </a:rPr>
              <a:t>Machine Learning tools like Flask, </a:t>
            </a:r>
            <a:r>
              <a:rPr lang="en-US" dirty="0" err="1" smtClean="0">
                <a:solidFill>
                  <a:schemeClr val="tx1"/>
                </a:solidFill>
                <a:latin typeface="Saira Semi Condensed"/>
              </a:rPr>
              <a:t>Gensim</a:t>
            </a:r>
            <a:r>
              <a:rPr lang="en-US" dirty="0" smtClean="0">
                <a:solidFill>
                  <a:schemeClr val="tx1"/>
                </a:solidFill>
                <a:latin typeface="Saira Semi Condensed"/>
              </a:rPr>
              <a:t> and </a:t>
            </a:r>
            <a:r>
              <a:rPr lang="en-US" dirty="0" err="1" smtClean="0">
                <a:solidFill>
                  <a:schemeClr val="tx1"/>
                </a:solidFill>
                <a:latin typeface="Saira Semi Condensed"/>
              </a:rPr>
              <a:t>TensorFlow</a:t>
            </a:r>
            <a:r>
              <a:rPr lang="en-US" dirty="0" smtClean="0">
                <a:solidFill>
                  <a:schemeClr val="tx1"/>
                </a:solidFill>
                <a:latin typeface="Saira Semi Condensed"/>
              </a:rPr>
              <a:t>, allowed us to integrate more into the machine learning field and helped us to further develop our creativity.</a:t>
            </a:r>
            <a:endParaRPr dirty="0"/>
          </a:p>
        </p:txBody>
      </p:sp>
    </p:spTree>
    <p:extLst>
      <p:ext uri="{BB962C8B-B14F-4D97-AF65-F5344CB8AC3E}">
        <p14:creationId xmlns:p14="http://schemas.microsoft.com/office/powerpoint/2010/main" val="14900691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c8588311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c8588311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Finally, we present to you the perspectives:</a:t>
            </a:r>
            <a:endParaRPr dirty="0"/>
          </a:p>
        </p:txBody>
      </p:sp>
    </p:spTree>
    <p:extLst>
      <p:ext uri="{BB962C8B-B14F-4D97-AF65-F5344CB8AC3E}">
        <p14:creationId xmlns:p14="http://schemas.microsoft.com/office/powerpoint/2010/main" val="39823340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865c1d4c8a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865c1d4c8a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Thank you for your attention.</a:t>
            </a:r>
            <a:endParaRPr dirty="0"/>
          </a:p>
        </p:txBody>
      </p:sp>
    </p:spTree>
    <p:extLst>
      <p:ext uri="{BB962C8B-B14F-4D97-AF65-F5344CB8AC3E}">
        <p14:creationId xmlns:p14="http://schemas.microsoft.com/office/powerpoint/2010/main" val="397022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ubtitle">
  <p:cSld name="TITLE_1">
    <p:bg>
      <p:bgPr>
        <a:gradFill>
          <a:gsLst>
            <a:gs pos="0">
              <a:schemeClr val="accent3"/>
            </a:gs>
            <a:gs pos="13000">
              <a:schemeClr val="accent2"/>
            </a:gs>
            <a:gs pos="31000">
              <a:schemeClr val="accent1"/>
            </a:gs>
            <a:gs pos="100000">
              <a:schemeClr val="lt1"/>
            </a:gs>
          </a:gsLst>
          <a:lin ang="8100019" scaled="0"/>
        </a:gradFill>
        <a:effectLst/>
      </p:bgPr>
    </p:bg>
    <p:spTree>
      <p:nvGrpSpPr>
        <p:cNvPr id="1" name="Shape 25"/>
        <p:cNvGrpSpPr/>
        <p:nvPr/>
      </p:nvGrpSpPr>
      <p:grpSpPr>
        <a:xfrm>
          <a:off x="0" y="0"/>
          <a:ext cx="0" cy="0"/>
          <a:chOff x="0" y="0"/>
          <a:chExt cx="0" cy="0"/>
        </a:xfrm>
      </p:grpSpPr>
      <p:grpSp>
        <p:nvGrpSpPr>
          <p:cNvPr id="26" name="Google Shape;26;p3"/>
          <p:cNvGrpSpPr/>
          <p:nvPr/>
        </p:nvGrpSpPr>
        <p:grpSpPr>
          <a:xfrm>
            <a:off x="0" y="0"/>
            <a:ext cx="9144014" cy="5143473"/>
            <a:chOff x="0" y="0"/>
            <a:chExt cx="9144014" cy="5143473"/>
          </a:xfrm>
        </p:grpSpPr>
        <p:sp>
          <p:nvSpPr>
            <p:cNvPr id="27" name="Google Shape;27;p3"/>
            <p:cNvSpPr/>
            <p:nvPr/>
          </p:nvSpPr>
          <p:spPr>
            <a:xfrm>
              <a:off x="0" y="0"/>
              <a:ext cx="2245588" cy="959673"/>
            </a:xfrm>
            <a:custGeom>
              <a:avLst/>
              <a:gdLst/>
              <a:ahLst/>
              <a:cxnLst/>
              <a:rect l="l" t="t" r="r" b="b"/>
              <a:pathLst>
                <a:path w="21455" h="9169" extrusionOk="0">
                  <a:moveTo>
                    <a:pt x="19043" y="3572"/>
                  </a:moveTo>
                  <a:lnTo>
                    <a:pt x="20977" y="4687"/>
                  </a:lnTo>
                  <a:lnTo>
                    <a:pt x="20954" y="4732"/>
                  </a:lnTo>
                  <a:lnTo>
                    <a:pt x="20954" y="4789"/>
                  </a:lnTo>
                  <a:lnTo>
                    <a:pt x="20954" y="4846"/>
                  </a:lnTo>
                  <a:lnTo>
                    <a:pt x="20966" y="4891"/>
                  </a:lnTo>
                  <a:lnTo>
                    <a:pt x="20988" y="4926"/>
                  </a:lnTo>
                  <a:lnTo>
                    <a:pt x="21023" y="4960"/>
                  </a:lnTo>
                  <a:lnTo>
                    <a:pt x="21057" y="4994"/>
                  </a:lnTo>
                  <a:lnTo>
                    <a:pt x="21091" y="5017"/>
                  </a:lnTo>
                  <a:lnTo>
                    <a:pt x="21136" y="5039"/>
                  </a:lnTo>
                  <a:lnTo>
                    <a:pt x="21182" y="5039"/>
                  </a:lnTo>
                  <a:lnTo>
                    <a:pt x="21182" y="7360"/>
                  </a:lnTo>
                  <a:lnTo>
                    <a:pt x="21114" y="7383"/>
                  </a:lnTo>
                  <a:lnTo>
                    <a:pt x="21057" y="7417"/>
                  </a:lnTo>
                  <a:lnTo>
                    <a:pt x="21023" y="7474"/>
                  </a:lnTo>
                  <a:lnTo>
                    <a:pt x="21011" y="7508"/>
                  </a:lnTo>
                  <a:lnTo>
                    <a:pt x="21011" y="7553"/>
                  </a:lnTo>
                  <a:lnTo>
                    <a:pt x="21023" y="7610"/>
                  </a:lnTo>
                  <a:lnTo>
                    <a:pt x="19055" y="8748"/>
                  </a:lnTo>
                  <a:lnTo>
                    <a:pt x="19009" y="8702"/>
                  </a:lnTo>
                  <a:lnTo>
                    <a:pt x="18964" y="8668"/>
                  </a:lnTo>
                  <a:lnTo>
                    <a:pt x="18895" y="8645"/>
                  </a:lnTo>
                  <a:lnTo>
                    <a:pt x="18839" y="8634"/>
                  </a:lnTo>
                  <a:lnTo>
                    <a:pt x="18770" y="8645"/>
                  </a:lnTo>
                  <a:lnTo>
                    <a:pt x="18713" y="8668"/>
                  </a:lnTo>
                  <a:lnTo>
                    <a:pt x="18657" y="8702"/>
                  </a:lnTo>
                  <a:lnTo>
                    <a:pt x="18622" y="8748"/>
                  </a:lnTo>
                  <a:lnTo>
                    <a:pt x="16700" y="7633"/>
                  </a:lnTo>
                  <a:lnTo>
                    <a:pt x="16711" y="7599"/>
                  </a:lnTo>
                  <a:lnTo>
                    <a:pt x="16711" y="7553"/>
                  </a:lnTo>
                  <a:lnTo>
                    <a:pt x="16711" y="7508"/>
                  </a:lnTo>
                  <a:lnTo>
                    <a:pt x="16689" y="7462"/>
                  </a:lnTo>
                  <a:lnTo>
                    <a:pt x="16677" y="7417"/>
                  </a:lnTo>
                  <a:lnTo>
                    <a:pt x="16643" y="7383"/>
                  </a:lnTo>
                  <a:lnTo>
                    <a:pt x="16609" y="7360"/>
                  </a:lnTo>
                  <a:lnTo>
                    <a:pt x="16575" y="7326"/>
                  </a:lnTo>
                  <a:lnTo>
                    <a:pt x="16541" y="7314"/>
                  </a:lnTo>
                  <a:lnTo>
                    <a:pt x="16495" y="7303"/>
                  </a:lnTo>
                  <a:lnTo>
                    <a:pt x="16495" y="4971"/>
                  </a:lnTo>
                  <a:lnTo>
                    <a:pt x="16552" y="4948"/>
                  </a:lnTo>
                  <a:lnTo>
                    <a:pt x="16598" y="4903"/>
                  </a:lnTo>
                  <a:lnTo>
                    <a:pt x="16632" y="4857"/>
                  </a:lnTo>
                  <a:lnTo>
                    <a:pt x="16643" y="4789"/>
                  </a:lnTo>
                  <a:lnTo>
                    <a:pt x="16632" y="4732"/>
                  </a:lnTo>
                  <a:lnTo>
                    <a:pt x="18622" y="3572"/>
                  </a:lnTo>
                  <a:lnTo>
                    <a:pt x="18668" y="3617"/>
                  </a:lnTo>
                  <a:lnTo>
                    <a:pt x="18713" y="3663"/>
                  </a:lnTo>
                  <a:lnTo>
                    <a:pt x="18770" y="3686"/>
                  </a:lnTo>
                  <a:lnTo>
                    <a:pt x="18895" y="3686"/>
                  </a:lnTo>
                  <a:lnTo>
                    <a:pt x="18952" y="3663"/>
                  </a:lnTo>
                  <a:lnTo>
                    <a:pt x="19009" y="3617"/>
                  </a:lnTo>
                  <a:lnTo>
                    <a:pt x="19043" y="3572"/>
                  </a:lnTo>
                  <a:close/>
                  <a:moveTo>
                    <a:pt x="14277" y="3560"/>
                  </a:moveTo>
                  <a:lnTo>
                    <a:pt x="16302" y="4721"/>
                  </a:lnTo>
                  <a:lnTo>
                    <a:pt x="16290" y="4755"/>
                  </a:lnTo>
                  <a:lnTo>
                    <a:pt x="16290" y="4789"/>
                  </a:lnTo>
                  <a:lnTo>
                    <a:pt x="16302" y="4857"/>
                  </a:lnTo>
                  <a:lnTo>
                    <a:pt x="16336" y="4914"/>
                  </a:lnTo>
                  <a:lnTo>
                    <a:pt x="16381" y="4948"/>
                  </a:lnTo>
                  <a:lnTo>
                    <a:pt x="16450" y="4971"/>
                  </a:lnTo>
                  <a:lnTo>
                    <a:pt x="16450" y="7303"/>
                  </a:lnTo>
                  <a:lnTo>
                    <a:pt x="16404" y="7314"/>
                  </a:lnTo>
                  <a:lnTo>
                    <a:pt x="16359" y="7326"/>
                  </a:lnTo>
                  <a:lnTo>
                    <a:pt x="16313" y="7348"/>
                  </a:lnTo>
                  <a:lnTo>
                    <a:pt x="16279" y="7383"/>
                  </a:lnTo>
                  <a:lnTo>
                    <a:pt x="16256" y="7417"/>
                  </a:lnTo>
                  <a:lnTo>
                    <a:pt x="16234" y="7462"/>
                  </a:lnTo>
                  <a:lnTo>
                    <a:pt x="16222" y="7508"/>
                  </a:lnTo>
                  <a:lnTo>
                    <a:pt x="16222" y="7553"/>
                  </a:lnTo>
                  <a:lnTo>
                    <a:pt x="16222" y="7599"/>
                  </a:lnTo>
                  <a:lnTo>
                    <a:pt x="16234" y="7644"/>
                  </a:lnTo>
                  <a:lnTo>
                    <a:pt x="14254" y="8782"/>
                  </a:lnTo>
                  <a:lnTo>
                    <a:pt x="14220" y="8748"/>
                  </a:lnTo>
                  <a:lnTo>
                    <a:pt x="14186" y="8725"/>
                  </a:lnTo>
                  <a:lnTo>
                    <a:pt x="14140" y="8714"/>
                  </a:lnTo>
                  <a:lnTo>
                    <a:pt x="14095" y="8702"/>
                  </a:lnTo>
                  <a:lnTo>
                    <a:pt x="14049" y="8714"/>
                  </a:lnTo>
                  <a:lnTo>
                    <a:pt x="14004" y="8725"/>
                  </a:lnTo>
                  <a:lnTo>
                    <a:pt x="13970" y="8748"/>
                  </a:lnTo>
                  <a:lnTo>
                    <a:pt x="13936" y="8782"/>
                  </a:lnTo>
                  <a:lnTo>
                    <a:pt x="11968" y="7644"/>
                  </a:lnTo>
                  <a:lnTo>
                    <a:pt x="11979" y="7599"/>
                  </a:lnTo>
                  <a:lnTo>
                    <a:pt x="11979" y="7553"/>
                  </a:lnTo>
                  <a:lnTo>
                    <a:pt x="11979" y="7496"/>
                  </a:lnTo>
                  <a:lnTo>
                    <a:pt x="11956" y="7451"/>
                  </a:lnTo>
                  <a:lnTo>
                    <a:pt x="11945" y="7417"/>
                  </a:lnTo>
                  <a:lnTo>
                    <a:pt x="11911" y="7383"/>
                  </a:lnTo>
                  <a:lnTo>
                    <a:pt x="11877" y="7348"/>
                  </a:lnTo>
                  <a:lnTo>
                    <a:pt x="11843" y="7326"/>
                  </a:lnTo>
                  <a:lnTo>
                    <a:pt x="11797" y="7303"/>
                  </a:lnTo>
                  <a:lnTo>
                    <a:pt x="11752" y="7292"/>
                  </a:lnTo>
                  <a:lnTo>
                    <a:pt x="11752" y="5039"/>
                  </a:lnTo>
                  <a:lnTo>
                    <a:pt x="11797" y="5028"/>
                  </a:lnTo>
                  <a:lnTo>
                    <a:pt x="11831" y="5005"/>
                  </a:lnTo>
                  <a:lnTo>
                    <a:pt x="11877" y="4982"/>
                  </a:lnTo>
                  <a:lnTo>
                    <a:pt x="11911" y="4960"/>
                  </a:lnTo>
                  <a:lnTo>
                    <a:pt x="11934" y="4926"/>
                  </a:lnTo>
                  <a:lnTo>
                    <a:pt x="11956" y="4880"/>
                  </a:lnTo>
                  <a:lnTo>
                    <a:pt x="11968" y="4835"/>
                  </a:lnTo>
                  <a:lnTo>
                    <a:pt x="11968" y="4789"/>
                  </a:lnTo>
                  <a:lnTo>
                    <a:pt x="11968" y="4744"/>
                  </a:lnTo>
                  <a:lnTo>
                    <a:pt x="11945" y="4698"/>
                  </a:lnTo>
                  <a:lnTo>
                    <a:pt x="13913" y="3560"/>
                  </a:lnTo>
                  <a:lnTo>
                    <a:pt x="13947" y="3606"/>
                  </a:lnTo>
                  <a:lnTo>
                    <a:pt x="13993" y="3629"/>
                  </a:lnTo>
                  <a:lnTo>
                    <a:pt x="14038" y="3651"/>
                  </a:lnTo>
                  <a:lnTo>
                    <a:pt x="14095" y="3663"/>
                  </a:lnTo>
                  <a:lnTo>
                    <a:pt x="14152" y="3651"/>
                  </a:lnTo>
                  <a:lnTo>
                    <a:pt x="14197" y="3629"/>
                  </a:lnTo>
                  <a:lnTo>
                    <a:pt x="14243" y="3595"/>
                  </a:lnTo>
                  <a:lnTo>
                    <a:pt x="14277" y="3560"/>
                  </a:lnTo>
                  <a:close/>
                  <a:moveTo>
                    <a:pt x="3379" y="0"/>
                  </a:moveTo>
                  <a:lnTo>
                    <a:pt x="4426" y="603"/>
                  </a:lnTo>
                  <a:lnTo>
                    <a:pt x="4415" y="648"/>
                  </a:lnTo>
                  <a:lnTo>
                    <a:pt x="4403" y="683"/>
                  </a:lnTo>
                  <a:lnTo>
                    <a:pt x="4415" y="728"/>
                  </a:lnTo>
                  <a:lnTo>
                    <a:pt x="4426" y="762"/>
                  </a:lnTo>
                  <a:lnTo>
                    <a:pt x="4460" y="830"/>
                  </a:lnTo>
                  <a:lnTo>
                    <a:pt x="4517" y="876"/>
                  </a:lnTo>
                  <a:lnTo>
                    <a:pt x="4551" y="887"/>
                  </a:lnTo>
                  <a:lnTo>
                    <a:pt x="4597" y="887"/>
                  </a:lnTo>
                  <a:lnTo>
                    <a:pt x="4597" y="3231"/>
                  </a:lnTo>
                  <a:lnTo>
                    <a:pt x="4551" y="3231"/>
                  </a:lnTo>
                  <a:lnTo>
                    <a:pt x="4517" y="3253"/>
                  </a:lnTo>
                  <a:lnTo>
                    <a:pt x="4483" y="3265"/>
                  </a:lnTo>
                  <a:lnTo>
                    <a:pt x="4449" y="3299"/>
                  </a:lnTo>
                  <a:lnTo>
                    <a:pt x="4426" y="3333"/>
                  </a:lnTo>
                  <a:lnTo>
                    <a:pt x="4403" y="3367"/>
                  </a:lnTo>
                  <a:lnTo>
                    <a:pt x="4392" y="3401"/>
                  </a:lnTo>
                  <a:lnTo>
                    <a:pt x="4392" y="3447"/>
                  </a:lnTo>
                  <a:lnTo>
                    <a:pt x="4392" y="3481"/>
                  </a:lnTo>
                  <a:lnTo>
                    <a:pt x="4403" y="3515"/>
                  </a:lnTo>
                  <a:lnTo>
                    <a:pt x="2447" y="4653"/>
                  </a:lnTo>
                  <a:lnTo>
                    <a:pt x="2401" y="4607"/>
                  </a:lnTo>
                  <a:lnTo>
                    <a:pt x="2356" y="4584"/>
                  </a:lnTo>
                  <a:lnTo>
                    <a:pt x="2299" y="4562"/>
                  </a:lnTo>
                  <a:lnTo>
                    <a:pt x="2242" y="4550"/>
                  </a:lnTo>
                  <a:lnTo>
                    <a:pt x="2185" y="4562"/>
                  </a:lnTo>
                  <a:lnTo>
                    <a:pt x="2128" y="4584"/>
                  </a:lnTo>
                  <a:lnTo>
                    <a:pt x="2083" y="4607"/>
                  </a:lnTo>
                  <a:lnTo>
                    <a:pt x="2048" y="4653"/>
                  </a:lnTo>
                  <a:lnTo>
                    <a:pt x="35" y="3492"/>
                  </a:lnTo>
                  <a:lnTo>
                    <a:pt x="35" y="3447"/>
                  </a:lnTo>
                  <a:lnTo>
                    <a:pt x="35" y="3390"/>
                  </a:lnTo>
                  <a:lnTo>
                    <a:pt x="1" y="3333"/>
                  </a:lnTo>
                  <a:lnTo>
                    <a:pt x="1" y="3549"/>
                  </a:lnTo>
                  <a:lnTo>
                    <a:pt x="12" y="3538"/>
                  </a:lnTo>
                  <a:lnTo>
                    <a:pt x="2026" y="4698"/>
                  </a:lnTo>
                  <a:lnTo>
                    <a:pt x="2014" y="4744"/>
                  </a:lnTo>
                  <a:lnTo>
                    <a:pt x="2003" y="4789"/>
                  </a:lnTo>
                  <a:lnTo>
                    <a:pt x="2003" y="4835"/>
                  </a:lnTo>
                  <a:lnTo>
                    <a:pt x="2026" y="4880"/>
                  </a:lnTo>
                  <a:lnTo>
                    <a:pt x="2037" y="4926"/>
                  </a:lnTo>
                  <a:lnTo>
                    <a:pt x="2071" y="4960"/>
                  </a:lnTo>
                  <a:lnTo>
                    <a:pt x="2094" y="4982"/>
                  </a:lnTo>
                  <a:lnTo>
                    <a:pt x="2139" y="5005"/>
                  </a:lnTo>
                  <a:lnTo>
                    <a:pt x="2174" y="5028"/>
                  </a:lnTo>
                  <a:lnTo>
                    <a:pt x="2219" y="5028"/>
                  </a:lnTo>
                  <a:lnTo>
                    <a:pt x="2219" y="7326"/>
                  </a:lnTo>
                  <a:lnTo>
                    <a:pt x="2185" y="7337"/>
                  </a:lnTo>
                  <a:lnTo>
                    <a:pt x="2139" y="7348"/>
                  </a:lnTo>
                  <a:lnTo>
                    <a:pt x="2105" y="7371"/>
                  </a:lnTo>
                  <a:lnTo>
                    <a:pt x="2083" y="7394"/>
                  </a:lnTo>
                  <a:lnTo>
                    <a:pt x="2048" y="7428"/>
                  </a:lnTo>
                  <a:lnTo>
                    <a:pt x="2037" y="7462"/>
                  </a:lnTo>
                  <a:lnTo>
                    <a:pt x="2026" y="7508"/>
                  </a:lnTo>
                  <a:lnTo>
                    <a:pt x="2014" y="7553"/>
                  </a:lnTo>
                  <a:lnTo>
                    <a:pt x="2026" y="7587"/>
                  </a:lnTo>
                  <a:lnTo>
                    <a:pt x="2037" y="7622"/>
                  </a:lnTo>
                  <a:lnTo>
                    <a:pt x="46" y="8782"/>
                  </a:lnTo>
                  <a:lnTo>
                    <a:pt x="1" y="8736"/>
                  </a:lnTo>
                  <a:lnTo>
                    <a:pt x="1" y="9066"/>
                  </a:lnTo>
                  <a:lnTo>
                    <a:pt x="35" y="9032"/>
                  </a:lnTo>
                  <a:lnTo>
                    <a:pt x="58" y="8987"/>
                  </a:lnTo>
                  <a:lnTo>
                    <a:pt x="80" y="8952"/>
                  </a:lnTo>
                  <a:lnTo>
                    <a:pt x="80" y="8896"/>
                  </a:lnTo>
                  <a:lnTo>
                    <a:pt x="80" y="8850"/>
                  </a:lnTo>
                  <a:lnTo>
                    <a:pt x="69" y="8816"/>
                  </a:lnTo>
                  <a:lnTo>
                    <a:pt x="2048" y="7667"/>
                  </a:lnTo>
                  <a:lnTo>
                    <a:pt x="2094" y="7713"/>
                  </a:lnTo>
                  <a:lnTo>
                    <a:pt x="2128" y="7747"/>
                  </a:lnTo>
                  <a:lnTo>
                    <a:pt x="2185" y="7769"/>
                  </a:lnTo>
                  <a:lnTo>
                    <a:pt x="2287" y="7769"/>
                  </a:lnTo>
                  <a:lnTo>
                    <a:pt x="2333" y="7758"/>
                  </a:lnTo>
                  <a:lnTo>
                    <a:pt x="2367" y="7735"/>
                  </a:lnTo>
                  <a:lnTo>
                    <a:pt x="2401" y="7713"/>
                  </a:lnTo>
                  <a:lnTo>
                    <a:pt x="2435" y="7678"/>
                  </a:lnTo>
                  <a:lnTo>
                    <a:pt x="2447" y="7633"/>
                  </a:lnTo>
                  <a:lnTo>
                    <a:pt x="2469" y="7599"/>
                  </a:lnTo>
                  <a:lnTo>
                    <a:pt x="2469" y="7553"/>
                  </a:lnTo>
                  <a:lnTo>
                    <a:pt x="2469" y="7508"/>
                  </a:lnTo>
                  <a:lnTo>
                    <a:pt x="2458" y="7462"/>
                  </a:lnTo>
                  <a:lnTo>
                    <a:pt x="2435" y="7428"/>
                  </a:lnTo>
                  <a:lnTo>
                    <a:pt x="2412" y="7394"/>
                  </a:lnTo>
                  <a:lnTo>
                    <a:pt x="2378" y="7371"/>
                  </a:lnTo>
                  <a:lnTo>
                    <a:pt x="2344" y="7348"/>
                  </a:lnTo>
                  <a:lnTo>
                    <a:pt x="2310" y="7337"/>
                  </a:lnTo>
                  <a:lnTo>
                    <a:pt x="2265" y="7326"/>
                  </a:lnTo>
                  <a:lnTo>
                    <a:pt x="2265" y="5028"/>
                  </a:lnTo>
                  <a:lnTo>
                    <a:pt x="2310" y="5028"/>
                  </a:lnTo>
                  <a:lnTo>
                    <a:pt x="2356" y="5005"/>
                  </a:lnTo>
                  <a:lnTo>
                    <a:pt x="2390" y="4982"/>
                  </a:lnTo>
                  <a:lnTo>
                    <a:pt x="2424" y="4960"/>
                  </a:lnTo>
                  <a:lnTo>
                    <a:pt x="2447" y="4914"/>
                  </a:lnTo>
                  <a:lnTo>
                    <a:pt x="2469" y="4880"/>
                  </a:lnTo>
                  <a:lnTo>
                    <a:pt x="2481" y="4835"/>
                  </a:lnTo>
                  <a:lnTo>
                    <a:pt x="2481" y="4789"/>
                  </a:lnTo>
                  <a:lnTo>
                    <a:pt x="2481" y="4744"/>
                  </a:lnTo>
                  <a:lnTo>
                    <a:pt x="2469" y="4698"/>
                  </a:lnTo>
                  <a:lnTo>
                    <a:pt x="4426" y="3560"/>
                  </a:lnTo>
                  <a:lnTo>
                    <a:pt x="4460" y="3606"/>
                  </a:lnTo>
                  <a:lnTo>
                    <a:pt x="4506" y="3640"/>
                  </a:lnTo>
                  <a:lnTo>
                    <a:pt x="4551" y="3663"/>
                  </a:lnTo>
                  <a:lnTo>
                    <a:pt x="4676" y="3663"/>
                  </a:lnTo>
                  <a:lnTo>
                    <a:pt x="4722" y="3640"/>
                  </a:lnTo>
                  <a:lnTo>
                    <a:pt x="4767" y="3606"/>
                  </a:lnTo>
                  <a:lnTo>
                    <a:pt x="4801" y="3560"/>
                  </a:lnTo>
                  <a:lnTo>
                    <a:pt x="6792" y="4709"/>
                  </a:lnTo>
                  <a:lnTo>
                    <a:pt x="6781" y="4755"/>
                  </a:lnTo>
                  <a:lnTo>
                    <a:pt x="6781" y="4789"/>
                  </a:lnTo>
                  <a:lnTo>
                    <a:pt x="6781" y="4835"/>
                  </a:lnTo>
                  <a:lnTo>
                    <a:pt x="6792" y="4869"/>
                  </a:lnTo>
                  <a:lnTo>
                    <a:pt x="6815" y="4903"/>
                  </a:lnTo>
                  <a:lnTo>
                    <a:pt x="6837" y="4937"/>
                  </a:lnTo>
                  <a:lnTo>
                    <a:pt x="6872" y="4960"/>
                  </a:lnTo>
                  <a:lnTo>
                    <a:pt x="6906" y="4982"/>
                  </a:lnTo>
                  <a:lnTo>
                    <a:pt x="6940" y="4994"/>
                  </a:lnTo>
                  <a:lnTo>
                    <a:pt x="7031" y="4994"/>
                  </a:lnTo>
                  <a:lnTo>
                    <a:pt x="7065" y="4982"/>
                  </a:lnTo>
                  <a:lnTo>
                    <a:pt x="7099" y="4960"/>
                  </a:lnTo>
                  <a:lnTo>
                    <a:pt x="7133" y="4937"/>
                  </a:lnTo>
                  <a:lnTo>
                    <a:pt x="7156" y="4903"/>
                  </a:lnTo>
                  <a:lnTo>
                    <a:pt x="7167" y="4869"/>
                  </a:lnTo>
                  <a:lnTo>
                    <a:pt x="7190" y="4835"/>
                  </a:lnTo>
                  <a:lnTo>
                    <a:pt x="7190" y="4789"/>
                  </a:lnTo>
                  <a:lnTo>
                    <a:pt x="7190" y="4755"/>
                  </a:lnTo>
                  <a:lnTo>
                    <a:pt x="7167" y="4709"/>
                  </a:lnTo>
                  <a:lnTo>
                    <a:pt x="9158" y="3560"/>
                  </a:lnTo>
                  <a:lnTo>
                    <a:pt x="9192" y="3606"/>
                  </a:lnTo>
                  <a:lnTo>
                    <a:pt x="9238" y="3640"/>
                  </a:lnTo>
                  <a:lnTo>
                    <a:pt x="9295" y="3663"/>
                  </a:lnTo>
                  <a:lnTo>
                    <a:pt x="9351" y="3674"/>
                  </a:lnTo>
                  <a:lnTo>
                    <a:pt x="9408" y="3663"/>
                  </a:lnTo>
                  <a:lnTo>
                    <a:pt x="9465" y="3640"/>
                  </a:lnTo>
                  <a:lnTo>
                    <a:pt x="9511" y="3606"/>
                  </a:lnTo>
                  <a:lnTo>
                    <a:pt x="9545" y="3560"/>
                  </a:lnTo>
                  <a:lnTo>
                    <a:pt x="11501" y="4687"/>
                  </a:lnTo>
                  <a:lnTo>
                    <a:pt x="11490" y="4744"/>
                  </a:lnTo>
                  <a:lnTo>
                    <a:pt x="11479" y="4789"/>
                  </a:lnTo>
                  <a:lnTo>
                    <a:pt x="11479" y="4835"/>
                  </a:lnTo>
                  <a:lnTo>
                    <a:pt x="11501" y="4880"/>
                  </a:lnTo>
                  <a:lnTo>
                    <a:pt x="11513" y="4926"/>
                  </a:lnTo>
                  <a:lnTo>
                    <a:pt x="11547" y="4960"/>
                  </a:lnTo>
                  <a:lnTo>
                    <a:pt x="11581" y="4982"/>
                  </a:lnTo>
                  <a:lnTo>
                    <a:pt x="11615" y="5017"/>
                  </a:lnTo>
                  <a:lnTo>
                    <a:pt x="11661" y="5028"/>
                  </a:lnTo>
                  <a:lnTo>
                    <a:pt x="11706" y="5039"/>
                  </a:lnTo>
                  <a:lnTo>
                    <a:pt x="11706" y="7292"/>
                  </a:lnTo>
                  <a:lnTo>
                    <a:pt x="11661" y="7303"/>
                  </a:lnTo>
                  <a:lnTo>
                    <a:pt x="11615" y="7326"/>
                  </a:lnTo>
                  <a:lnTo>
                    <a:pt x="11570" y="7348"/>
                  </a:lnTo>
                  <a:lnTo>
                    <a:pt x="11536" y="7371"/>
                  </a:lnTo>
                  <a:lnTo>
                    <a:pt x="11513" y="7417"/>
                  </a:lnTo>
                  <a:lnTo>
                    <a:pt x="11490" y="7451"/>
                  </a:lnTo>
                  <a:lnTo>
                    <a:pt x="11479" y="7496"/>
                  </a:lnTo>
                  <a:lnTo>
                    <a:pt x="11467" y="7553"/>
                  </a:lnTo>
                  <a:lnTo>
                    <a:pt x="11479" y="7599"/>
                  </a:lnTo>
                  <a:lnTo>
                    <a:pt x="11490" y="7644"/>
                  </a:lnTo>
                  <a:lnTo>
                    <a:pt x="11513" y="7690"/>
                  </a:lnTo>
                  <a:lnTo>
                    <a:pt x="11547" y="7735"/>
                  </a:lnTo>
                  <a:lnTo>
                    <a:pt x="11581" y="7758"/>
                  </a:lnTo>
                  <a:lnTo>
                    <a:pt x="11627" y="7781"/>
                  </a:lnTo>
                  <a:lnTo>
                    <a:pt x="11672" y="7804"/>
                  </a:lnTo>
                  <a:lnTo>
                    <a:pt x="11729" y="7804"/>
                  </a:lnTo>
                  <a:lnTo>
                    <a:pt x="11786" y="7792"/>
                  </a:lnTo>
                  <a:lnTo>
                    <a:pt x="11854" y="7769"/>
                  </a:lnTo>
                  <a:lnTo>
                    <a:pt x="11900" y="7735"/>
                  </a:lnTo>
                  <a:lnTo>
                    <a:pt x="11945" y="7678"/>
                  </a:lnTo>
                  <a:lnTo>
                    <a:pt x="13913" y="8827"/>
                  </a:lnTo>
                  <a:lnTo>
                    <a:pt x="13902" y="8861"/>
                  </a:lnTo>
                  <a:lnTo>
                    <a:pt x="13902" y="8896"/>
                  </a:lnTo>
                  <a:lnTo>
                    <a:pt x="13902" y="8941"/>
                  </a:lnTo>
                  <a:lnTo>
                    <a:pt x="13913" y="8975"/>
                  </a:lnTo>
                  <a:lnTo>
                    <a:pt x="13936" y="9009"/>
                  </a:lnTo>
                  <a:lnTo>
                    <a:pt x="13958" y="9032"/>
                  </a:lnTo>
                  <a:lnTo>
                    <a:pt x="13981" y="9055"/>
                  </a:lnTo>
                  <a:lnTo>
                    <a:pt x="14015" y="9078"/>
                  </a:lnTo>
                  <a:lnTo>
                    <a:pt x="14061" y="9089"/>
                  </a:lnTo>
                  <a:lnTo>
                    <a:pt x="14129" y="9089"/>
                  </a:lnTo>
                  <a:lnTo>
                    <a:pt x="14175" y="9078"/>
                  </a:lnTo>
                  <a:lnTo>
                    <a:pt x="14197" y="9055"/>
                  </a:lnTo>
                  <a:lnTo>
                    <a:pt x="14231" y="9032"/>
                  </a:lnTo>
                  <a:lnTo>
                    <a:pt x="14254" y="9009"/>
                  </a:lnTo>
                  <a:lnTo>
                    <a:pt x="14277" y="8975"/>
                  </a:lnTo>
                  <a:lnTo>
                    <a:pt x="14288" y="8941"/>
                  </a:lnTo>
                  <a:lnTo>
                    <a:pt x="14288" y="8896"/>
                  </a:lnTo>
                  <a:lnTo>
                    <a:pt x="14288" y="8861"/>
                  </a:lnTo>
                  <a:lnTo>
                    <a:pt x="14277" y="8827"/>
                  </a:lnTo>
                  <a:lnTo>
                    <a:pt x="16256" y="7678"/>
                  </a:lnTo>
                  <a:lnTo>
                    <a:pt x="16290" y="7724"/>
                  </a:lnTo>
                  <a:lnTo>
                    <a:pt x="16347" y="7769"/>
                  </a:lnTo>
                  <a:lnTo>
                    <a:pt x="16404" y="7792"/>
                  </a:lnTo>
                  <a:lnTo>
                    <a:pt x="16529" y="7792"/>
                  </a:lnTo>
                  <a:lnTo>
                    <a:pt x="16586" y="7758"/>
                  </a:lnTo>
                  <a:lnTo>
                    <a:pt x="16632" y="7724"/>
                  </a:lnTo>
                  <a:lnTo>
                    <a:pt x="16677" y="7678"/>
                  </a:lnTo>
                  <a:lnTo>
                    <a:pt x="18600" y="8782"/>
                  </a:lnTo>
                  <a:lnTo>
                    <a:pt x="18577" y="8839"/>
                  </a:lnTo>
                  <a:lnTo>
                    <a:pt x="18566" y="8896"/>
                  </a:lnTo>
                  <a:lnTo>
                    <a:pt x="18577" y="8952"/>
                  </a:lnTo>
                  <a:lnTo>
                    <a:pt x="18588" y="8998"/>
                  </a:lnTo>
                  <a:lnTo>
                    <a:pt x="18611" y="9043"/>
                  </a:lnTo>
                  <a:lnTo>
                    <a:pt x="18645" y="9089"/>
                  </a:lnTo>
                  <a:lnTo>
                    <a:pt x="18691" y="9123"/>
                  </a:lnTo>
                  <a:lnTo>
                    <a:pt x="18736" y="9146"/>
                  </a:lnTo>
                  <a:lnTo>
                    <a:pt x="18782" y="9157"/>
                  </a:lnTo>
                  <a:lnTo>
                    <a:pt x="18839" y="9169"/>
                  </a:lnTo>
                  <a:lnTo>
                    <a:pt x="18884" y="9157"/>
                  </a:lnTo>
                  <a:lnTo>
                    <a:pt x="18941" y="9146"/>
                  </a:lnTo>
                  <a:lnTo>
                    <a:pt x="18986" y="9123"/>
                  </a:lnTo>
                  <a:lnTo>
                    <a:pt x="19021" y="9089"/>
                  </a:lnTo>
                  <a:lnTo>
                    <a:pt x="19055" y="9043"/>
                  </a:lnTo>
                  <a:lnTo>
                    <a:pt x="19077" y="8998"/>
                  </a:lnTo>
                  <a:lnTo>
                    <a:pt x="19089" y="8952"/>
                  </a:lnTo>
                  <a:lnTo>
                    <a:pt x="19100" y="8896"/>
                  </a:lnTo>
                  <a:lnTo>
                    <a:pt x="19089" y="8839"/>
                  </a:lnTo>
                  <a:lnTo>
                    <a:pt x="19077" y="8793"/>
                  </a:lnTo>
                  <a:lnTo>
                    <a:pt x="21045" y="7656"/>
                  </a:lnTo>
                  <a:lnTo>
                    <a:pt x="21068" y="7690"/>
                  </a:lnTo>
                  <a:lnTo>
                    <a:pt x="21114" y="7724"/>
                  </a:lnTo>
                  <a:lnTo>
                    <a:pt x="21159" y="7735"/>
                  </a:lnTo>
                  <a:lnTo>
                    <a:pt x="21205" y="7747"/>
                  </a:lnTo>
                  <a:lnTo>
                    <a:pt x="21239" y="7735"/>
                  </a:lnTo>
                  <a:lnTo>
                    <a:pt x="21284" y="7724"/>
                  </a:lnTo>
                  <a:lnTo>
                    <a:pt x="21307" y="7713"/>
                  </a:lnTo>
                  <a:lnTo>
                    <a:pt x="21341" y="7690"/>
                  </a:lnTo>
                  <a:lnTo>
                    <a:pt x="21364" y="7656"/>
                  </a:lnTo>
                  <a:lnTo>
                    <a:pt x="21387" y="7622"/>
                  </a:lnTo>
                  <a:lnTo>
                    <a:pt x="21398" y="7587"/>
                  </a:lnTo>
                  <a:lnTo>
                    <a:pt x="21398" y="7553"/>
                  </a:lnTo>
                  <a:lnTo>
                    <a:pt x="21387" y="7485"/>
                  </a:lnTo>
                  <a:lnTo>
                    <a:pt x="21352" y="7428"/>
                  </a:lnTo>
                  <a:lnTo>
                    <a:pt x="21296" y="7383"/>
                  </a:lnTo>
                  <a:lnTo>
                    <a:pt x="21227" y="7360"/>
                  </a:lnTo>
                  <a:lnTo>
                    <a:pt x="21227" y="5039"/>
                  </a:lnTo>
                  <a:lnTo>
                    <a:pt x="21273" y="5028"/>
                  </a:lnTo>
                  <a:lnTo>
                    <a:pt x="21318" y="5017"/>
                  </a:lnTo>
                  <a:lnTo>
                    <a:pt x="21352" y="4994"/>
                  </a:lnTo>
                  <a:lnTo>
                    <a:pt x="21387" y="4960"/>
                  </a:lnTo>
                  <a:lnTo>
                    <a:pt x="21421" y="4926"/>
                  </a:lnTo>
                  <a:lnTo>
                    <a:pt x="21443" y="4880"/>
                  </a:lnTo>
                  <a:lnTo>
                    <a:pt x="21455" y="4835"/>
                  </a:lnTo>
                  <a:lnTo>
                    <a:pt x="21455" y="4789"/>
                  </a:lnTo>
                  <a:lnTo>
                    <a:pt x="21455" y="4744"/>
                  </a:lnTo>
                  <a:lnTo>
                    <a:pt x="21432" y="4698"/>
                  </a:lnTo>
                  <a:lnTo>
                    <a:pt x="21409" y="4653"/>
                  </a:lnTo>
                  <a:lnTo>
                    <a:pt x="21387" y="4618"/>
                  </a:lnTo>
                  <a:lnTo>
                    <a:pt x="21341" y="4584"/>
                  </a:lnTo>
                  <a:lnTo>
                    <a:pt x="21307" y="4562"/>
                  </a:lnTo>
                  <a:lnTo>
                    <a:pt x="21250" y="4550"/>
                  </a:lnTo>
                  <a:lnTo>
                    <a:pt x="21205" y="4539"/>
                  </a:lnTo>
                  <a:lnTo>
                    <a:pt x="21148" y="4550"/>
                  </a:lnTo>
                  <a:lnTo>
                    <a:pt x="21091" y="4573"/>
                  </a:lnTo>
                  <a:lnTo>
                    <a:pt x="21034" y="4607"/>
                  </a:lnTo>
                  <a:lnTo>
                    <a:pt x="21000" y="4653"/>
                  </a:lnTo>
                  <a:lnTo>
                    <a:pt x="19066" y="3526"/>
                  </a:lnTo>
                  <a:lnTo>
                    <a:pt x="19077" y="3492"/>
                  </a:lnTo>
                  <a:lnTo>
                    <a:pt x="19077" y="3447"/>
                  </a:lnTo>
                  <a:lnTo>
                    <a:pt x="19077" y="3401"/>
                  </a:lnTo>
                  <a:lnTo>
                    <a:pt x="19055" y="3356"/>
                  </a:lnTo>
                  <a:lnTo>
                    <a:pt x="19032" y="3310"/>
                  </a:lnTo>
                  <a:lnTo>
                    <a:pt x="19009" y="3276"/>
                  </a:lnTo>
                  <a:lnTo>
                    <a:pt x="18975" y="3242"/>
                  </a:lnTo>
                  <a:lnTo>
                    <a:pt x="18930" y="3219"/>
                  </a:lnTo>
                  <a:lnTo>
                    <a:pt x="18884" y="3208"/>
                  </a:lnTo>
                  <a:lnTo>
                    <a:pt x="18839" y="3196"/>
                  </a:lnTo>
                  <a:lnTo>
                    <a:pt x="18782" y="3208"/>
                  </a:lnTo>
                  <a:lnTo>
                    <a:pt x="18736" y="3219"/>
                  </a:lnTo>
                  <a:lnTo>
                    <a:pt x="18702" y="3242"/>
                  </a:lnTo>
                  <a:lnTo>
                    <a:pt x="18657" y="3276"/>
                  </a:lnTo>
                  <a:lnTo>
                    <a:pt x="18634" y="3310"/>
                  </a:lnTo>
                  <a:lnTo>
                    <a:pt x="18611" y="3356"/>
                  </a:lnTo>
                  <a:lnTo>
                    <a:pt x="18600" y="3401"/>
                  </a:lnTo>
                  <a:lnTo>
                    <a:pt x="18588" y="3447"/>
                  </a:lnTo>
                  <a:lnTo>
                    <a:pt x="18600" y="3492"/>
                  </a:lnTo>
                  <a:lnTo>
                    <a:pt x="18611" y="3538"/>
                  </a:lnTo>
                  <a:lnTo>
                    <a:pt x="16609" y="4687"/>
                  </a:lnTo>
                  <a:lnTo>
                    <a:pt x="16575" y="4653"/>
                  </a:lnTo>
                  <a:lnTo>
                    <a:pt x="16541" y="4630"/>
                  </a:lnTo>
                  <a:lnTo>
                    <a:pt x="16507" y="4618"/>
                  </a:lnTo>
                  <a:lnTo>
                    <a:pt x="16427" y="4618"/>
                  </a:lnTo>
                  <a:lnTo>
                    <a:pt x="16381" y="4630"/>
                  </a:lnTo>
                  <a:lnTo>
                    <a:pt x="16347" y="4653"/>
                  </a:lnTo>
                  <a:lnTo>
                    <a:pt x="16325" y="4687"/>
                  </a:lnTo>
                  <a:lnTo>
                    <a:pt x="14300" y="3515"/>
                  </a:lnTo>
                  <a:lnTo>
                    <a:pt x="14311" y="3447"/>
                  </a:lnTo>
                  <a:lnTo>
                    <a:pt x="14311" y="3401"/>
                  </a:lnTo>
                  <a:lnTo>
                    <a:pt x="14288" y="3356"/>
                  </a:lnTo>
                  <a:lnTo>
                    <a:pt x="14277" y="3322"/>
                  </a:lnTo>
                  <a:lnTo>
                    <a:pt x="14243" y="3287"/>
                  </a:lnTo>
                  <a:lnTo>
                    <a:pt x="14220" y="3265"/>
                  </a:lnTo>
                  <a:lnTo>
                    <a:pt x="14175" y="3242"/>
                  </a:lnTo>
                  <a:lnTo>
                    <a:pt x="14140" y="3231"/>
                  </a:lnTo>
                  <a:lnTo>
                    <a:pt x="14049" y="3231"/>
                  </a:lnTo>
                  <a:lnTo>
                    <a:pt x="14015" y="3242"/>
                  </a:lnTo>
                  <a:lnTo>
                    <a:pt x="13970" y="3265"/>
                  </a:lnTo>
                  <a:lnTo>
                    <a:pt x="13936" y="3287"/>
                  </a:lnTo>
                  <a:lnTo>
                    <a:pt x="13913" y="3322"/>
                  </a:lnTo>
                  <a:lnTo>
                    <a:pt x="13890" y="3356"/>
                  </a:lnTo>
                  <a:lnTo>
                    <a:pt x="13879" y="3401"/>
                  </a:lnTo>
                  <a:lnTo>
                    <a:pt x="13879" y="3447"/>
                  </a:lnTo>
                  <a:lnTo>
                    <a:pt x="13879" y="3481"/>
                  </a:lnTo>
                  <a:lnTo>
                    <a:pt x="13890" y="3515"/>
                  </a:lnTo>
                  <a:lnTo>
                    <a:pt x="11922" y="4653"/>
                  </a:lnTo>
                  <a:lnTo>
                    <a:pt x="11888" y="4607"/>
                  </a:lnTo>
                  <a:lnTo>
                    <a:pt x="11843" y="4573"/>
                  </a:lnTo>
                  <a:lnTo>
                    <a:pt x="11786" y="4550"/>
                  </a:lnTo>
                  <a:lnTo>
                    <a:pt x="11661" y="4550"/>
                  </a:lnTo>
                  <a:lnTo>
                    <a:pt x="11615" y="4573"/>
                  </a:lnTo>
                  <a:lnTo>
                    <a:pt x="11558" y="4607"/>
                  </a:lnTo>
                  <a:lnTo>
                    <a:pt x="11524" y="4653"/>
                  </a:lnTo>
                  <a:lnTo>
                    <a:pt x="9568" y="3526"/>
                  </a:lnTo>
                  <a:lnTo>
                    <a:pt x="9579" y="3481"/>
                  </a:lnTo>
                  <a:lnTo>
                    <a:pt x="9579" y="3447"/>
                  </a:lnTo>
                  <a:lnTo>
                    <a:pt x="9579" y="3401"/>
                  </a:lnTo>
                  <a:lnTo>
                    <a:pt x="9568" y="3367"/>
                  </a:lnTo>
                  <a:lnTo>
                    <a:pt x="9545" y="3322"/>
                  </a:lnTo>
                  <a:lnTo>
                    <a:pt x="9522" y="3299"/>
                  </a:lnTo>
                  <a:lnTo>
                    <a:pt x="9488" y="3265"/>
                  </a:lnTo>
                  <a:lnTo>
                    <a:pt x="9454" y="3242"/>
                  </a:lnTo>
                  <a:lnTo>
                    <a:pt x="9420" y="3231"/>
                  </a:lnTo>
                  <a:lnTo>
                    <a:pt x="9374" y="3219"/>
                  </a:lnTo>
                  <a:lnTo>
                    <a:pt x="9374" y="933"/>
                  </a:lnTo>
                  <a:lnTo>
                    <a:pt x="9420" y="921"/>
                  </a:lnTo>
                  <a:lnTo>
                    <a:pt x="9465" y="910"/>
                  </a:lnTo>
                  <a:lnTo>
                    <a:pt x="9499" y="887"/>
                  </a:lnTo>
                  <a:lnTo>
                    <a:pt x="9533" y="853"/>
                  </a:lnTo>
                  <a:lnTo>
                    <a:pt x="9568" y="819"/>
                  </a:lnTo>
                  <a:lnTo>
                    <a:pt x="9590" y="785"/>
                  </a:lnTo>
                  <a:lnTo>
                    <a:pt x="9602" y="739"/>
                  </a:lnTo>
                  <a:lnTo>
                    <a:pt x="9602" y="683"/>
                  </a:lnTo>
                  <a:lnTo>
                    <a:pt x="9602" y="637"/>
                  </a:lnTo>
                  <a:lnTo>
                    <a:pt x="9579" y="592"/>
                  </a:lnTo>
                  <a:lnTo>
                    <a:pt x="9556" y="546"/>
                  </a:lnTo>
                  <a:lnTo>
                    <a:pt x="9533" y="512"/>
                  </a:lnTo>
                  <a:lnTo>
                    <a:pt x="9488" y="478"/>
                  </a:lnTo>
                  <a:lnTo>
                    <a:pt x="9454" y="455"/>
                  </a:lnTo>
                  <a:lnTo>
                    <a:pt x="9408" y="444"/>
                  </a:lnTo>
                  <a:lnTo>
                    <a:pt x="9295" y="444"/>
                  </a:lnTo>
                  <a:lnTo>
                    <a:pt x="9238" y="466"/>
                  </a:lnTo>
                  <a:lnTo>
                    <a:pt x="9192" y="501"/>
                  </a:lnTo>
                  <a:lnTo>
                    <a:pt x="9147" y="546"/>
                  </a:lnTo>
                  <a:lnTo>
                    <a:pt x="8214" y="0"/>
                  </a:lnTo>
                  <a:lnTo>
                    <a:pt x="8123" y="0"/>
                  </a:lnTo>
                  <a:lnTo>
                    <a:pt x="9124" y="580"/>
                  </a:lnTo>
                  <a:lnTo>
                    <a:pt x="9113" y="637"/>
                  </a:lnTo>
                  <a:lnTo>
                    <a:pt x="9101" y="683"/>
                  </a:lnTo>
                  <a:lnTo>
                    <a:pt x="9113" y="739"/>
                  </a:lnTo>
                  <a:lnTo>
                    <a:pt x="9124" y="785"/>
                  </a:lnTo>
                  <a:lnTo>
                    <a:pt x="9147" y="819"/>
                  </a:lnTo>
                  <a:lnTo>
                    <a:pt x="9169" y="853"/>
                  </a:lnTo>
                  <a:lnTo>
                    <a:pt x="9204" y="887"/>
                  </a:lnTo>
                  <a:lnTo>
                    <a:pt x="9249" y="910"/>
                  </a:lnTo>
                  <a:lnTo>
                    <a:pt x="9283" y="921"/>
                  </a:lnTo>
                  <a:lnTo>
                    <a:pt x="9329" y="933"/>
                  </a:lnTo>
                  <a:lnTo>
                    <a:pt x="9329" y="3219"/>
                  </a:lnTo>
                  <a:lnTo>
                    <a:pt x="9295" y="3231"/>
                  </a:lnTo>
                  <a:lnTo>
                    <a:pt x="9249" y="3242"/>
                  </a:lnTo>
                  <a:lnTo>
                    <a:pt x="9215" y="3265"/>
                  </a:lnTo>
                  <a:lnTo>
                    <a:pt x="9192" y="3299"/>
                  </a:lnTo>
                  <a:lnTo>
                    <a:pt x="9158" y="3322"/>
                  </a:lnTo>
                  <a:lnTo>
                    <a:pt x="9147" y="3367"/>
                  </a:lnTo>
                  <a:lnTo>
                    <a:pt x="9135" y="3401"/>
                  </a:lnTo>
                  <a:lnTo>
                    <a:pt x="9124" y="3447"/>
                  </a:lnTo>
                  <a:lnTo>
                    <a:pt x="9135" y="3481"/>
                  </a:lnTo>
                  <a:lnTo>
                    <a:pt x="9147" y="3526"/>
                  </a:lnTo>
                  <a:lnTo>
                    <a:pt x="7145" y="4675"/>
                  </a:lnTo>
                  <a:lnTo>
                    <a:pt x="7122" y="4641"/>
                  </a:lnTo>
                  <a:lnTo>
                    <a:pt x="7076" y="4607"/>
                  </a:lnTo>
                  <a:lnTo>
                    <a:pt x="7031" y="4596"/>
                  </a:lnTo>
                  <a:lnTo>
                    <a:pt x="6985" y="4584"/>
                  </a:lnTo>
                  <a:lnTo>
                    <a:pt x="6940" y="4596"/>
                  </a:lnTo>
                  <a:lnTo>
                    <a:pt x="6894" y="4607"/>
                  </a:lnTo>
                  <a:lnTo>
                    <a:pt x="6849" y="4641"/>
                  </a:lnTo>
                  <a:lnTo>
                    <a:pt x="6815" y="4675"/>
                  </a:lnTo>
                  <a:lnTo>
                    <a:pt x="4824" y="3515"/>
                  </a:lnTo>
                  <a:lnTo>
                    <a:pt x="4835" y="3481"/>
                  </a:lnTo>
                  <a:lnTo>
                    <a:pt x="4835" y="3447"/>
                  </a:lnTo>
                  <a:lnTo>
                    <a:pt x="4835" y="3401"/>
                  </a:lnTo>
                  <a:lnTo>
                    <a:pt x="4824" y="3367"/>
                  </a:lnTo>
                  <a:lnTo>
                    <a:pt x="4801" y="3333"/>
                  </a:lnTo>
                  <a:lnTo>
                    <a:pt x="4779" y="3299"/>
                  </a:lnTo>
                  <a:lnTo>
                    <a:pt x="4744" y="3276"/>
                  </a:lnTo>
                  <a:lnTo>
                    <a:pt x="4710" y="3253"/>
                  </a:lnTo>
                  <a:lnTo>
                    <a:pt x="4676" y="3231"/>
                  </a:lnTo>
                  <a:lnTo>
                    <a:pt x="4642" y="3231"/>
                  </a:lnTo>
                  <a:lnTo>
                    <a:pt x="4642" y="887"/>
                  </a:lnTo>
                  <a:lnTo>
                    <a:pt x="4676" y="887"/>
                  </a:lnTo>
                  <a:lnTo>
                    <a:pt x="4710" y="876"/>
                  </a:lnTo>
                  <a:lnTo>
                    <a:pt x="4767" y="830"/>
                  </a:lnTo>
                  <a:lnTo>
                    <a:pt x="4801" y="762"/>
                  </a:lnTo>
                  <a:lnTo>
                    <a:pt x="4813" y="728"/>
                  </a:lnTo>
                  <a:lnTo>
                    <a:pt x="4824" y="683"/>
                  </a:lnTo>
                  <a:lnTo>
                    <a:pt x="4813" y="648"/>
                  </a:lnTo>
                  <a:lnTo>
                    <a:pt x="4801" y="603"/>
                  </a:lnTo>
                  <a:lnTo>
                    <a:pt x="5848" y="0"/>
                  </a:lnTo>
                  <a:lnTo>
                    <a:pt x="5757" y="0"/>
                  </a:lnTo>
                  <a:lnTo>
                    <a:pt x="4779" y="569"/>
                  </a:lnTo>
                  <a:lnTo>
                    <a:pt x="4744" y="535"/>
                  </a:lnTo>
                  <a:lnTo>
                    <a:pt x="4710" y="501"/>
                  </a:lnTo>
                  <a:lnTo>
                    <a:pt x="4665" y="489"/>
                  </a:lnTo>
                  <a:lnTo>
                    <a:pt x="4619" y="478"/>
                  </a:lnTo>
                  <a:lnTo>
                    <a:pt x="4562" y="489"/>
                  </a:lnTo>
                  <a:lnTo>
                    <a:pt x="4517" y="501"/>
                  </a:lnTo>
                  <a:lnTo>
                    <a:pt x="4483" y="535"/>
                  </a:lnTo>
                  <a:lnTo>
                    <a:pt x="4449" y="569"/>
                  </a:lnTo>
                  <a:lnTo>
                    <a:pt x="3470"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5913842" y="2483621"/>
              <a:ext cx="3230171" cy="2659852"/>
            </a:xfrm>
            <a:custGeom>
              <a:avLst/>
              <a:gdLst/>
              <a:ahLst/>
              <a:cxnLst/>
              <a:rect l="l" t="t" r="r" b="b"/>
              <a:pathLst>
                <a:path w="30862" h="25413" extrusionOk="0">
                  <a:moveTo>
                    <a:pt x="17052" y="364"/>
                  </a:moveTo>
                  <a:lnTo>
                    <a:pt x="19054" y="1524"/>
                  </a:lnTo>
                  <a:lnTo>
                    <a:pt x="19043" y="1593"/>
                  </a:lnTo>
                  <a:lnTo>
                    <a:pt x="19054" y="1661"/>
                  </a:lnTo>
                  <a:lnTo>
                    <a:pt x="19088" y="1706"/>
                  </a:lnTo>
                  <a:lnTo>
                    <a:pt x="19145" y="1752"/>
                  </a:lnTo>
                  <a:lnTo>
                    <a:pt x="19202" y="1763"/>
                  </a:lnTo>
                  <a:lnTo>
                    <a:pt x="19202" y="4152"/>
                  </a:lnTo>
                  <a:lnTo>
                    <a:pt x="19168" y="4152"/>
                  </a:lnTo>
                  <a:lnTo>
                    <a:pt x="19134" y="4163"/>
                  </a:lnTo>
                  <a:lnTo>
                    <a:pt x="19077" y="4209"/>
                  </a:lnTo>
                  <a:lnTo>
                    <a:pt x="19032" y="4277"/>
                  </a:lnTo>
                  <a:lnTo>
                    <a:pt x="19020" y="4311"/>
                  </a:lnTo>
                  <a:lnTo>
                    <a:pt x="19020" y="4345"/>
                  </a:lnTo>
                  <a:lnTo>
                    <a:pt x="19020" y="4380"/>
                  </a:lnTo>
                  <a:lnTo>
                    <a:pt x="19032" y="4414"/>
                  </a:lnTo>
                  <a:lnTo>
                    <a:pt x="17052" y="5563"/>
                  </a:lnTo>
                  <a:lnTo>
                    <a:pt x="17018" y="5517"/>
                  </a:lnTo>
                  <a:lnTo>
                    <a:pt x="16973" y="5483"/>
                  </a:lnTo>
                  <a:lnTo>
                    <a:pt x="16916" y="5460"/>
                  </a:lnTo>
                  <a:lnTo>
                    <a:pt x="16859" y="5449"/>
                  </a:lnTo>
                  <a:lnTo>
                    <a:pt x="16791" y="5460"/>
                  </a:lnTo>
                  <a:lnTo>
                    <a:pt x="16734" y="5483"/>
                  </a:lnTo>
                  <a:lnTo>
                    <a:pt x="16688" y="5517"/>
                  </a:lnTo>
                  <a:lnTo>
                    <a:pt x="16654" y="5563"/>
                  </a:lnTo>
                  <a:lnTo>
                    <a:pt x="14686" y="4425"/>
                  </a:lnTo>
                  <a:lnTo>
                    <a:pt x="14697" y="4380"/>
                  </a:lnTo>
                  <a:lnTo>
                    <a:pt x="14697" y="4345"/>
                  </a:lnTo>
                  <a:lnTo>
                    <a:pt x="14697" y="4311"/>
                  </a:lnTo>
                  <a:lnTo>
                    <a:pt x="14686" y="4266"/>
                  </a:lnTo>
                  <a:lnTo>
                    <a:pt x="14663" y="4232"/>
                  </a:lnTo>
                  <a:lnTo>
                    <a:pt x="14641" y="4209"/>
                  </a:lnTo>
                  <a:lnTo>
                    <a:pt x="14584" y="4163"/>
                  </a:lnTo>
                  <a:lnTo>
                    <a:pt x="14550" y="4141"/>
                  </a:lnTo>
                  <a:lnTo>
                    <a:pt x="14504" y="4141"/>
                  </a:lnTo>
                  <a:lnTo>
                    <a:pt x="14504" y="1831"/>
                  </a:lnTo>
                  <a:lnTo>
                    <a:pt x="14550" y="1831"/>
                  </a:lnTo>
                  <a:lnTo>
                    <a:pt x="14595" y="1809"/>
                  </a:lnTo>
                  <a:lnTo>
                    <a:pt x="14629" y="1786"/>
                  </a:lnTo>
                  <a:lnTo>
                    <a:pt x="14663" y="1752"/>
                  </a:lnTo>
                  <a:lnTo>
                    <a:pt x="14697" y="1718"/>
                  </a:lnTo>
                  <a:lnTo>
                    <a:pt x="14709" y="1684"/>
                  </a:lnTo>
                  <a:lnTo>
                    <a:pt x="14732" y="1638"/>
                  </a:lnTo>
                  <a:lnTo>
                    <a:pt x="14732" y="1593"/>
                  </a:lnTo>
                  <a:lnTo>
                    <a:pt x="14720" y="1536"/>
                  </a:lnTo>
                  <a:lnTo>
                    <a:pt x="14709" y="1490"/>
                  </a:lnTo>
                  <a:lnTo>
                    <a:pt x="16654" y="375"/>
                  </a:lnTo>
                  <a:lnTo>
                    <a:pt x="16688" y="410"/>
                  </a:lnTo>
                  <a:lnTo>
                    <a:pt x="16734" y="444"/>
                  </a:lnTo>
                  <a:lnTo>
                    <a:pt x="16791" y="466"/>
                  </a:lnTo>
                  <a:lnTo>
                    <a:pt x="16859" y="478"/>
                  </a:lnTo>
                  <a:lnTo>
                    <a:pt x="16916" y="466"/>
                  </a:lnTo>
                  <a:lnTo>
                    <a:pt x="16973" y="444"/>
                  </a:lnTo>
                  <a:lnTo>
                    <a:pt x="17018" y="410"/>
                  </a:lnTo>
                  <a:lnTo>
                    <a:pt x="17052" y="364"/>
                  </a:lnTo>
                  <a:close/>
                  <a:moveTo>
                    <a:pt x="26505" y="353"/>
                  </a:moveTo>
                  <a:lnTo>
                    <a:pt x="28553" y="1524"/>
                  </a:lnTo>
                  <a:lnTo>
                    <a:pt x="28541" y="1593"/>
                  </a:lnTo>
                  <a:lnTo>
                    <a:pt x="28553" y="1649"/>
                  </a:lnTo>
                  <a:lnTo>
                    <a:pt x="28575" y="1706"/>
                  </a:lnTo>
                  <a:lnTo>
                    <a:pt x="28632" y="1740"/>
                  </a:lnTo>
                  <a:lnTo>
                    <a:pt x="28689" y="1752"/>
                  </a:lnTo>
                  <a:lnTo>
                    <a:pt x="28689" y="4163"/>
                  </a:lnTo>
                  <a:lnTo>
                    <a:pt x="28621" y="4186"/>
                  </a:lnTo>
                  <a:lnTo>
                    <a:pt x="28564" y="4220"/>
                  </a:lnTo>
                  <a:lnTo>
                    <a:pt x="28530" y="4277"/>
                  </a:lnTo>
                  <a:lnTo>
                    <a:pt x="28519" y="4345"/>
                  </a:lnTo>
                  <a:lnTo>
                    <a:pt x="28530" y="4414"/>
                  </a:lnTo>
                  <a:lnTo>
                    <a:pt x="26539" y="5563"/>
                  </a:lnTo>
                  <a:lnTo>
                    <a:pt x="26494" y="5517"/>
                  </a:lnTo>
                  <a:lnTo>
                    <a:pt x="26448" y="5483"/>
                  </a:lnTo>
                  <a:lnTo>
                    <a:pt x="26391" y="5460"/>
                  </a:lnTo>
                  <a:lnTo>
                    <a:pt x="26335" y="5449"/>
                  </a:lnTo>
                  <a:lnTo>
                    <a:pt x="26278" y="5460"/>
                  </a:lnTo>
                  <a:lnTo>
                    <a:pt x="26221" y="5483"/>
                  </a:lnTo>
                  <a:lnTo>
                    <a:pt x="26175" y="5517"/>
                  </a:lnTo>
                  <a:lnTo>
                    <a:pt x="26130" y="5563"/>
                  </a:lnTo>
                  <a:lnTo>
                    <a:pt x="24162" y="4425"/>
                  </a:lnTo>
                  <a:lnTo>
                    <a:pt x="24173" y="4380"/>
                  </a:lnTo>
                  <a:lnTo>
                    <a:pt x="24173" y="4345"/>
                  </a:lnTo>
                  <a:lnTo>
                    <a:pt x="24173" y="4311"/>
                  </a:lnTo>
                  <a:lnTo>
                    <a:pt x="24162" y="4266"/>
                  </a:lnTo>
                  <a:lnTo>
                    <a:pt x="24150" y="4232"/>
                  </a:lnTo>
                  <a:lnTo>
                    <a:pt x="24128" y="4209"/>
                  </a:lnTo>
                  <a:lnTo>
                    <a:pt x="24059" y="4163"/>
                  </a:lnTo>
                  <a:lnTo>
                    <a:pt x="24025" y="4141"/>
                  </a:lnTo>
                  <a:lnTo>
                    <a:pt x="23991" y="4141"/>
                  </a:lnTo>
                  <a:lnTo>
                    <a:pt x="23991" y="1809"/>
                  </a:lnTo>
                  <a:lnTo>
                    <a:pt x="24025" y="1797"/>
                  </a:lnTo>
                  <a:lnTo>
                    <a:pt x="24071" y="1786"/>
                  </a:lnTo>
                  <a:lnTo>
                    <a:pt x="24094" y="1763"/>
                  </a:lnTo>
                  <a:lnTo>
                    <a:pt x="24128" y="1729"/>
                  </a:lnTo>
                  <a:lnTo>
                    <a:pt x="24150" y="1706"/>
                  </a:lnTo>
                  <a:lnTo>
                    <a:pt x="24173" y="1672"/>
                  </a:lnTo>
                  <a:lnTo>
                    <a:pt x="24173" y="1627"/>
                  </a:lnTo>
                  <a:lnTo>
                    <a:pt x="24185" y="1593"/>
                  </a:lnTo>
                  <a:lnTo>
                    <a:pt x="24173" y="1547"/>
                  </a:lnTo>
                  <a:lnTo>
                    <a:pt x="24162" y="1513"/>
                  </a:lnTo>
                  <a:lnTo>
                    <a:pt x="26164" y="353"/>
                  </a:lnTo>
                  <a:lnTo>
                    <a:pt x="26198" y="387"/>
                  </a:lnTo>
                  <a:lnTo>
                    <a:pt x="26232" y="421"/>
                  </a:lnTo>
                  <a:lnTo>
                    <a:pt x="26278" y="432"/>
                  </a:lnTo>
                  <a:lnTo>
                    <a:pt x="26335" y="444"/>
                  </a:lnTo>
                  <a:lnTo>
                    <a:pt x="26380" y="432"/>
                  </a:lnTo>
                  <a:lnTo>
                    <a:pt x="26437" y="421"/>
                  </a:lnTo>
                  <a:lnTo>
                    <a:pt x="26471" y="387"/>
                  </a:lnTo>
                  <a:lnTo>
                    <a:pt x="26505" y="353"/>
                  </a:lnTo>
                  <a:close/>
                  <a:moveTo>
                    <a:pt x="12309" y="364"/>
                  </a:moveTo>
                  <a:lnTo>
                    <a:pt x="14254" y="1490"/>
                  </a:lnTo>
                  <a:lnTo>
                    <a:pt x="14242" y="1536"/>
                  </a:lnTo>
                  <a:lnTo>
                    <a:pt x="14231" y="1593"/>
                  </a:lnTo>
                  <a:lnTo>
                    <a:pt x="14242" y="1638"/>
                  </a:lnTo>
                  <a:lnTo>
                    <a:pt x="14254" y="1684"/>
                  </a:lnTo>
                  <a:lnTo>
                    <a:pt x="14277" y="1718"/>
                  </a:lnTo>
                  <a:lnTo>
                    <a:pt x="14299" y="1763"/>
                  </a:lnTo>
                  <a:lnTo>
                    <a:pt x="14333" y="1786"/>
                  </a:lnTo>
                  <a:lnTo>
                    <a:pt x="14379" y="1809"/>
                  </a:lnTo>
                  <a:lnTo>
                    <a:pt x="14413" y="1831"/>
                  </a:lnTo>
                  <a:lnTo>
                    <a:pt x="14459" y="1831"/>
                  </a:lnTo>
                  <a:lnTo>
                    <a:pt x="14459" y="4129"/>
                  </a:lnTo>
                  <a:lnTo>
                    <a:pt x="14424" y="4141"/>
                  </a:lnTo>
                  <a:lnTo>
                    <a:pt x="14390" y="4152"/>
                  </a:lnTo>
                  <a:lnTo>
                    <a:pt x="14356" y="4175"/>
                  </a:lnTo>
                  <a:lnTo>
                    <a:pt x="14322" y="4198"/>
                  </a:lnTo>
                  <a:lnTo>
                    <a:pt x="14299" y="4232"/>
                  </a:lnTo>
                  <a:lnTo>
                    <a:pt x="14288" y="4266"/>
                  </a:lnTo>
                  <a:lnTo>
                    <a:pt x="14277" y="4311"/>
                  </a:lnTo>
                  <a:lnTo>
                    <a:pt x="14265" y="4345"/>
                  </a:lnTo>
                  <a:lnTo>
                    <a:pt x="14277" y="4391"/>
                  </a:lnTo>
                  <a:lnTo>
                    <a:pt x="14288" y="4425"/>
                  </a:lnTo>
                  <a:lnTo>
                    <a:pt x="12286" y="5574"/>
                  </a:lnTo>
                  <a:lnTo>
                    <a:pt x="12252" y="5540"/>
                  </a:lnTo>
                  <a:lnTo>
                    <a:pt x="12218" y="5506"/>
                  </a:lnTo>
                  <a:lnTo>
                    <a:pt x="12161" y="5494"/>
                  </a:lnTo>
                  <a:lnTo>
                    <a:pt x="12115" y="5483"/>
                  </a:lnTo>
                  <a:lnTo>
                    <a:pt x="12058" y="5494"/>
                  </a:lnTo>
                  <a:lnTo>
                    <a:pt x="12013" y="5506"/>
                  </a:lnTo>
                  <a:lnTo>
                    <a:pt x="11979" y="5540"/>
                  </a:lnTo>
                  <a:lnTo>
                    <a:pt x="11945" y="5574"/>
                  </a:lnTo>
                  <a:lnTo>
                    <a:pt x="9988" y="4448"/>
                  </a:lnTo>
                  <a:lnTo>
                    <a:pt x="9999" y="4402"/>
                  </a:lnTo>
                  <a:lnTo>
                    <a:pt x="9999" y="4345"/>
                  </a:lnTo>
                  <a:lnTo>
                    <a:pt x="9999" y="4300"/>
                  </a:lnTo>
                  <a:lnTo>
                    <a:pt x="9988" y="4254"/>
                  </a:lnTo>
                  <a:lnTo>
                    <a:pt x="9965" y="4209"/>
                  </a:lnTo>
                  <a:lnTo>
                    <a:pt x="9931" y="4175"/>
                  </a:lnTo>
                  <a:lnTo>
                    <a:pt x="9897" y="4141"/>
                  </a:lnTo>
                  <a:lnTo>
                    <a:pt x="9863" y="4118"/>
                  </a:lnTo>
                  <a:lnTo>
                    <a:pt x="9817" y="4095"/>
                  </a:lnTo>
                  <a:lnTo>
                    <a:pt x="9772" y="4095"/>
                  </a:lnTo>
                  <a:lnTo>
                    <a:pt x="9772" y="1775"/>
                  </a:lnTo>
                  <a:lnTo>
                    <a:pt x="9829" y="1752"/>
                  </a:lnTo>
                  <a:lnTo>
                    <a:pt x="9886" y="1718"/>
                  </a:lnTo>
                  <a:lnTo>
                    <a:pt x="9920" y="1661"/>
                  </a:lnTo>
                  <a:lnTo>
                    <a:pt x="9931" y="1593"/>
                  </a:lnTo>
                  <a:lnTo>
                    <a:pt x="9931" y="1558"/>
                  </a:lnTo>
                  <a:lnTo>
                    <a:pt x="9920" y="1524"/>
                  </a:lnTo>
                  <a:lnTo>
                    <a:pt x="11922" y="364"/>
                  </a:lnTo>
                  <a:lnTo>
                    <a:pt x="11956" y="410"/>
                  </a:lnTo>
                  <a:lnTo>
                    <a:pt x="12002" y="444"/>
                  </a:lnTo>
                  <a:lnTo>
                    <a:pt x="12058" y="466"/>
                  </a:lnTo>
                  <a:lnTo>
                    <a:pt x="12172" y="466"/>
                  </a:lnTo>
                  <a:lnTo>
                    <a:pt x="12229" y="444"/>
                  </a:lnTo>
                  <a:lnTo>
                    <a:pt x="12275" y="410"/>
                  </a:lnTo>
                  <a:lnTo>
                    <a:pt x="12309" y="364"/>
                  </a:lnTo>
                  <a:close/>
                  <a:moveTo>
                    <a:pt x="19396" y="4459"/>
                  </a:moveTo>
                  <a:lnTo>
                    <a:pt x="21386" y="5608"/>
                  </a:lnTo>
                  <a:lnTo>
                    <a:pt x="21363" y="5642"/>
                  </a:lnTo>
                  <a:lnTo>
                    <a:pt x="21363" y="5699"/>
                  </a:lnTo>
                  <a:lnTo>
                    <a:pt x="21363" y="5733"/>
                  </a:lnTo>
                  <a:lnTo>
                    <a:pt x="21375" y="5779"/>
                  </a:lnTo>
                  <a:lnTo>
                    <a:pt x="21398" y="5813"/>
                  </a:lnTo>
                  <a:lnTo>
                    <a:pt x="21420" y="5847"/>
                  </a:lnTo>
                  <a:lnTo>
                    <a:pt x="21454" y="5881"/>
                  </a:lnTo>
                  <a:lnTo>
                    <a:pt x="21489" y="5904"/>
                  </a:lnTo>
                  <a:lnTo>
                    <a:pt x="21534" y="5915"/>
                  </a:lnTo>
                  <a:lnTo>
                    <a:pt x="21580" y="5927"/>
                  </a:lnTo>
                  <a:lnTo>
                    <a:pt x="21580" y="8259"/>
                  </a:lnTo>
                  <a:lnTo>
                    <a:pt x="21511" y="8281"/>
                  </a:lnTo>
                  <a:lnTo>
                    <a:pt x="21454" y="8327"/>
                  </a:lnTo>
                  <a:lnTo>
                    <a:pt x="21420" y="8384"/>
                  </a:lnTo>
                  <a:lnTo>
                    <a:pt x="21409" y="8418"/>
                  </a:lnTo>
                  <a:lnTo>
                    <a:pt x="21398" y="8452"/>
                  </a:lnTo>
                  <a:lnTo>
                    <a:pt x="21409" y="8520"/>
                  </a:lnTo>
                  <a:lnTo>
                    <a:pt x="19396" y="9680"/>
                  </a:lnTo>
                  <a:lnTo>
                    <a:pt x="19361" y="9646"/>
                  </a:lnTo>
                  <a:lnTo>
                    <a:pt x="19327" y="9624"/>
                  </a:lnTo>
                  <a:lnTo>
                    <a:pt x="19270" y="9601"/>
                  </a:lnTo>
                  <a:lnTo>
                    <a:pt x="19225" y="9589"/>
                  </a:lnTo>
                  <a:lnTo>
                    <a:pt x="19168" y="9601"/>
                  </a:lnTo>
                  <a:lnTo>
                    <a:pt x="19123" y="9612"/>
                  </a:lnTo>
                  <a:lnTo>
                    <a:pt x="19088" y="9646"/>
                  </a:lnTo>
                  <a:lnTo>
                    <a:pt x="19054" y="9680"/>
                  </a:lnTo>
                  <a:lnTo>
                    <a:pt x="17052" y="8520"/>
                  </a:lnTo>
                  <a:lnTo>
                    <a:pt x="17064" y="8486"/>
                  </a:lnTo>
                  <a:lnTo>
                    <a:pt x="17064" y="8452"/>
                  </a:lnTo>
                  <a:lnTo>
                    <a:pt x="17064" y="8418"/>
                  </a:lnTo>
                  <a:lnTo>
                    <a:pt x="17052" y="8372"/>
                  </a:lnTo>
                  <a:lnTo>
                    <a:pt x="17007" y="8315"/>
                  </a:lnTo>
                  <a:lnTo>
                    <a:pt x="16950" y="8270"/>
                  </a:lnTo>
                  <a:lnTo>
                    <a:pt x="16916" y="8259"/>
                  </a:lnTo>
                  <a:lnTo>
                    <a:pt x="16882" y="8247"/>
                  </a:lnTo>
                  <a:lnTo>
                    <a:pt x="16882" y="5938"/>
                  </a:lnTo>
                  <a:lnTo>
                    <a:pt x="16927" y="5927"/>
                  </a:lnTo>
                  <a:lnTo>
                    <a:pt x="16961" y="5904"/>
                  </a:lnTo>
                  <a:lnTo>
                    <a:pt x="17007" y="5881"/>
                  </a:lnTo>
                  <a:lnTo>
                    <a:pt x="17029" y="5858"/>
                  </a:lnTo>
                  <a:lnTo>
                    <a:pt x="17064" y="5824"/>
                  </a:lnTo>
                  <a:lnTo>
                    <a:pt x="17075" y="5779"/>
                  </a:lnTo>
                  <a:lnTo>
                    <a:pt x="17086" y="5745"/>
                  </a:lnTo>
                  <a:lnTo>
                    <a:pt x="17098" y="5699"/>
                  </a:lnTo>
                  <a:lnTo>
                    <a:pt x="17086" y="5642"/>
                  </a:lnTo>
                  <a:lnTo>
                    <a:pt x="17075" y="5597"/>
                  </a:lnTo>
                  <a:lnTo>
                    <a:pt x="19054" y="4459"/>
                  </a:lnTo>
                  <a:lnTo>
                    <a:pt x="19088" y="4493"/>
                  </a:lnTo>
                  <a:lnTo>
                    <a:pt x="19123" y="4527"/>
                  </a:lnTo>
                  <a:lnTo>
                    <a:pt x="19168" y="4539"/>
                  </a:lnTo>
                  <a:lnTo>
                    <a:pt x="19225" y="4550"/>
                  </a:lnTo>
                  <a:lnTo>
                    <a:pt x="19270" y="4539"/>
                  </a:lnTo>
                  <a:lnTo>
                    <a:pt x="19327" y="4527"/>
                  </a:lnTo>
                  <a:lnTo>
                    <a:pt x="19361" y="4493"/>
                  </a:lnTo>
                  <a:lnTo>
                    <a:pt x="19396" y="4459"/>
                  </a:lnTo>
                  <a:close/>
                  <a:moveTo>
                    <a:pt x="2799" y="8554"/>
                  </a:moveTo>
                  <a:lnTo>
                    <a:pt x="4790" y="9703"/>
                  </a:lnTo>
                  <a:lnTo>
                    <a:pt x="4767" y="9749"/>
                  </a:lnTo>
                  <a:lnTo>
                    <a:pt x="4767" y="9806"/>
                  </a:lnTo>
                  <a:lnTo>
                    <a:pt x="4767" y="9851"/>
                  </a:lnTo>
                  <a:lnTo>
                    <a:pt x="4778" y="9885"/>
                  </a:lnTo>
                  <a:lnTo>
                    <a:pt x="4801" y="9931"/>
                  </a:lnTo>
                  <a:lnTo>
                    <a:pt x="4824" y="9965"/>
                  </a:lnTo>
                  <a:lnTo>
                    <a:pt x="4858" y="9988"/>
                  </a:lnTo>
                  <a:lnTo>
                    <a:pt x="4892" y="10010"/>
                  </a:lnTo>
                  <a:lnTo>
                    <a:pt x="4937" y="10033"/>
                  </a:lnTo>
                  <a:lnTo>
                    <a:pt x="4983" y="10033"/>
                  </a:lnTo>
                  <a:lnTo>
                    <a:pt x="4983" y="12388"/>
                  </a:lnTo>
                  <a:lnTo>
                    <a:pt x="4926" y="12399"/>
                  </a:lnTo>
                  <a:lnTo>
                    <a:pt x="4869" y="12445"/>
                  </a:lnTo>
                  <a:lnTo>
                    <a:pt x="4846" y="12490"/>
                  </a:lnTo>
                  <a:lnTo>
                    <a:pt x="4824" y="12558"/>
                  </a:lnTo>
                  <a:lnTo>
                    <a:pt x="4835" y="12615"/>
                  </a:lnTo>
                  <a:lnTo>
                    <a:pt x="2856" y="13753"/>
                  </a:lnTo>
                  <a:lnTo>
                    <a:pt x="2810" y="13707"/>
                  </a:lnTo>
                  <a:lnTo>
                    <a:pt x="2765" y="13673"/>
                  </a:lnTo>
                  <a:lnTo>
                    <a:pt x="2696" y="13650"/>
                  </a:lnTo>
                  <a:lnTo>
                    <a:pt x="2628" y="13639"/>
                  </a:lnTo>
                  <a:lnTo>
                    <a:pt x="2571" y="13650"/>
                  </a:lnTo>
                  <a:lnTo>
                    <a:pt x="2503" y="13673"/>
                  </a:lnTo>
                  <a:lnTo>
                    <a:pt x="2458" y="13707"/>
                  </a:lnTo>
                  <a:lnTo>
                    <a:pt x="2412" y="13753"/>
                  </a:lnTo>
                  <a:lnTo>
                    <a:pt x="478" y="12638"/>
                  </a:lnTo>
                  <a:lnTo>
                    <a:pt x="490" y="12604"/>
                  </a:lnTo>
                  <a:lnTo>
                    <a:pt x="490" y="12558"/>
                  </a:lnTo>
                  <a:lnTo>
                    <a:pt x="490" y="12513"/>
                  </a:lnTo>
                  <a:lnTo>
                    <a:pt x="478" y="12467"/>
                  </a:lnTo>
                  <a:lnTo>
                    <a:pt x="455" y="12433"/>
                  </a:lnTo>
                  <a:lnTo>
                    <a:pt x="433" y="12399"/>
                  </a:lnTo>
                  <a:lnTo>
                    <a:pt x="399" y="12376"/>
                  </a:lnTo>
                  <a:lnTo>
                    <a:pt x="364" y="12354"/>
                  </a:lnTo>
                  <a:lnTo>
                    <a:pt x="330" y="12331"/>
                  </a:lnTo>
                  <a:lnTo>
                    <a:pt x="285" y="12331"/>
                  </a:lnTo>
                  <a:lnTo>
                    <a:pt x="285" y="10056"/>
                  </a:lnTo>
                  <a:lnTo>
                    <a:pt x="330" y="10044"/>
                  </a:lnTo>
                  <a:lnTo>
                    <a:pt x="376" y="10033"/>
                  </a:lnTo>
                  <a:lnTo>
                    <a:pt x="410" y="9999"/>
                  </a:lnTo>
                  <a:lnTo>
                    <a:pt x="444" y="9976"/>
                  </a:lnTo>
                  <a:lnTo>
                    <a:pt x="478" y="9931"/>
                  </a:lnTo>
                  <a:lnTo>
                    <a:pt x="501" y="9897"/>
                  </a:lnTo>
                  <a:lnTo>
                    <a:pt x="512" y="9851"/>
                  </a:lnTo>
                  <a:lnTo>
                    <a:pt x="512" y="9806"/>
                  </a:lnTo>
                  <a:lnTo>
                    <a:pt x="512" y="9749"/>
                  </a:lnTo>
                  <a:lnTo>
                    <a:pt x="490" y="9703"/>
                  </a:lnTo>
                  <a:lnTo>
                    <a:pt x="2469" y="8554"/>
                  </a:lnTo>
                  <a:lnTo>
                    <a:pt x="2503" y="8600"/>
                  </a:lnTo>
                  <a:lnTo>
                    <a:pt x="2537" y="8623"/>
                  </a:lnTo>
                  <a:lnTo>
                    <a:pt x="2583" y="8634"/>
                  </a:lnTo>
                  <a:lnTo>
                    <a:pt x="2628" y="8645"/>
                  </a:lnTo>
                  <a:lnTo>
                    <a:pt x="2685" y="8634"/>
                  </a:lnTo>
                  <a:lnTo>
                    <a:pt x="2731" y="8623"/>
                  </a:lnTo>
                  <a:lnTo>
                    <a:pt x="2765" y="8588"/>
                  </a:lnTo>
                  <a:lnTo>
                    <a:pt x="2799" y="8554"/>
                  </a:lnTo>
                  <a:close/>
                  <a:moveTo>
                    <a:pt x="17029" y="8566"/>
                  </a:moveTo>
                  <a:lnTo>
                    <a:pt x="19032" y="9726"/>
                  </a:lnTo>
                  <a:lnTo>
                    <a:pt x="19020" y="9760"/>
                  </a:lnTo>
                  <a:lnTo>
                    <a:pt x="19020" y="9806"/>
                  </a:lnTo>
                  <a:lnTo>
                    <a:pt x="19020" y="9840"/>
                  </a:lnTo>
                  <a:lnTo>
                    <a:pt x="19032" y="9874"/>
                  </a:lnTo>
                  <a:lnTo>
                    <a:pt x="19043" y="9908"/>
                  </a:lnTo>
                  <a:lnTo>
                    <a:pt x="19066" y="9942"/>
                  </a:lnTo>
                  <a:lnTo>
                    <a:pt x="19134" y="9988"/>
                  </a:lnTo>
                  <a:lnTo>
                    <a:pt x="19168" y="9999"/>
                  </a:lnTo>
                  <a:lnTo>
                    <a:pt x="19202" y="10010"/>
                  </a:lnTo>
                  <a:lnTo>
                    <a:pt x="19202" y="12376"/>
                  </a:lnTo>
                  <a:lnTo>
                    <a:pt x="19145" y="12399"/>
                  </a:lnTo>
                  <a:lnTo>
                    <a:pt x="19088" y="12433"/>
                  </a:lnTo>
                  <a:lnTo>
                    <a:pt x="19054" y="12490"/>
                  </a:lnTo>
                  <a:lnTo>
                    <a:pt x="19043" y="12558"/>
                  </a:lnTo>
                  <a:lnTo>
                    <a:pt x="19054" y="12615"/>
                  </a:lnTo>
                  <a:lnTo>
                    <a:pt x="17075" y="13753"/>
                  </a:lnTo>
                  <a:lnTo>
                    <a:pt x="17041" y="13707"/>
                  </a:lnTo>
                  <a:lnTo>
                    <a:pt x="16984" y="13673"/>
                  </a:lnTo>
                  <a:lnTo>
                    <a:pt x="16927" y="13639"/>
                  </a:lnTo>
                  <a:lnTo>
                    <a:pt x="16791" y="13639"/>
                  </a:lnTo>
                  <a:lnTo>
                    <a:pt x="16722" y="13662"/>
                  </a:lnTo>
                  <a:lnTo>
                    <a:pt x="16665" y="13707"/>
                  </a:lnTo>
                  <a:lnTo>
                    <a:pt x="16631" y="13753"/>
                  </a:lnTo>
                  <a:lnTo>
                    <a:pt x="14732" y="12661"/>
                  </a:lnTo>
                  <a:lnTo>
                    <a:pt x="14743" y="12615"/>
                  </a:lnTo>
                  <a:lnTo>
                    <a:pt x="14754" y="12558"/>
                  </a:lnTo>
                  <a:lnTo>
                    <a:pt x="14743" y="12502"/>
                  </a:lnTo>
                  <a:lnTo>
                    <a:pt x="14732" y="12456"/>
                  </a:lnTo>
                  <a:lnTo>
                    <a:pt x="14709" y="12411"/>
                  </a:lnTo>
                  <a:lnTo>
                    <a:pt x="14686" y="12376"/>
                  </a:lnTo>
                  <a:lnTo>
                    <a:pt x="14641" y="12342"/>
                  </a:lnTo>
                  <a:lnTo>
                    <a:pt x="14606" y="12320"/>
                  </a:lnTo>
                  <a:lnTo>
                    <a:pt x="14561" y="12297"/>
                  </a:lnTo>
                  <a:lnTo>
                    <a:pt x="14504" y="12297"/>
                  </a:lnTo>
                  <a:lnTo>
                    <a:pt x="14504" y="9999"/>
                  </a:lnTo>
                  <a:lnTo>
                    <a:pt x="14572" y="9976"/>
                  </a:lnTo>
                  <a:lnTo>
                    <a:pt x="14629" y="9931"/>
                  </a:lnTo>
                  <a:lnTo>
                    <a:pt x="14675" y="9874"/>
                  </a:lnTo>
                  <a:lnTo>
                    <a:pt x="14686" y="9840"/>
                  </a:lnTo>
                  <a:lnTo>
                    <a:pt x="14686" y="9806"/>
                  </a:lnTo>
                  <a:lnTo>
                    <a:pt x="14675" y="9760"/>
                  </a:lnTo>
                  <a:lnTo>
                    <a:pt x="14675" y="9726"/>
                  </a:lnTo>
                  <a:lnTo>
                    <a:pt x="16677" y="8566"/>
                  </a:lnTo>
                  <a:lnTo>
                    <a:pt x="16711" y="8611"/>
                  </a:lnTo>
                  <a:lnTo>
                    <a:pt x="16756" y="8634"/>
                  </a:lnTo>
                  <a:lnTo>
                    <a:pt x="16802" y="8657"/>
                  </a:lnTo>
                  <a:lnTo>
                    <a:pt x="16904" y="8657"/>
                  </a:lnTo>
                  <a:lnTo>
                    <a:pt x="16950" y="8634"/>
                  </a:lnTo>
                  <a:lnTo>
                    <a:pt x="16995" y="8600"/>
                  </a:lnTo>
                  <a:lnTo>
                    <a:pt x="17029" y="8566"/>
                  </a:lnTo>
                  <a:close/>
                  <a:moveTo>
                    <a:pt x="7576" y="8588"/>
                  </a:moveTo>
                  <a:lnTo>
                    <a:pt x="9544" y="9715"/>
                  </a:lnTo>
                  <a:lnTo>
                    <a:pt x="9533" y="9760"/>
                  </a:lnTo>
                  <a:lnTo>
                    <a:pt x="9522" y="9806"/>
                  </a:lnTo>
                  <a:lnTo>
                    <a:pt x="9522" y="9840"/>
                  </a:lnTo>
                  <a:lnTo>
                    <a:pt x="9533" y="9885"/>
                  </a:lnTo>
                  <a:lnTo>
                    <a:pt x="9556" y="9919"/>
                  </a:lnTo>
                  <a:lnTo>
                    <a:pt x="9579" y="9953"/>
                  </a:lnTo>
                  <a:lnTo>
                    <a:pt x="9613" y="9976"/>
                  </a:lnTo>
                  <a:lnTo>
                    <a:pt x="9647" y="9999"/>
                  </a:lnTo>
                  <a:lnTo>
                    <a:pt x="9681" y="10010"/>
                  </a:lnTo>
                  <a:lnTo>
                    <a:pt x="9726" y="10022"/>
                  </a:lnTo>
                  <a:lnTo>
                    <a:pt x="9726" y="12365"/>
                  </a:lnTo>
                  <a:lnTo>
                    <a:pt x="9658" y="12388"/>
                  </a:lnTo>
                  <a:lnTo>
                    <a:pt x="9601" y="12433"/>
                  </a:lnTo>
                  <a:lnTo>
                    <a:pt x="9567" y="12490"/>
                  </a:lnTo>
                  <a:lnTo>
                    <a:pt x="9556" y="12558"/>
                  </a:lnTo>
                  <a:lnTo>
                    <a:pt x="9567" y="12627"/>
                  </a:lnTo>
                  <a:lnTo>
                    <a:pt x="7554" y="13787"/>
                  </a:lnTo>
                  <a:lnTo>
                    <a:pt x="7520" y="13741"/>
                  </a:lnTo>
                  <a:lnTo>
                    <a:pt x="7474" y="13707"/>
                  </a:lnTo>
                  <a:lnTo>
                    <a:pt x="7429" y="13696"/>
                  </a:lnTo>
                  <a:lnTo>
                    <a:pt x="7372" y="13685"/>
                  </a:lnTo>
                  <a:lnTo>
                    <a:pt x="7315" y="13696"/>
                  </a:lnTo>
                  <a:lnTo>
                    <a:pt x="7269" y="13707"/>
                  </a:lnTo>
                  <a:lnTo>
                    <a:pt x="7224" y="13741"/>
                  </a:lnTo>
                  <a:lnTo>
                    <a:pt x="7190" y="13787"/>
                  </a:lnTo>
                  <a:lnTo>
                    <a:pt x="5165" y="12615"/>
                  </a:lnTo>
                  <a:lnTo>
                    <a:pt x="5176" y="12558"/>
                  </a:lnTo>
                  <a:lnTo>
                    <a:pt x="5165" y="12490"/>
                  </a:lnTo>
                  <a:lnTo>
                    <a:pt x="5131" y="12445"/>
                  </a:lnTo>
                  <a:lnTo>
                    <a:pt x="5085" y="12411"/>
                  </a:lnTo>
                  <a:lnTo>
                    <a:pt x="5028" y="12388"/>
                  </a:lnTo>
                  <a:lnTo>
                    <a:pt x="5028" y="10033"/>
                  </a:lnTo>
                  <a:lnTo>
                    <a:pt x="5074" y="10033"/>
                  </a:lnTo>
                  <a:lnTo>
                    <a:pt x="5108" y="10010"/>
                  </a:lnTo>
                  <a:lnTo>
                    <a:pt x="5154" y="9988"/>
                  </a:lnTo>
                  <a:lnTo>
                    <a:pt x="5176" y="9965"/>
                  </a:lnTo>
                  <a:lnTo>
                    <a:pt x="5210" y="9931"/>
                  </a:lnTo>
                  <a:lnTo>
                    <a:pt x="5222" y="9885"/>
                  </a:lnTo>
                  <a:lnTo>
                    <a:pt x="5233" y="9840"/>
                  </a:lnTo>
                  <a:lnTo>
                    <a:pt x="5245" y="9806"/>
                  </a:lnTo>
                  <a:lnTo>
                    <a:pt x="5233" y="9749"/>
                  </a:lnTo>
                  <a:lnTo>
                    <a:pt x="5222" y="9703"/>
                  </a:lnTo>
                  <a:lnTo>
                    <a:pt x="7167" y="8588"/>
                  </a:lnTo>
                  <a:lnTo>
                    <a:pt x="7201" y="8634"/>
                  </a:lnTo>
                  <a:lnTo>
                    <a:pt x="7258" y="8668"/>
                  </a:lnTo>
                  <a:lnTo>
                    <a:pt x="7315" y="8691"/>
                  </a:lnTo>
                  <a:lnTo>
                    <a:pt x="7372" y="8702"/>
                  </a:lnTo>
                  <a:lnTo>
                    <a:pt x="7440" y="8691"/>
                  </a:lnTo>
                  <a:lnTo>
                    <a:pt x="7497" y="8668"/>
                  </a:lnTo>
                  <a:lnTo>
                    <a:pt x="7542" y="8634"/>
                  </a:lnTo>
                  <a:lnTo>
                    <a:pt x="7576" y="8588"/>
                  </a:lnTo>
                  <a:close/>
                  <a:moveTo>
                    <a:pt x="21750" y="8554"/>
                  </a:moveTo>
                  <a:lnTo>
                    <a:pt x="23764" y="9715"/>
                  </a:lnTo>
                  <a:lnTo>
                    <a:pt x="23752" y="9760"/>
                  </a:lnTo>
                  <a:lnTo>
                    <a:pt x="23752" y="9806"/>
                  </a:lnTo>
                  <a:lnTo>
                    <a:pt x="23752" y="9840"/>
                  </a:lnTo>
                  <a:lnTo>
                    <a:pt x="23764" y="9874"/>
                  </a:lnTo>
                  <a:lnTo>
                    <a:pt x="23786" y="9908"/>
                  </a:lnTo>
                  <a:lnTo>
                    <a:pt x="23809" y="9942"/>
                  </a:lnTo>
                  <a:lnTo>
                    <a:pt x="23832" y="9965"/>
                  </a:lnTo>
                  <a:lnTo>
                    <a:pt x="23866" y="9988"/>
                  </a:lnTo>
                  <a:lnTo>
                    <a:pt x="23912" y="9999"/>
                  </a:lnTo>
                  <a:lnTo>
                    <a:pt x="23946" y="10010"/>
                  </a:lnTo>
                  <a:lnTo>
                    <a:pt x="23946" y="12354"/>
                  </a:lnTo>
                  <a:lnTo>
                    <a:pt x="23912" y="12354"/>
                  </a:lnTo>
                  <a:lnTo>
                    <a:pt x="23866" y="12365"/>
                  </a:lnTo>
                  <a:lnTo>
                    <a:pt x="23832" y="12388"/>
                  </a:lnTo>
                  <a:lnTo>
                    <a:pt x="23809" y="12411"/>
                  </a:lnTo>
                  <a:lnTo>
                    <a:pt x="23786" y="12445"/>
                  </a:lnTo>
                  <a:lnTo>
                    <a:pt x="23764" y="12479"/>
                  </a:lnTo>
                  <a:lnTo>
                    <a:pt x="23752" y="12513"/>
                  </a:lnTo>
                  <a:lnTo>
                    <a:pt x="23752" y="12558"/>
                  </a:lnTo>
                  <a:lnTo>
                    <a:pt x="23752" y="12593"/>
                  </a:lnTo>
                  <a:lnTo>
                    <a:pt x="23764" y="12638"/>
                  </a:lnTo>
                  <a:lnTo>
                    <a:pt x="21750" y="13798"/>
                  </a:lnTo>
                  <a:lnTo>
                    <a:pt x="21727" y="13764"/>
                  </a:lnTo>
                  <a:lnTo>
                    <a:pt x="21682" y="13730"/>
                  </a:lnTo>
                  <a:lnTo>
                    <a:pt x="21636" y="13719"/>
                  </a:lnTo>
                  <a:lnTo>
                    <a:pt x="21591" y="13707"/>
                  </a:lnTo>
                  <a:lnTo>
                    <a:pt x="21545" y="13719"/>
                  </a:lnTo>
                  <a:lnTo>
                    <a:pt x="21500" y="13730"/>
                  </a:lnTo>
                  <a:lnTo>
                    <a:pt x="21466" y="13764"/>
                  </a:lnTo>
                  <a:lnTo>
                    <a:pt x="21432" y="13798"/>
                  </a:lnTo>
                  <a:lnTo>
                    <a:pt x="19396" y="12615"/>
                  </a:lnTo>
                  <a:lnTo>
                    <a:pt x="19407" y="12558"/>
                  </a:lnTo>
                  <a:lnTo>
                    <a:pt x="19396" y="12490"/>
                  </a:lnTo>
                  <a:lnTo>
                    <a:pt x="19361" y="12445"/>
                  </a:lnTo>
                  <a:lnTo>
                    <a:pt x="19305" y="12399"/>
                  </a:lnTo>
                  <a:lnTo>
                    <a:pt x="19248" y="12376"/>
                  </a:lnTo>
                  <a:lnTo>
                    <a:pt x="19248" y="9999"/>
                  </a:lnTo>
                  <a:lnTo>
                    <a:pt x="19282" y="9999"/>
                  </a:lnTo>
                  <a:lnTo>
                    <a:pt x="19316" y="9976"/>
                  </a:lnTo>
                  <a:lnTo>
                    <a:pt x="19373" y="9942"/>
                  </a:lnTo>
                  <a:lnTo>
                    <a:pt x="19418" y="9874"/>
                  </a:lnTo>
                  <a:lnTo>
                    <a:pt x="19430" y="9840"/>
                  </a:lnTo>
                  <a:lnTo>
                    <a:pt x="19430" y="9806"/>
                  </a:lnTo>
                  <a:lnTo>
                    <a:pt x="19430" y="9760"/>
                  </a:lnTo>
                  <a:lnTo>
                    <a:pt x="19418" y="9726"/>
                  </a:lnTo>
                  <a:lnTo>
                    <a:pt x="21432" y="8554"/>
                  </a:lnTo>
                  <a:lnTo>
                    <a:pt x="21466" y="8588"/>
                  </a:lnTo>
                  <a:lnTo>
                    <a:pt x="21500" y="8623"/>
                  </a:lnTo>
                  <a:lnTo>
                    <a:pt x="21545" y="8634"/>
                  </a:lnTo>
                  <a:lnTo>
                    <a:pt x="21591" y="8645"/>
                  </a:lnTo>
                  <a:lnTo>
                    <a:pt x="21648" y="8634"/>
                  </a:lnTo>
                  <a:lnTo>
                    <a:pt x="21682" y="8623"/>
                  </a:lnTo>
                  <a:lnTo>
                    <a:pt x="21727" y="8588"/>
                  </a:lnTo>
                  <a:lnTo>
                    <a:pt x="21750" y="8554"/>
                  </a:lnTo>
                  <a:close/>
                  <a:moveTo>
                    <a:pt x="24139" y="12672"/>
                  </a:moveTo>
                  <a:lnTo>
                    <a:pt x="26164" y="13844"/>
                  </a:lnTo>
                  <a:lnTo>
                    <a:pt x="26153" y="13901"/>
                  </a:lnTo>
                  <a:lnTo>
                    <a:pt x="26175" y="13969"/>
                  </a:lnTo>
                  <a:lnTo>
                    <a:pt x="26198" y="14026"/>
                  </a:lnTo>
                  <a:lnTo>
                    <a:pt x="26255" y="14060"/>
                  </a:lnTo>
                  <a:lnTo>
                    <a:pt x="26312" y="14083"/>
                  </a:lnTo>
                  <a:lnTo>
                    <a:pt x="26312" y="16415"/>
                  </a:lnTo>
                  <a:lnTo>
                    <a:pt x="26266" y="16426"/>
                  </a:lnTo>
                  <a:lnTo>
                    <a:pt x="26221" y="16437"/>
                  </a:lnTo>
                  <a:lnTo>
                    <a:pt x="26187" y="16460"/>
                  </a:lnTo>
                  <a:lnTo>
                    <a:pt x="26153" y="16494"/>
                  </a:lnTo>
                  <a:lnTo>
                    <a:pt x="26130" y="16528"/>
                  </a:lnTo>
                  <a:lnTo>
                    <a:pt x="26107" y="16574"/>
                  </a:lnTo>
                  <a:lnTo>
                    <a:pt x="26096" y="16619"/>
                  </a:lnTo>
                  <a:lnTo>
                    <a:pt x="26084" y="16665"/>
                  </a:lnTo>
                  <a:lnTo>
                    <a:pt x="26096" y="16710"/>
                  </a:lnTo>
                  <a:lnTo>
                    <a:pt x="26107" y="16756"/>
                  </a:lnTo>
                  <a:lnTo>
                    <a:pt x="24173" y="17871"/>
                  </a:lnTo>
                  <a:lnTo>
                    <a:pt x="24128" y="17825"/>
                  </a:lnTo>
                  <a:lnTo>
                    <a:pt x="24082" y="17791"/>
                  </a:lnTo>
                  <a:lnTo>
                    <a:pt x="24025" y="17768"/>
                  </a:lnTo>
                  <a:lnTo>
                    <a:pt x="23900" y="17768"/>
                  </a:lnTo>
                  <a:lnTo>
                    <a:pt x="23843" y="17791"/>
                  </a:lnTo>
                  <a:lnTo>
                    <a:pt x="23798" y="17825"/>
                  </a:lnTo>
                  <a:lnTo>
                    <a:pt x="23764" y="17871"/>
                  </a:lnTo>
                  <a:lnTo>
                    <a:pt x="21784" y="16733"/>
                  </a:lnTo>
                  <a:lnTo>
                    <a:pt x="21796" y="16699"/>
                  </a:lnTo>
                  <a:lnTo>
                    <a:pt x="21796" y="16665"/>
                  </a:lnTo>
                  <a:lnTo>
                    <a:pt x="21796" y="16619"/>
                  </a:lnTo>
                  <a:lnTo>
                    <a:pt x="21784" y="16585"/>
                  </a:lnTo>
                  <a:lnTo>
                    <a:pt x="21750" y="16528"/>
                  </a:lnTo>
                  <a:lnTo>
                    <a:pt x="21693" y="16483"/>
                  </a:lnTo>
                  <a:lnTo>
                    <a:pt x="21625" y="16460"/>
                  </a:lnTo>
                  <a:lnTo>
                    <a:pt x="21625" y="14094"/>
                  </a:lnTo>
                  <a:lnTo>
                    <a:pt x="21682" y="14071"/>
                  </a:lnTo>
                  <a:lnTo>
                    <a:pt x="21739" y="14026"/>
                  </a:lnTo>
                  <a:lnTo>
                    <a:pt x="21773" y="13969"/>
                  </a:lnTo>
                  <a:lnTo>
                    <a:pt x="21784" y="13901"/>
                  </a:lnTo>
                  <a:lnTo>
                    <a:pt x="21773" y="13832"/>
                  </a:lnTo>
                  <a:lnTo>
                    <a:pt x="23786" y="12672"/>
                  </a:lnTo>
                  <a:lnTo>
                    <a:pt x="23821" y="12718"/>
                  </a:lnTo>
                  <a:lnTo>
                    <a:pt x="23866" y="12740"/>
                  </a:lnTo>
                  <a:lnTo>
                    <a:pt x="23912" y="12763"/>
                  </a:lnTo>
                  <a:lnTo>
                    <a:pt x="24014" y="12763"/>
                  </a:lnTo>
                  <a:lnTo>
                    <a:pt x="24071" y="12740"/>
                  </a:lnTo>
                  <a:lnTo>
                    <a:pt x="24105" y="12706"/>
                  </a:lnTo>
                  <a:lnTo>
                    <a:pt x="24139" y="12672"/>
                  </a:lnTo>
                  <a:close/>
                  <a:moveTo>
                    <a:pt x="5154" y="12649"/>
                  </a:moveTo>
                  <a:lnTo>
                    <a:pt x="7167" y="13821"/>
                  </a:lnTo>
                  <a:lnTo>
                    <a:pt x="7156" y="13867"/>
                  </a:lnTo>
                  <a:lnTo>
                    <a:pt x="7156" y="13901"/>
                  </a:lnTo>
                  <a:lnTo>
                    <a:pt x="7156" y="13946"/>
                  </a:lnTo>
                  <a:lnTo>
                    <a:pt x="7167" y="13980"/>
                  </a:lnTo>
                  <a:lnTo>
                    <a:pt x="7190" y="14015"/>
                  </a:lnTo>
                  <a:lnTo>
                    <a:pt x="7212" y="14049"/>
                  </a:lnTo>
                  <a:lnTo>
                    <a:pt x="7247" y="14083"/>
                  </a:lnTo>
                  <a:lnTo>
                    <a:pt x="7269" y="14094"/>
                  </a:lnTo>
                  <a:lnTo>
                    <a:pt x="7315" y="14117"/>
                  </a:lnTo>
                  <a:lnTo>
                    <a:pt x="7349" y="14117"/>
                  </a:lnTo>
                  <a:lnTo>
                    <a:pt x="7349" y="16415"/>
                  </a:lnTo>
                  <a:lnTo>
                    <a:pt x="7303" y="16415"/>
                  </a:lnTo>
                  <a:lnTo>
                    <a:pt x="7258" y="16437"/>
                  </a:lnTo>
                  <a:lnTo>
                    <a:pt x="7224" y="16460"/>
                  </a:lnTo>
                  <a:lnTo>
                    <a:pt x="7190" y="16494"/>
                  </a:lnTo>
                  <a:lnTo>
                    <a:pt x="7156" y="16528"/>
                  </a:lnTo>
                  <a:lnTo>
                    <a:pt x="7144" y="16574"/>
                  </a:lnTo>
                  <a:lnTo>
                    <a:pt x="7121" y="16608"/>
                  </a:lnTo>
                  <a:lnTo>
                    <a:pt x="7121" y="16665"/>
                  </a:lnTo>
                  <a:lnTo>
                    <a:pt x="7133" y="16710"/>
                  </a:lnTo>
                  <a:lnTo>
                    <a:pt x="7144" y="16756"/>
                  </a:lnTo>
                  <a:lnTo>
                    <a:pt x="5176" y="17894"/>
                  </a:lnTo>
                  <a:lnTo>
                    <a:pt x="5142" y="17859"/>
                  </a:lnTo>
                  <a:lnTo>
                    <a:pt x="5097" y="17825"/>
                  </a:lnTo>
                  <a:lnTo>
                    <a:pt x="5051" y="17814"/>
                  </a:lnTo>
                  <a:lnTo>
                    <a:pt x="5006" y="17803"/>
                  </a:lnTo>
                  <a:lnTo>
                    <a:pt x="4949" y="17814"/>
                  </a:lnTo>
                  <a:lnTo>
                    <a:pt x="4903" y="17825"/>
                  </a:lnTo>
                  <a:lnTo>
                    <a:pt x="4869" y="17859"/>
                  </a:lnTo>
                  <a:lnTo>
                    <a:pt x="4835" y="17894"/>
                  </a:lnTo>
                  <a:lnTo>
                    <a:pt x="2787" y="16710"/>
                  </a:lnTo>
                  <a:lnTo>
                    <a:pt x="2799" y="16665"/>
                  </a:lnTo>
                  <a:lnTo>
                    <a:pt x="2787" y="16608"/>
                  </a:lnTo>
                  <a:lnTo>
                    <a:pt x="2753" y="16551"/>
                  </a:lnTo>
                  <a:lnTo>
                    <a:pt x="2708" y="16517"/>
                  </a:lnTo>
                  <a:lnTo>
                    <a:pt x="2662" y="16494"/>
                  </a:lnTo>
                  <a:lnTo>
                    <a:pt x="2662" y="14174"/>
                  </a:lnTo>
                  <a:lnTo>
                    <a:pt x="2708" y="14162"/>
                  </a:lnTo>
                  <a:lnTo>
                    <a:pt x="2753" y="14140"/>
                  </a:lnTo>
                  <a:lnTo>
                    <a:pt x="2799" y="14117"/>
                  </a:lnTo>
                  <a:lnTo>
                    <a:pt x="2833" y="14083"/>
                  </a:lnTo>
                  <a:lnTo>
                    <a:pt x="2856" y="14049"/>
                  </a:lnTo>
                  <a:lnTo>
                    <a:pt x="2878" y="14003"/>
                  </a:lnTo>
                  <a:lnTo>
                    <a:pt x="2901" y="13958"/>
                  </a:lnTo>
                  <a:lnTo>
                    <a:pt x="2901" y="13901"/>
                  </a:lnTo>
                  <a:lnTo>
                    <a:pt x="2890" y="13844"/>
                  </a:lnTo>
                  <a:lnTo>
                    <a:pt x="2878" y="13798"/>
                  </a:lnTo>
                  <a:lnTo>
                    <a:pt x="4858" y="12649"/>
                  </a:lnTo>
                  <a:lnTo>
                    <a:pt x="4892" y="12684"/>
                  </a:lnTo>
                  <a:lnTo>
                    <a:pt x="4926" y="12706"/>
                  </a:lnTo>
                  <a:lnTo>
                    <a:pt x="4960" y="12729"/>
                  </a:lnTo>
                  <a:lnTo>
                    <a:pt x="5051" y="12729"/>
                  </a:lnTo>
                  <a:lnTo>
                    <a:pt x="5085" y="12706"/>
                  </a:lnTo>
                  <a:lnTo>
                    <a:pt x="5119" y="12684"/>
                  </a:lnTo>
                  <a:lnTo>
                    <a:pt x="5154" y="12649"/>
                  </a:lnTo>
                  <a:close/>
                  <a:moveTo>
                    <a:pt x="19373" y="12649"/>
                  </a:moveTo>
                  <a:lnTo>
                    <a:pt x="21409" y="13832"/>
                  </a:lnTo>
                  <a:lnTo>
                    <a:pt x="21409" y="13867"/>
                  </a:lnTo>
                  <a:lnTo>
                    <a:pt x="21398" y="13901"/>
                  </a:lnTo>
                  <a:lnTo>
                    <a:pt x="21409" y="13946"/>
                  </a:lnTo>
                  <a:lnTo>
                    <a:pt x="21409" y="13980"/>
                  </a:lnTo>
                  <a:lnTo>
                    <a:pt x="21454" y="14037"/>
                  </a:lnTo>
                  <a:lnTo>
                    <a:pt x="21511" y="14071"/>
                  </a:lnTo>
                  <a:lnTo>
                    <a:pt x="21580" y="14094"/>
                  </a:lnTo>
                  <a:lnTo>
                    <a:pt x="21580" y="16460"/>
                  </a:lnTo>
                  <a:lnTo>
                    <a:pt x="21534" y="16472"/>
                  </a:lnTo>
                  <a:lnTo>
                    <a:pt x="21500" y="16483"/>
                  </a:lnTo>
                  <a:lnTo>
                    <a:pt x="21443" y="16528"/>
                  </a:lnTo>
                  <a:lnTo>
                    <a:pt x="21420" y="16551"/>
                  </a:lnTo>
                  <a:lnTo>
                    <a:pt x="21409" y="16585"/>
                  </a:lnTo>
                  <a:lnTo>
                    <a:pt x="21398" y="16619"/>
                  </a:lnTo>
                  <a:lnTo>
                    <a:pt x="21386" y="16665"/>
                  </a:lnTo>
                  <a:lnTo>
                    <a:pt x="21398" y="16699"/>
                  </a:lnTo>
                  <a:lnTo>
                    <a:pt x="21409" y="16733"/>
                  </a:lnTo>
                  <a:lnTo>
                    <a:pt x="19407" y="17894"/>
                  </a:lnTo>
                  <a:lnTo>
                    <a:pt x="19373" y="17848"/>
                  </a:lnTo>
                  <a:lnTo>
                    <a:pt x="19327" y="17814"/>
                  </a:lnTo>
                  <a:lnTo>
                    <a:pt x="19282" y="17803"/>
                  </a:lnTo>
                  <a:lnTo>
                    <a:pt x="19225" y="17791"/>
                  </a:lnTo>
                  <a:lnTo>
                    <a:pt x="19168" y="17791"/>
                  </a:lnTo>
                  <a:lnTo>
                    <a:pt x="19123" y="17814"/>
                  </a:lnTo>
                  <a:lnTo>
                    <a:pt x="19077" y="17848"/>
                  </a:lnTo>
                  <a:lnTo>
                    <a:pt x="19043" y="17882"/>
                  </a:lnTo>
                  <a:lnTo>
                    <a:pt x="17052" y="16745"/>
                  </a:lnTo>
                  <a:lnTo>
                    <a:pt x="17064" y="16699"/>
                  </a:lnTo>
                  <a:lnTo>
                    <a:pt x="17075" y="16665"/>
                  </a:lnTo>
                  <a:lnTo>
                    <a:pt x="17064" y="16619"/>
                  </a:lnTo>
                  <a:lnTo>
                    <a:pt x="17052" y="16585"/>
                  </a:lnTo>
                  <a:lnTo>
                    <a:pt x="17041" y="16551"/>
                  </a:lnTo>
                  <a:lnTo>
                    <a:pt x="17018" y="16517"/>
                  </a:lnTo>
                  <a:lnTo>
                    <a:pt x="16984" y="16494"/>
                  </a:lnTo>
                  <a:lnTo>
                    <a:pt x="16950" y="16472"/>
                  </a:lnTo>
                  <a:lnTo>
                    <a:pt x="16916" y="16449"/>
                  </a:lnTo>
                  <a:lnTo>
                    <a:pt x="16882" y="16449"/>
                  </a:lnTo>
                  <a:lnTo>
                    <a:pt x="16882" y="14174"/>
                  </a:lnTo>
                  <a:lnTo>
                    <a:pt x="16927" y="14162"/>
                  </a:lnTo>
                  <a:lnTo>
                    <a:pt x="16973" y="14140"/>
                  </a:lnTo>
                  <a:lnTo>
                    <a:pt x="17018" y="14117"/>
                  </a:lnTo>
                  <a:lnTo>
                    <a:pt x="17052" y="14083"/>
                  </a:lnTo>
                  <a:lnTo>
                    <a:pt x="17086" y="14049"/>
                  </a:lnTo>
                  <a:lnTo>
                    <a:pt x="17109" y="14003"/>
                  </a:lnTo>
                  <a:lnTo>
                    <a:pt x="17120" y="13958"/>
                  </a:lnTo>
                  <a:lnTo>
                    <a:pt x="17120" y="13901"/>
                  </a:lnTo>
                  <a:lnTo>
                    <a:pt x="17120" y="13844"/>
                  </a:lnTo>
                  <a:lnTo>
                    <a:pt x="17098" y="13798"/>
                  </a:lnTo>
                  <a:lnTo>
                    <a:pt x="19077" y="12661"/>
                  </a:lnTo>
                  <a:lnTo>
                    <a:pt x="19100" y="12695"/>
                  </a:lnTo>
                  <a:lnTo>
                    <a:pt x="19134" y="12718"/>
                  </a:lnTo>
                  <a:lnTo>
                    <a:pt x="19179" y="12729"/>
                  </a:lnTo>
                  <a:lnTo>
                    <a:pt x="19225" y="12740"/>
                  </a:lnTo>
                  <a:lnTo>
                    <a:pt x="19270" y="12729"/>
                  </a:lnTo>
                  <a:lnTo>
                    <a:pt x="19305" y="12718"/>
                  </a:lnTo>
                  <a:lnTo>
                    <a:pt x="19350" y="12684"/>
                  </a:lnTo>
                  <a:lnTo>
                    <a:pt x="19373" y="12649"/>
                  </a:lnTo>
                  <a:close/>
                  <a:moveTo>
                    <a:pt x="26539" y="16790"/>
                  </a:moveTo>
                  <a:lnTo>
                    <a:pt x="28541" y="17950"/>
                  </a:lnTo>
                  <a:lnTo>
                    <a:pt x="28530" y="18007"/>
                  </a:lnTo>
                  <a:lnTo>
                    <a:pt x="28541" y="18076"/>
                  </a:lnTo>
                  <a:lnTo>
                    <a:pt x="28575" y="18121"/>
                  </a:lnTo>
                  <a:lnTo>
                    <a:pt x="28621" y="18167"/>
                  </a:lnTo>
                  <a:lnTo>
                    <a:pt x="28689" y="18178"/>
                  </a:lnTo>
                  <a:lnTo>
                    <a:pt x="28689" y="20533"/>
                  </a:lnTo>
                  <a:lnTo>
                    <a:pt x="28644" y="20544"/>
                  </a:lnTo>
                  <a:lnTo>
                    <a:pt x="28598" y="20555"/>
                  </a:lnTo>
                  <a:lnTo>
                    <a:pt x="28564" y="20578"/>
                  </a:lnTo>
                  <a:lnTo>
                    <a:pt x="28530" y="20601"/>
                  </a:lnTo>
                  <a:lnTo>
                    <a:pt x="28507" y="20635"/>
                  </a:lnTo>
                  <a:lnTo>
                    <a:pt x="28484" y="20680"/>
                  </a:lnTo>
                  <a:lnTo>
                    <a:pt x="28473" y="20726"/>
                  </a:lnTo>
                  <a:lnTo>
                    <a:pt x="28462" y="20771"/>
                  </a:lnTo>
                  <a:lnTo>
                    <a:pt x="28473" y="20817"/>
                  </a:lnTo>
                  <a:lnTo>
                    <a:pt x="28484" y="20862"/>
                  </a:lnTo>
                  <a:lnTo>
                    <a:pt x="26551" y="21977"/>
                  </a:lnTo>
                  <a:lnTo>
                    <a:pt x="26505" y="21932"/>
                  </a:lnTo>
                  <a:lnTo>
                    <a:pt x="26460" y="21898"/>
                  </a:lnTo>
                  <a:lnTo>
                    <a:pt x="26403" y="21875"/>
                  </a:lnTo>
                  <a:lnTo>
                    <a:pt x="26335" y="21864"/>
                  </a:lnTo>
                  <a:lnTo>
                    <a:pt x="26266" y="21875"/>
                  </a:lnTo>
                  <a:lnTo>
                    <a:pt x="26209" y="21898"/>
                  </a:lnTo>
                  <a:lnTo>
                    <a:pt x="26164" y="21932"/>
                  </a:lnTo>
                  <a:lnTo>
                    <a:pt x="26118" y="21977"/>
                  </a:lnTo>
                  <a:lnTo>
                    <a:pt x="24207" y="20874"/>
                  </a:lnTo>
                  <a:lnTo>
                    <a:pt x="24219" y="20817"/>
                  </a:lnTo>
                  <a:lnTo>
                    <a:pt x="24230" y="20771"/>
                  </a:lnTo>
                  <a:lnTo>
                    <a:pt x="24219" y="20715"/>
                  </a:lnTo>
                  <a:lnTo>
                    <a:pt x="24207" y="20669"/>
                  </a:lnTo>
                  <a:lnTo>
                    <a:pt x="24185" y="20624"/>
                  </a:lnTo>
                  <a:lnTo>
                    <a:pt x="24162" y="20589"/>
                  </a:lnTo>
                  <a:lnTo>
                    <a:pt x="24128" y="20555"/>
                  </a:lnTo>
                  <a:lnTo>
                    <a:pt x="24082" y="20533"/>
                  </a:lnTo>
                  <a:lnTo>
                    <a:pt x="24037" y="20510"/>
                  </a:lnTo>
                  <a:lnTo>
                    <a:pt x="23991" y="20510"/>
                  </a:lnTo>
                  <a:lnTo>
                    <a:pt x="23991" y="18258"/>
                  </a:lnTo>
                  <a:lnTo>
                    <a:pt x="24037" y="18246"/>
                  </a:lnTo>
                  <a:lnTo>
                    <a:pt x="24082" y="18235"/>
                  </a:lnTo>
                  <a:lnTo>
                    <a:pt x="24116" y="18201"/>
                  </a:lnTo>
                  <a:lnTo>
                    <a:pt x="24150" y="18178"/>
                  </a:lnTo>
                  <a:lnTo>
                    <a:pt x="24173" y="18144"/>
                  </a:lnTo>
                  <a:lnTo>
                    <a:pt x="24196" y="18098"/>
                  </a:lnTo>
                  <a:lnTo>
                    <a:pt x="24207" y="18053"/>
                  </a:lnTo>
                  <a:lnTo>
                    <a:pt x="24207" y="18007"/>
                  </a:lnTo>
                  <a:lnTo>
                    <a:pt x="24207" y="17962"/>
                  </a:lnTo>
                  <a:lnTo>
                    <a:pt x="24196" y="17916"/>
                  </a:lnTo>
                  <a:lnTo>
                    <a:pt x="26130" y="16801"/>
                  </a:lnTo>
                  <a:lnTo>
                    <a:pt x="26164" y="16847"/>
                  </a:lnTo>
                  <a:lnTo>
                    <a:pt x="26209" y="16881"/>
                  </a:lnTo>
                  <a:lnTo>
                    <a:pt x="26266" y="16904"/>
                  </a:lnTo>
                  <a:lnTo>
                    <a:pt x="26335" y="16915"/>
                  </a:lnTo>
                  <a:lnTo>
                    <a:pt x="26403" y="16904"/>
                  </a:lnTo>
                  <a:lnTo>
                    <a:pt x="26460" y="16881"/>
                  </a:lnTo>
                  <a:lnTo>
                    <a:pt x="26505" y="16847"/>
                  </a:lnTo>
                  <a:lnTo>
                    <a:pt x="26539" y="16790"/>
                  </a:lnTo>
                  <a:close/>
                  <a:moveTo>
                    <a:pt x="17041" y="16779"/>
                  </a:moveTo>
                  <a:lnTo>
                    <a:pt x="19020" y="17928"/>
                  </a:lnTo>
                  <a:lnTo>
                    <a:pt x="19009" y="17962"/>
                  </a:lnTo>
                  <a:lnTo>
                    <a:pt x="19009" y="18007"/>
                  </a:lnTo>
                  <a:lnTo>
                    <a:pt x="19009" y="18053"/>
                  </a:lnTo>
                  <a:lnTo>
                    <a:pt x="19020" y="18087"/>
                  </a:lnTo>
                  <a:lnTo>
                    <a:pt x="19043" y="18132"/>
                  </a:lnTo>
                  <a:lnTo>
                    <a:pt x="19066" y="18155"/>
                  </a:lnTo>
                  <a:lnTo>
                    <a:pt x="19088" y="18189"/>
                  </a:lnTo>
                  <a:lnTo>
                    <a:pt x="19123" y="18212"/>
                  </a:lnTo>
                  <a:lnTo>
                    <a:pt x="19168" y="18223"/>
                  </a:lnTo>
                  <a:lnTo>
                    <a:pt x="19202" y="18223"/>
                  </a:lnTo>
                  <a:lnTo>
                    <a:pt x="19202" y="20589"/>
                  </a:lnTo>
                  <a:lnTo>
                    <a:pt x="19145" y="20612"/>
                  </a:lnTo>
                  <a:lnTo>
                    <a:pt x="19088" y="20646"/>
                  </a:lnTo>
                  <a:lnTo>
                    <a:pt x="19054" y="20703"/>
                  </a:lnTo>
                  <a:lnTo>
                    <a:pt x="19043" y="20771"/>
                  </a:lnTo>
                  <a:lnTo>
                    <a:pt x="19054" y="20828"/>
                  </a:lnTo>
                  <a:lnTo>
                    <a:pt x="17041" y="21989"/>
                  </a:lnTo>
                  <a:lnTo>
                    <a:pt x="17007" y="21955"/>
                  </a:lnTo>
                  <a:lnTo>
                    <a:pt x="16961" y="21920"/>
                  </a:lnTo>
                  <a:lnTo>
                    <a:pt x="16916" y="21898"/>
                  </a:lnTo>
                  <a:lnTo>
                    <a:pt x="16859" y="21886"/>
                  </a:lnTo>
                  <a:lnTo>
                    <a:pt x="16802" y="21898"/>
                  </a:lnTo>
                  <a:lnTo>
                    <a:pt x="16745" y="21920"/>
                  </a:lnTo>
                  <a:lnTo>
                    <a:pt x="16700" y="21943"/>
                  </a:lnTo>
                  <a:lnTo>
                    <a:pt x="16665" y="21989"/>
                  </a:lnTo>
                  <a:lnTo>
                    <a:pt x="14686" y="20851"/>
                  </a:lnTo>
                  <a:lnTo>
                    <a:pt x="14697" y="20806"/>
                  </a:lnTo>
                  <a:lnTo>
                    <a:pt x="14697" y="20771"/>
                  </a:lnTo>
                  <a:lnTo>
                    <a:pt x="14697" y="20726"/>
                  </a:lnTo>
                  <a:lnTo>
                    <a:pt x="14686" y="20692"/>
                  </a:lnTo>
                  <a:lnTo>
                    <a:pt x="14675" y="20658"/>
                  </a:lnTo>
                  <a:lnTo>
                    <a:pt x="14652" y="20624"/>
                  </a:lnTo>
                  <a:lnTo>
                    <a:pt x="14618" y="20601"/>
                  </a:lnTo>
                  <a:lnTo>
                    <a:pt x="14584" y="20578"/>
                  </a:lnTo>
                  <a:lnTo>
                    <a:pt x="14550" y="20555"/>
                  </a:lnTo>
                  <a:lnTo>
                    <a:pt x="14504" y="20555"/>
                  </a:lnTo>
                  <a:lnTo>
                    <a:pt x="14504" y="18178"/>
                  </a:lnTo>
                  <a:lnTo>
                    <a:pt x="14572" y="18167"/>
                  </a:lnTo>
                  <a:lnTo>
                    <a:pt x="14618" y="18121"/>
                  </a:lnTo>
                  <a:lnTo>
                    <a:pt x="14652" y="18076"/>
                  </a:lnTo>
                  <a:lnTo>
                    <a:pt x="14663" y="18007"/>
                  </a:lnTo>
                  <a:lnTo>
                    <a:pt x="14652" y="17950"/>
                  </a:lnTo>
                  <a:lnTo>
                    <a:pt x="16677" y="16779"/>
                  </a:lnTo>
                  <a:lnTo>
                    <a:pt x="16711" y="16824"/>
                  </a:lnTo>
                  <a:lnTo>
                    <a:pt x="16745" y="16858"/>
                  </a:lnTo>
                  <a:lnTo>
                    <a:pt x="16802" y="16870"/>
                  </a:lnTo>
                  <a:lnTo>
                    <a:pt x="16859" y="16881"/>
                  </a:lnTo>
                  <a:lnTo>
                    <a:pt x="16904" y="16870"/>
                  </a:lnTo>
                  <a:lnTo>
                    <a:pt x="16961" y="16858"/>
                  </a:lnTo>
                  <a:lnTo>
                    <a:pt x="17007" y="16824"/>
                  </a:lnTo>
                  <a:lnTo>
                    <a:pt x="17041" y="16779"/>
                  </a:lnTo>
                  <a:close/>
                  <a:moveTo>
                    <a:pt x="12275" y="16767"/>
                  </a:moveTo>
                  <a:lnTo>
                    <a:pt x="14322" y="17950"/>
                  </a:lnTo>
                  <a:lnTo>
                    <a:pt x="14311" y="18007"/>
                  </a:lnTo>
                  <a:lnTo>
                    <a:pt x="14322" y="18076"/>
                  </a:lnTo>
                  <a:lnTo>
                    <a:pt x="14356" y="18132"/>
                  </a:lnTo>
                  <a:lnTo>
                    <a:pt x="14402" y="18167"/>
                  </a:lnTo>
                  <a:lnTo>
                    <a:pt x="14459" y="18189"/>
                  </a:lnTo>
                  <a:lnTo>
                    <a:pt x="14459" y="20555"/>
                  </a:lnTo>
                  <a:lnTo>
                    <a:pt x="14424" y="20555"/>
                  </a:lnTo>
                  <a:lnTo>
                    <a:pt x="14390" y="20578"/>
                  </a:lnTo>
                  <a:lnTo>
                    <a:pt x="14356" y="20589"/>
                  </a:lnTo>
                  <a:lnTo>
                    <a:pt x="14322" y="20624"/>
                  </a:lnTo>
                  <a:lnTo>
                    <a:pt x="14299" y="20646"/>
                  </a:lnTo>
                  <a:lnTo>
                    <a:pt x="14277" y="20692"/>
                  </a:lnTo>
                  <a:lnTo>
                    <a:pt x="14265" y="20726"/>
                  </a:lnTo>
                  <a:lnTo>
                    <a:pt x="14265" y="20771"/>
                  </a:lnTo>
                  <a:lnTo>
                    <a:pt x="14265" y="20806"/>
                  </a:lnTo>
                  <a:lnTo>
                    <a:pt x="14277" y="20851"/>
                  </a:lnTo>
                  <a:lnTo>
                    <a:pt x="12252" y="22023"/>
                  </a:lnTo>
                  <a:lnTo>
                    <a:pt x="12229" y="21989"/>
                  </a:lnTo>
                  <a:lnTo>
                    <a:pt x="12195" y="21966"/>
                  </a:lnTo>
                  <a:lnTo>
                    <a:pt x="12161" y="21955"/>
                  </a:lnTo>
                  <a:lnTo>
                    <a:pt x="12115" y="21943"/>
                  </a:lnTo>
                  <a:lnTo>
                    <a:pt x="12070" y="21955"/>
                  </a:lnTo>
                  <a:lnTo>
                    <a:pt x="12036" y="21966"/>
                  </a:lnTo>
                  <a:lnTo>
                    <a:pt x="12002" y="21989"/>
                  </a:lnTo>
                  <a:lnTo>
                    <a:pt x="11979" y="22023"/>
                  </a:lnTo>
                  <a:lnTo>
                    <a:pt x="9977" y="20862"/>
                  </a:lnTo>
                  <a:lnTo>
                    <a:pt x="9988" y="20817"/>
                  </a:lnTo>
                  <a:lnTo>
                    <a:pt x="9988" y="20771"/>
                  </a:lnTo>
                  <a:lnTo>
                    <a:pt x="9988" y="20715"/>
                  </a:lnTo>
                  <a:lnTo>
                    <a:pt x="9977" y="20680"/>
                  </a:lnTo>
                  <a:lnTo>
                    <a:pt x="9954" y="20635"/>
                  </a:lnTo>
                  <a:lnTo>
                    <a:pt x="9931" y="20601"/>
                  </a:lnTo>
                  <a:lnTo>
                    <a:pt x="9897" y="20567"/>
                  </a:lnTo>
                  <a:lnTo>
                    <a:pt x="9852" y="20544"/>
                  </a:lnTo>
                  <a:lnTo>
                    <a:pt x="9817" y="20533"/>
                  </a:lnTo>
                  <a:lnTo>
                    <a:pt x="9772" y="20521"/>
                  </a:lnTo>
                  <a:lnTo>
                    <a:pt x="9772" y="18189"/>
                  </a:lnTo>
                  <a:lnTo>
                    <a:pt x="9829" y="18167"/>
                  </a:lnTo>
                  <a:lnTo>
                    <a:pt x="9874" y="18132"/>
                  </a:lnTo>
                  <a:lnTo>
                    <a:pt x="9908" y="18076"/>
                  </a:lnTo>
                  <a:lnTo>
                    <a:pt x="9920" y="18007"/>
                  </a:lnTo>
                  <a:lnTo>
                    <a:pt x="9908" y="17950"/>
                  </a:lnTo>
                  <a:lnTo>
                    <a:pt x="11956" y="16767"/>
                  </a:lnTo>
                  <a:lnTo>
                    <a:pt x="11990" y="16801"/>
                  </a:lnTo>
                  <a:lnTo>
                    <a:pt x="12024" y="16824"/>
                  </a:lnTo>
                  <a:lnTo>
                    <a:pt x="12070" y="16847"/>
                  </a:lnTo>
                  <a:lnTo>
                    <a:pt x="12161" y="16847"/>
                  </a:lnTo>
                  <a:lnTo>
                    <a:pt x="12206" y="16824"/>
                  </a:lnTo>
                  <a:lnTo>
                    <a:pt x="12240" y="16801"/>
                  </a:lnTo>
                  <a:lnTo>
                    <a:pt x="12275" y="16767"/>
                  </a:lnTo>
                  <a:close/>
                  <a:moveTo>
                    <a:pt x="16859" y="0"/>
                  </a:moveTo>
                  <a:lnTo>
                    <a:pt x="16802" y="11"/>
                  </a:lnTo>
                  <a:lnTo>
                    <a:pt x="16756" y="23"/>
                  </a:lnTo>
                  <a:lnTo>
                    <a:pt x="16722" y="46"/>
                  </a:lnTo>
                  <a:lnTo>
                    <a:pt x="16688" y="68"/>
                  </a:lnTo>
                  <a:lnTo>
                    <a:pt x="16654" y="102"/>
                  </a:lnTo>
                  <a:lnTo>
                    <a:pt x="16631" y="148"/>
                  </a:lnTo>
                  <a:lnTo>
                    <a:pt x="16620" y="193"/>
                  </a:lnTo>
                  <a:lnTo>
                    <a:pt x="16620" y="239"/>
                  </a:lnTo>
                  <a:lnTo>
                    <a:pt x="16620" y="284"/>
                  </a:lnTo>
                  <a:lnTo>
                    <a:pt x="16631" y="330"/>
                  </a:lnTo>
                  <a:lnTo>
                    <a:pt x="14686" y="1456"/>
                  </a:lnTo>
                  <a:lnTo>
                    <a:pt x="14652" y="1411"/>
                  </a:lnTo>
                  <a:lnTo>
                    <a:pt x="14606" y="1376"/>
                  </a:lnTo>
                  <a:lnTo>
                    <a:pt x="14550" y="1354"/>
                  </a:lnTo>
                  <a:lnTo>
                    <a:pt x="14481" y="1342"/>
                  </a:lnTo>
                  <a:lnTo>
                    <a:pt x="14424" y="1354"/>
                  </a:lnTo>
                  <a:lnTo>
                    <a:pt x="14368" y="1376"/>
                  </a:lnTo>
                  <a:lnTo>
                    <a:pt x="14322" y="1411"/>
                  </a:lnTo>
                  <a:lnTo>
                    <a:pt x="14277" y="1445"/>
                  </a:lnTo>
                  <a:lnTo>
                    <a:pt x="12331" y="319"/>
                  </a:lnTo>
                  <a:lnTo>
                    <a:pt x="12331" y="284"/>
                  </a:lnTo>
                  <a:lnTo>
                    <a:pt x="12343" y="239"/>
                  </a:lnTo>
                  <a:lnTo>
                    <a:pt x="12331" y="193"/>
                  </a:lnTo>
                  <a:lnTo>
                    <a:pt x="12320" y="148"/>
                  </a:lnTo>
                  <a:lnTo>
                    <a:pt x="12297" y="114"/>
                  </a:lnTo>
                  <a:lnTo>
                    <a:pt x="12275" y="80"/>
                  </a:lnTo>
                  <a:lnTo>
                    <a:pt x="12240" y="57"/>
                  </a:lnTo>
                  <a:lnTo>
                    <a:pt x="12206" y="34"/>
                  </a:lnTo>
                  <a:lnTo>
                    <a:pt x="12161" y="23"/>
                  </a:lnTo>
                  <a:lnTo>
                    <a:pt x="12115" y="11"/>
                  </a:lnTo>
                  <a:lnTo>
                    <a:pt x="12070" y="23"/>
                  </a:lnTo>
                  <a:lnTo>
                    <a:pt x="12024" y="34"/>
                  </a:lnTo>
                  <a:lnTo>
                    <a:pt x="11990" y="57"/>
                  </a:lnTo>
                  <a:lnTo>
                    <a:pt x="11956" y="80"/>
                  </a:lnTo>
                  <a:lnTo>
                    <a:pt x="11922" y="114"/>
                  </a:lnTo>
                  <a:lnTo>
                    <a:pt x="11899" y="148"/>
                  </a:lnTo>
                  <a:lnTo>
                    <a:pt x="11888" y="193"/>
                  </a:lnTo>
                  <a:lnTo>
                    <a:pt x="11888" y="239"/>
                  </a:lnTo>
                  <a:lnTo>
                    <a:pt x="11888" y="284"/>
                  </a:lnTo>
                  <a:lnTo>
                    <a:pt x="11899" y="319"/>
                  </a:lnTo>
                  <a:lnTo>
                    <a:pt x="9897" y="1479"/>
                  </a:lnTo>
                  <a:lnTo>
                    <a:pt x="9863" y="1445"/>
                  </a:lnTo>
                  <a:lnTo>
                    <a:pt x="9829" y="1422"/>
                  </a:lnTo>
                  <a:lnTo>
                    <a:pt x="9795" y="1411"/>
                  </a:lnTo>
                  <a:lnTo>
                    <a:pt x="9749" y="1399"/>
                  </a:lnTo>
                  <a:lnTo>
                    <a:pt x="9704" y="1399"/>
                  </a:lnTo>
                  <a:lnTo>
                    <a:pt x="9670" y="1411"/>
                  </a:lnTo>
                  <a:lnTo>
                    <a:pt x="9635" y="1433"/>
                  </a:lnTo>
                  <a:lnTo>
                    <a:pt x="9613" y="1456"/>
                  </a:lnTo>
                  <a:lnTo>
                    <a:pt x="9590" y="1479"/>
                  </a:lnTo>
                  <a:lnTo>
                    <a:pt x="9567" y="1513"/>
                  </a:lnTo>
                  <a:lnTo>
                    <a:pt x="9556" y="1547"/>
                  </a:lnTo>
                  <a:lnTo>
                    <a:pt x="9556" y="1593"/>
                  </a:lnTo>
                  <a:lnTo>
                    <a:pt x="9567" y="1661"/>
                  </a:lnTo>
                  <a:lnTo>
                    <a:pt x="9601" y="1718"/>
                  </a:lnTo>
                  <a:lnTo>
                    <a:pt x="9658" y="1752"/>
                  </a:lnTo>
                  <a:lnTo>
                    <a:pt x="9726" y="1775"/>
                  </a:lnTo>
                  <a:lnTo>
                    <a:pt x="9726" y="4095"/>
                  </a:lnTo>
                  <a:lnTo>
                    <a:pt x="9670" y="4095"/>
                  </a:lnTo>
                  <a:lnTo>
                    <a:pt x="9624" y="4118"/>
                  </a:lnTo>
                  <a:lnTo>
                    <a:pt x="9590" y="4141"/>
                  </a:lnTo>
                  <a:lnTo>
                    <a:pt x="9556" y="4175"/>
                  </a:lnTo>
                  <a:lnTo>
                    <a:pt x="9522" y="4209"/>
                  </a:lnTo>
                  <a:lnTo>
                    <a:pt x="9499" y="4254"/>
                  </a:lnTo>
                  <a:lnTo>
                    <a:pt x="9488" y="4300"/>
                  </a:lnTo>
                  <a:lnTo>
                    <a:pt x="9488" y="4345"/>
                  </a:lnTo>
                  <a:lnTo>
                    <a:pt x="9488" y="4402"/>
                  </a:lnTo>
                  <a:lnTo>
                    <a:pt x="9510" y="4448"/>
                  </a:lnTo>
                  <a:lnTo>
                    <a:pt x="9533" y="4493"/>
                  </a:lnTo>
                  <a:lnTo>
                    <a:pt x="9556" y="4527"/>
                  </a:lnTo>
                  <a:lnTo>
                    <a:pt x="9601" y="4562"/>
                  </a:lnTo>
                  <a:lnTo>
                    <a:pt x="9647" y="4584"/>
                  </a:lnTo>
                  <a:lnTo>
                    <a:pt x="9692" y="4596"/>
                  </a:lnTo>
                  <a:lnTo>
                    <a:pt x="9749" y="4607"/>
                  </a:lnTo>
                  <a:lnTo>
                    <a:pt x="9806" y="4596"/>
                  </a:lnTo>
                  <a:lnTo>
                    <a:pt x="9874" y="4573"/>
                  </a:lnTo>
                  <a:lnTo>
                    <a:pt x="9920" y="4539"/>
                  </a:lnTo>
                  <a:lnTo>
                    <a:pt x="9965" y="4482"/>
                  </a:lnTo>
                  <a:lnTo>
                    <a:pt x="11922" y="5619"/>
                  </a:lnTo>
                  <a:lnTo>
                    <a:pt x="11911" y="5654"/>
                  </a:lnTo>
                  <a:lnTo>
                    <a:pt x="11899" y="5699"/>
                  </a:lnTo>
                  <a:lnTo>
                    <a:pt x="11911" y="5733"/>
                  </a:lnTo>
                  <a:lnTo>
                    <a:pt x="11922" y="5779"/>
                  </a:lnTo>
                  <a:lnTo>
                    <a:pt x="11945" y="5813"/>
                  </a:lnTo>
                  <a:lnTo>
                    <a:pt x="11967" y="5847"/>
                  </a:lnTo>
                  <a:lnTo>
                    <a:pt x="12002" y="5870"/>
                  </a:lnTo>
                  <a:lnTo>
                    <a:pt x="12036" y="5892"/>
                  </a:lnTo>
                  <a:lnTo>
                    <a:pt x="12070" y="5904"/>
                  </a:lnTo>
                  <a:lnTo>
                    <a:pt x="12161" y="5904"/>
                  </a:lnTo>
                  <a:lnTo>
                    <a:pt x="12195" y="5892"/>
                  </a:lnTo>
                  <a:lnTo>
                    <a:pt x="12229" y="5870"/>
                  </a:lnTo>
                  <a:lnTo>
                    <a:pt x="12263" y="5847"/>
                  </a:lnTo>
                  <a:lnTo>
                    <a:pt x="12286" y="5813"/>
                  </a:lnTo>
                  <a:lnTo>
                    <a:pt x="12309" y="5779"/>
                  </a:lnTo>
                  <a:lnTo>
                    <a:pt x="12320" y="5733"/>
                  </a:lnTo>
                  <a:lnTo>
                    <a:pt x="12320" y="5699"/>
                  </a:lnTo>
                  <a:lnTo>
                    <a:pt x="12320" y="5654"/>
                  </a:lnTo>
                  <a:lnTo>
                    <a:pt x="12309" y="5619"/>
                  </a:lnTo>
                  <a:lnTo>
                    <a:pt x="14299" y="4459"/>
                  </a:lnTo>
                  <a:lnTo>
                    <a:pt x="14333" y="4505"/>
                  </a:lnTo>
                  <a:lnTo>
                    <a:pt x="14379" y="4539"/>
                  </a:lnTo>
                  <a:lnTo>
                    <a:pt x="14424" y="4550"/>
                  </a:lnTo>
                  <a:lnTo>
                    <a:pt x="14481" y="4562"/>
                  </a:lnTo>
                  <a:lnTo>
                    <a:pt x="14538" y="4550"/>
                  </a:lnTo>
                  <a:lnTo>
                    <a:pt x="14584" y="4539"/>
                  </a:lnTo>
                  <a:lnTo>
                    <a:pt x="14629" y="4505"/>
                  </a:lnTo>
                  <a:lnTo>
                    <a:pt x="14663" y="4459"/>
                  </a:lnTo>
                  <a:lnTo>
                    <a:pt x="16631" y="5597"/>
                  </a:lnTo>
                  <a:lnTo>
                    <a:pt x="16620" y="5642"/>
                  </a:lnTo>
                  <a:lnTo>
                    <a:pt x="16609" y="5699"/>
                  </a:lnTo>
                  <a:lnTo>
                    <a:pt x="16620" y="5745"/>
                  </a:lnTo>
                  <a:lnTo>
                    <a:pt x="16631" y="5779"/>
                  </a:lnTo>
                  <a:lnTo>
                    <a:pt x="16654" y="5824"/>
                  </a:lnTo>
                  <a:lnTo>
                    <a:pt x="16677" y="5858"/>
                  </a:lnTo>
                  <a:lnTo>
                    <a:pt x="16711" y="5892"/>
                  </a:lnTo>
                  <a:lnTo>
                    <a:pt x="16745" y="5915"/>
                  </a:lnTo>
                  <a:lnTo>
                    <a:pt x="16791" y="5927"/>
                  </a:lnTo>
                  <a:lnTo>
                    <a:pt x="16836" y="5938"/>
                  </a:lnTo>
                  <a:lnTo>
                    <a:pt x="16836" y="8247"/>
                  </a:lnTo>
                  <a:lnTo>
                    <a:pt x="16791" y="8247"/>
                  </a:lnTo>
                  <a:lnTo>
                    <a:pt x="16756" y="8270"/>
                  </a:lnTo>
                  <a:lnTo>
                    <a:pt x="16722" y="8281"/>
                  </a:lnTo>
                  <a:lnTo>
                    <a:pt x="16700" y="8315"/>
                  </a:lnTo>
                  <a:lnTo>
                    <a:pt x="16677" y="8338"/>
                  </a:lnTo>
                  <a:lnTo>
                    <a:pt x="16654" y="8372"/>
                  </a:lnTo>
                  <a:lnTo>
                    <a:pt x="16643" y="8406"/>
                  </a:lnTo>
                  <a:lnTo>
                    <a:pt x="16643" y="8452"/>
                  </a:lnTo>
                  <a:lnTo>
                    <a:pt x="16643" y="8486"/>
                  </a:lnTo>
                  <a:lnTo>
                    <a:pt x="16654" y="8532"/>
                  </a:lnTo>
                  <a:lnTo>
                    <a:pt x="14652" y="9692"/>
                  </a:lnTo>
                  <a:lnTo>
                    <a:pt x="14618" y="9646"/>
                  </a:lnTo>
                  <a:lnTo>
                    <a:pt x="14584" y="9624"/>
                  </a:lnTo>
                  <a:lnTo>
                    <a:pt x="14538" y="9601"/>
                  </a:lnTo>
                  <a:lnTo>
                    <a:pt x="14447" y="9601"/>
                  </a:lnTo>
                  <a:lnTo>
                    <a:pt x="14402" y="9612"/>
                  </a:lnTo>
                  <a:lnTo>
                    <a:pt x="14368" y="9635"/>
                  </a:lnTo>
                  <a:lnTo>
                    <a:pt x="14345" y="9658"/>
                  </a:lnTo>
                  <a:lnTo>
                    <a:pt x="14322" y="9692"/>
                  </a:lnTo>
                  <a:lnTo>
                    <a:pt x="14299" y="9726"/>
                  </a:lnTo>
                  <a:lnTo>
                    <a:pt x="14288" y="9760"/>
                  </a:lnTo>
                  <a:lnTo>
                    <a:pt x="14288" y="9806"/>
                  </a:lnTo>
                  <a:lnTo>
                    <a:pt x="14288" y="9840"/>
                  </a:lnTo>
                  <a:lnTo>
                    <a:pt x="14299" y="9874"/>
                  </a:lnTo>
                  <a:lnTo>
                    <a:pt x="14333" y="9931"/>
                  </a:lnTo>
                  <a:lnTo>
                    <a:pt x="14390" y="9976"/>
                  </a:lnTo>
                  <a:lnTo>
                    <a:pt x="14424" y="9988"/>
                  </a:lnTo>
                  <a:lnTo>
                    <a:pt x="14459" y="9999"/>
                  </a:lnTo>
                  <a:lnTo>
                    <a:pt x="14459" y="12285"/>
                  </a:lnTo>
                  <a:lnTo>
                    <a:pt x="14413" y="12297"/>
                  </a:lnTo>
                  <a:lnTo>
                    <a:pt x="14368" y="12320"/>
                  </a:lnTo>
                  <a:lnTo>
                    <a:pt x="14322" y="12342"/>
                  </a:lnTo>
                  <a:lnTo>
                    <a:pt x="14288" y="12376"/>
                  </a:lnTo>
                  <a:lnTo>
                    <a:pt x="14254" y="12411"/>
                  </a:lnTo>
                  <a:lnTo>
                    <a:pt x="14231" y="12456"/>
                  </a:lnTo>
                  <a:lnTo>
                    <a:pt x="14220" y="12502"/>
                  </a:lnTo>
                  <a:lnTo>
                    <a:pt x="14220" y="12558"/>
                  </a:lnTo>
                  <a:lnTo>
                    <a:pt x="14220" y="12615"/>
                  </a:lnTo>
                  <a:lnTo>
                    <a:pt x="14242" y="12661"/>
                  </a:lnTo>
                  <a:lnTo>
                    <a:pt x="14265" y="12706"/>
                  </a:lnTo>
                  <a:lnTo>
                    <a:pt x="14299" y="12752"/>
                  </a:lnTo>
                  <a:lnTo>
                    <a:pt x="14333" y="12775"/>
                  </a:lnTo>
                  <a:lnTo>
                    <a:pt x="14379" y="12809"/>
                  </a:lnTo>
                  <a:lnTo>
                    <a:pt x="14424" y="12820"/>
                  </a:lnTo>
                  <a:lnTo>
                    <a:pt x="14550" y="12820"/>
                  </a:lnTo>
                  <a:lnTo>
                    <a:pt x="14618" y="12786"/>
                  </a:lnTo>
                  <a:lnTo>
                    <a:pt x="14663" y="12752"/>
                  </a:lnTo>
                  <a:lnTo>
                    <a:pt x="14709" y="12695"/>
                  </a:lnTo>
                  <a:lnTo>
                    <a:pt x="16609" y="13798"/>
                  </a:lnTo>
                  <a:lnTo>
                    <a:pt x="16586" y="13844"/>
                  </a:lnTo>
                  <a:lnTo>
                    <a:pt x="16586" y="13901"/>
                  </a:lnTo>
                  <a:lnTo>
                    <a:pt x="16586" y="13958"/>
                  </a:lnTo>
                  <a:lnTo>
                    <a:pt x="16609" y="14003"/>
                  </a:lnTo>
                  <a:lnTo>
                    <a:pt x="16631" y="14049"/>
                  </a:lnTo>
                  <a:lnTo>
                    <a:pt x="16654" y="14094"/>
                  </a:lnTo>
                  <a:lnTo>
                    <a:pt x="16688" y="14117"/>
                  </a:lnTo>
                  <a:lnTo>
                    <a:pt x="16734" y="14151"/>
                  </a:lnTo>
                  <a:lnTo>
                    <a:pt x="16779" y="14162"/>
                  </a:lnTo>
                  <a:lnTo>
                    <a:pt x="16836" y="14174"/>
                  </a:lnTo>
                  <a:lnTo>
                    <a:pt x="16836" y="16449"/>
                  </a:lnTo>
                  <a:lnTo>
                    <a:pt x="16791" y="16449"/>
                  </a:lnTo>
                  <a:lnTo>
                    <a:pt x="16756" y="16472"/>
                  </a:lnTo>
                  <a:lnTo>
                    <a:pt x="16722" y="16483"/>
                  </a:lnTo>
                  <a:lnTo>
                    <a:pt x="16688" y="16517"/>
                  </a:lnTo>
                  <a:lnTo>
                    <a:pt x="16665" y="16551"/>
                  </a:lnTo>
                  <a:lnTo>
                    <a:pt x="16654" y="16585"/>
                  </a:lnTo>
                  <a:lnTo>
                    <a:pt x="16643" y="16619"/>
                  </a:lnTo>
                  <a:lnTo>
                    <a:pt x="16631" y="16665"/>
                  </a:lnTo>
                  <a:lnTo>
                    <a:pt x="16643" y="16699"/>
                  </a:lnTo>
                  <a:lnTo>
                    <a:pt x="16654" y="16745"/>
                  </a:lnTo>
                  <a:lnTo>
                    <a:pt x="14629" y="17916"/>
                  </a:lnTo>
                  <a:lnTo>
                    <a:pt x="14606" y="17882"/>
                  </a:lnTo>
                  <a:lnTo>
                    <a:pt x="14572" y="17859"/>
                  </a:lnTo>
                  <a:lnTo>
                    <a:pt x="14527" y="17837"/>
                  </a:lnTo>
                  <a:lnTo>
                    <a:pt x="14436" y="17837"/>
                  </a:lnTo>
                  <a:lnTo>
                    <a:pt x="14402" y="17859"/>
                  </a:lnTo>
                  <a:lnTo>
                    <a:pt x="14368" y="17882"/>
                  </a:lnTo>
                  <a:lnTo>
                    <a:pt x="14345" y="17905"/>
                  </a:lnTo>
                  <a:lnTo>
                    <a:pt x="12286" y="16722"/>
                  </a:lnTo>
                  <a:lnTo>
                    <a:pt x="12297" y="16665"/>
                  </a:lnTo>
                  <a:lnTo>
                    <a:pt x="12297" y="16619"/>
                  </a:lnTo>
                  <a:lnTo>
                    <a:pt x="12286" y="16585"/>
                  </a:lnTo>
                  <a:lnTo>
                    <a:pt x="12275" y="16551"/>
                  </a:lnTo>
                  <a:lnTo>
                    <a:pt x="12252" y="16528"/>
                  </a:lnTo>
                  <a:lnTo>
                    <a:pt x="12218" y="16506"/>
                  </a:lnTo>
                  <a:lnTo>
                    <a:pt x="12184" y="16483"/>
                  </a:lnTo>
                  <a:lnTo>
                    <a:pt x="12149" y="16472"/>
                  </a:lnTo>
                  <a:lnTo>
                    <a:pt x="12081" y="16472"/>
                  </a:lnTo>
                  <a:lnTo>
                    <a:pt x="12036" y="16483"/>
                  </a:lnTo>
                  <a:lnTo>
                    <a:pt x="12013" y="16506"/>
                  </a:lnTo>
                  <a:lnTo>
                    <a:pt x="11979" y="16528"/>
                  </a:lnTo>
                  <a:lnTo>
                    <a:pt x="11956" y="16551"/>
                  </a:lnTo>
                  <a:lnTo>
                    <a:pt x="11945" y="16585"/>
                  </a:lnTo>
                  <a:lnTo>
                    <a:pt x="11933" y="16619"/>
                  </a:lnTo>
                  <a:lnTo>
                    <a:pt x="11922" y="16665"/>
                  </a:lnTo>
                  <a:lnTo>
                    <a:pt x="11933" y="16722"/>
                  </a:lnTo>
                  <a:lnTo>
                    <a:pt x="9886" y="17905"/>
                  </a:lnTo>
                  <a:lnTo>
                    <a:pt x="9863" y="17882"/>
                  </a:lnTo>
                  <a:lnTo>
                    <a:pt x="9829" y="17848"/>
                  </a:lnTo>
                  <a:lnTo>
                    <a:pt x="9783" y="17837"/>
                  </a:lnTo>
                  <a:lnTo>
                    <a:pt x="9704" y="17837"/>
                  </a:lnTo>
                  <a:lnTo>
                    <a:pt x="9658" y="17848"/>
                  </a:lnTo>
                  <a:lnTo>
                    <a:pt x="9624" y="17882"/>
                  </a:lnTo>
                  <a:lnTo>
                    <a:pt x="9601" y="17905"/>
                  </a:lnTo>
                  <a:lnTo>
                    <a:pt x="7611" y="16756"/>
                  </a:lnTo>
                  <a:lnTo>
                    <a:pt x="7622" y="16710"/>
                  </a:lnTo>
                  <a:lnTo>
                    <a:pt x="7622" y="16665"/>
                  </a:lnTo>
                  <a:lnTo>
                    <a:pt x="7622" y="16619"/>
                  </a:lnTo>
                  <a:lnTo>
                    <a:pt x="7611" y="16574"/>
                  </a:lnTo>
                  <a:lnTo>
                    <a:pt x="7588" y="16528"/>
                  </a:lnTo>
                  <a:lnTo>
                    <a:pt x="7554" y="16494"/>
                  </a:lnTo>
                  <a:lnTo>
                    <a:pt x="7531" y="16460"/>
                  </a:lnTo>
                  <a:lnTo>
                    <a:pt x="7485" y="16437"/>
                  </a:lnTo>
                  <a:lnTo>
                    <a:pt x="7440" y="16426"/>
                  </a:lnTo>
                  <a:lnTo>
                    <a:pt x="7394" y="16415"/>
                  </a:lnTo>
                  <a:lnTo>
                    <a:pt x="7394" y="14117"/>
                  </a:lnTo>
                  <a:lnTo>
                    <a:pt x="7440" y="14117"/>
                  </a:lnTo>
                  <a:lnTo>
                    <a:pt x="7474" y="14094"/>
                  </a:lnTo>
                  <a:lnTo>
                    <a:pt x="7508" y="14071"/>
                  </a:lnTo>
                  <a:lnTo>
                    <a:pt x="7531" y="14049"/>
                  </a:lnTo>
                  <a:lnTo>
                    <a:pt x="7565" y="14015"/>
                  </a:lnTo>
                  <a:lnTo>
                    <a:pt x="7576" y="13980"/>
                  </a:lnTo>
                  <a:lnTo>
                    <a:pt x="7588" y="13946"/>
                  </a:lnTo>
                  <a:lnTo>
                    <a:pt x="7588" y="13901"/>
                  </a:lnTo>
                  <a:lnTo>
                    <a:pt x="7588" y="13867"/>
                  </a:lnTo>
                  <a:lnTo>
                    <a:pt x="7576" y="13821"/>
                  </a:lnTo>
                  <a:lnTo>
                    <a:pt x="9590" y="12661"/>
                  </a:lnTo>
                  <a:lnTo>
                    <a:pt x="9613" y="12695"/>
                  </a:lnTo>
                  <a:lnTo>
                    <a:pt x="9658" y="12729"/>
                  </a:lnTo>
                  <a:lnTo>
                    <a:pt x="9692" y="12740"/>
                  </a:lnTo>
                  <a:lnTo>
                    <a:pt x="9749" y="12752"/>
                  </a:lnTo>
                  <a:lnTo>
                    <a:pt x="9783" y="12740"/>
                  </a:lnTo>
                  <a:lnTo>
                    <a:pt x="9817" y="12729"/>
                  </a:lnTo>
                  <a:lnTo>
                    <a:pt x="9852" y="12718"/>
                  </a:lnTo>
                  <a:lnTo>
                    <a:pt x="9874" y="12695"/>
                  </a:lnTo>
                  <a:lnTo>
                    <a:pt x="9897" y="12661"/>
                  </a:lnTo>
                  <a:lnTo>
                    <a:pt x="9920" y="12627"/>
                  </a:lnTo>
                  <a:lnTo>
                    <a:pt x="9931" y="12593"/>
                  </a:lnTo>
                  <a:lnTo>
                    <a:pt x="9931" y="12558"/>
                  </a:lnTo>
                  <a:lnTo>
                    <a:pt x="9920" y="12490"/>
                  </a:lnTo>
                  <a:lnTo>
                    <a:pt x="9886" y="12433"/>
                  </a:lnTo>
                  <a:lnTo>
                    <a:pt x="9829" y="12388"/>
                  </a:lnTo>
                  <a:lnTo>
                    <a:pt x="9772" y="12365"/>
                  </a:lnTo>
                  <a:lnTo>
                    <a:pt x="9772" y="10022"/>
                  </a:lnTo>
                  <a:lnTo>
                    <a:pt x="9806" y="10010"/>
                  </a:lnTo>
                  <a:lnTo>
                    <a:pt x="9840" y="9999"/>
                  </a:lnTo>
                  <a:lnTo>
                    <a:pt x="9874" y="9976"/>
                  </a:lnTo>
                  <a:lnTo>
                    <a:pt x="9908" y="9942"/>
                  </a:lnTo>
                  <a:lnTo>
                    <a:pt x="9931" y="9919"/>
                  </a:lnTo>
                  <a:lnTo>
                    <a:pt x="9954" y="9885"/>
                  </a:lnTo>
                  <a:lnTo>
                    <a:pt x="9965" y="9840"/>
                  </a:lnTo>
                  <a:lnTo>
                    <a:pt x="9965" y="9806"/>
                  </a:lnTo>
                  <a:lnTo>
                    <a:pt x="9954" y="9760"/>
                  </a:lnTo>
                  <a:lnTo>
                    <a:pt x="9943" y="9715"/>
                  </a:lnTo>
                  <a:lnTo>
                    <a:pt x="9931" y="9680"/>
                  </a:lnTo>
                  <a:lnTo>
                    <a:pt x="9897" y="9646"/>
                  </a:lnTo>
                  <a:lnTo>
                    <a:pt x="9863" y="9612"/>
                  </a:lnTo>
                  <a:lnTo>
                    <a:pt x="9829" y="9601"/>
                  </a:lnTo>
                  <a:lnTo>
                    <a:pt x="9783" y="9589"/>
                  </a:lnTo>
                  <a:lnTo>
                    <a:pt x="9749" y="9578"/>
                  </a:lnTo>
                  <a:lnTo>
                    <a:pt x="9692" y="9589"/>
                  </a:lnTo>
                  <a:lnTo>
                    <a:pt x="9635" y="9601"/>
                  </a:lnTo>
                  <a:lnTo>
                    <a:pt x="9601" y="9635"/>
                  </a:lnTo>
                  <a:lnTo>
                    <a:pt x="9567" y="9680"/>
                  </a:lnTo>
                  <a:lnTo>
                    <a:pt x="7599" y="8543"/>
                  </a:lnTo>
                  <a:lnTo>
                    <a:pt x="7611" y="8497"/>
                  </a:lnTo>
                  <a:lnTo>
                    <a:pt x="7622" y="8452"/>
                  </a:lnTo>
                  <a:lnTo>
                    <a:pt x="7611" y="8406"/>
                  </a:lnTo>
                  <a:lnTo>
                    <a:pt x="7599" y="8361"/>
                  </a:lnTo>
                  <a:lnTo>
                    <a:pt x="7576" y="8315"/>
                  </a:lnTo>
                  <a:lnTo>
                    <a:pt x="7542" y="8281"/>
                  </a:lnTo>
                  <a:lnTo>
                    <a:pt x="7508" y="8247"/>
                  </a:lnTo>
                  <a:lnTo>
                    <a:pt x="7474" y="8224"/>
                  </a:lnTo>
                  <a:lnTo>
                    <a:pt x="7429" y="8213"/>
                  </a:lnTo>
                  <a:lnTo>
                    <a:pt x="7372" y="8202"/>
                  </a:lnTo>
                  <a:lnTo>
                    <a:pt x="7326" y="8213"/>
                  </a:lnTo>
                  <a:lnTo>
                    <a:pt x="7281" y="8224"/>
                  </a:lnTo>
                  <a:lnTo>
                    <a:pt x="7235" y="8247"/>
                  </a:lnTo>
                  <a:lnTo>
                    <a:pt x="7201" y="8281"/>
                  </a:lnTo>
                  <a:lnTo>
                    <a:pt x="7167" y="8315"/>
                  </a:lnTo>
                  <a:lnTo>
                    <a:pt x="7144" y="8361"/>
                  </a:lnTo>
                  <a:lnTo>
                    <a:pt x="7133" y="8406"/>
                  </a:lnTo>
                  <a:lnTo>
                    <a:pt x="7133" y="8452"/>
                  </a:lnTo>
                  <a:lnTo>
                    <a:pt x="7133" y="8497"/>
                  </a:lnTo>
                  <a:lnTo>
                    <a:pt x="7144" y="8543"/>
                  </a:lnTo>
                  <a:lnTo>
                    <a:pt x="5199" y="9669"/>
                  </a:lnTo>
                  <a:lnTo>
                    <a:pt x="5165" y="9624"/>
                  </a:lnTo>
                  <a:lnTo>
                    <a:pt x="5119" y="9589"/>
                  </a:lnTo>
                  <a:lnTo>
                    <a:pt x="5063" y="9567"/>
                  </a:lnTo>
                  <a:lnTo>
                    <a:pt x="4949" y="9567"/>
                  </a:lnTo>
                  <a:lnTo>
                    <a:pt x="4892" y="9589"/>
                  </a:lnTo>
                  <a:lnTo>
                    <a:pt x="4846" y="9624"/>
                  </a:lnTo>
                  <a:lnTo>
                    <a:pt x="4801" y="9669"/>
                  </a:lnTo>
                  <a:lnTo>
                    <a:pt x="2810" y="8520"/>
                  </a:lnTo>
                  <a:lnTo>
                    <a:pt x="2833" y="8452"/>
                  </a:lnTo>
                  <a:lnTo>
                    <a:pt x="2822" y="8418"/>
                  </a:lnTo>
                  <a:lnTo>
                    <a:pt x="2810" y="8372"/>
                  </a:lnTo>
                  <a:lnTo>
                    <a:pt x="2799" y="8338"/>
                  </a:lnTo>
                  <a:lnTo>
                    <a:pt x="2776" y="8315"/>
                  </a:lnTo>
                  <a:lnTo>
                    <a:pt x="2742" y="8293"/>
                  </a:lnTo>
                  <a:lnTo>
                    <a:pt x="2708" y="8270"/>
                  </a:lnTo>
                  <a:lnTo>
                    <a:pt x="2674" y="8259"/>
                  </a:lnTo>
                  <a:lnTo>
                    <a:pt x="2594" y="8259"/>
                  </a:lnTo>
                  <a:lnTo>
                    <a:pt x="2560" y="8270"/>
                  </a:lnTo>
                  <a:lnTo>
                    <a:pt x="2526" y="8293"/>
                  </a:lnTo>
                  <a:lnTo>
                    <a:pt x="2492" y="8315"/>
                  </a:lnTo>
                  <a:lnTo>
                    <a:pt x="2469" y="8338"/>
                  </a:lnTo>
                  <a:lnTo>
                    <a:pt x="2458" y="8372"/>
                  </a:lnTo>
                  <a:lnTo>
                    <a:pt x="2446" y="8418"/>
                  </a:lnTo>
                  <a:lnTo>
                    <a:pt x="2435" y="8452"/>
                  </a:lnTo>
                  <a:lnTo>
                    <a:pt x="2446" y="8520"/>
                  </a:lnTo>
                  <a:lnTo>
                    <a:pt x="478" y="9658"/>
                  </a:lnTo>
                  <a:lnTo>
                    <a:pt x="433" y="9612"/>
                  </a:lnTo>
                  <a:lnTo>
                    <a:pt x="376" y="9578"/>
                  </a:lnTo>
                  <a:lnTo>
                    <a:pt x="319" y="9555"/>
                  </a:lnTo>
                  <a:lnTo>
                    <a:pt x="251" y="9544"/>
                  </a:lnTo>
                  <a:lnTo>
                    <a:pt x="205" y="9544"/>
                  </a:lnTo>
                  <a:lnTo>
                    <a:pt x="160" y="9567"/>
                  </a:lnTo>
                  <a:lnTo>
                    <a:pt x="114" y="9589"/>
                  </a:lnTo>
                  <a:lnTo>
                    <a:pt x="69" y="9612"/>
                  </a:lnTo>
                  <a:lnTo>
                    <a:pt x="46" y="9658"/>
                  </a:lnTo>
                  <a:lnTo>
                    <a:pt x="12" y="9703"/>
                  </a:lnTo>
                  <a:lnTo>
                    <a:pt x="0" y="9749"/>
                  </a:lnTo>
                  <a:lnTo>
                    <a:pt x="0" y="9806"/>
                  </a:lnTo>
                  <a:lnTo>
                    <a:pt x="0" y="9851"/>
                  </a:lnTo>
                  <a:lnTo>
                    <a:pt x="12" y="9897"/>
                  </a:lnTo>
                  <a:lnTo>
                    <a:pt x="35" y="9942"/>
                  </a:lnTo>
                  <a:lnTo>
                    <a:pt x="69" y="9976"/>
                  </a:lnTo>
                  <a:lnTo>
                    <a:pt x="103" y="10010"/>
                  </a:lnTo>
                  <a:lnTo>
                    <a:pt x="148" y="10033"/>
                  </a:lnTo>
                  <a:lnTo>
                    <a:pt x="194" y="10056"/>
                  </a:lnTo>
                  <a:lnTo>
                    <a:pt x="239" y="10056"/>
                  </a:lnTo>
                  <a:lnTo>
                    <a:pt x="239" y="12320"/>
                  </a:lnTo>
                  <a:lnTo>
                    <a:pt x="194" y="12331"/>
                  </a:lnTo>
                  <a:lnTo>
                    <a:pt x="160" y="12342"/>
                  </a:lnTo>
                  <a:lnTo>
                    <a:pt x="114" y="12365"/>
                  </a:lnTo>
                  <a:lnTo>
                    <a:pt x="80" y="12399"/>
                  </a:lnTo>
                  <a:lnTo>
                    <a:pt x="57" y="12433"/>
                  </a:lnTo>
                  <a:lnTo>
                    <a:pt x="35" y="12467"/>
                  </a:lnTo>
                  <a:lnTo>
                    <a:pt x="23" y="12513"/>
                  </a:lnTo>
                  <a:lnTo>
                    <a:pt x="23" y="12558"/>
                  </a:lnTo>
                  <a:lnTo>
                    <a:pt x="23" y="12604"/>
                  </a:lnTo>
                  <a:lnTo>
                    <a:pt x="35" y="12649"/>
                  </a:lnTo>
                  <a:lnTo>
                    <a:pt x="57" y="12684"/>
                  </a:lnTo>
                  <a:lnTo>
                    <a:pt x="91" y="12729"/>
                  </a:lnTo>
                  <a:lnTo>
                    <a:pt x="126" y="12752"/>
                  </a:lnTo>
                  <a:lnTo>
                    <a:pt x="160" y="12775"/>
                  </a:lnTo>
                  <a:lnTo>
                    <a:pt x="205" y="12786"/>
                  </a:lnTo>
                  <a:lnTo>
                    <a:pt x="251" y="12797"/>
                  </a:lnTo>
                  <a:lnTo>
                    <a:pt x="319" y="12786"/>
                  </a:lnTo>
                  <a:lnTo>
                    <a:pt x="376" y="12763"/>
                  </a:lnTo>
                  <a:lnTo>
                    <a:pt x="421" y="12729"/>
                  </a:lnTo>
                  <a:lnTo>
                    <a:pt x="455" y="12684"/>
                  </a:lnTo>
                  <a:lnTo>
                    <a:pt x="2389" y="13798"/>
                  </a:lnTo>
                  <a:lnTo>
                    <a:pt x="2367" y="13844"/>
                  </a:lnTo>
                  <a:lnTo>
                    <a:pt x="2367" y="13901"/>
                  </a:lnTo>
                  <a:lnTo>
                    <a:pt x="2367" y="13958"/>
                  </a:lnTo>
                  <a:lnTo>
                    <a:pt x="2389" y="14003"/>
                  </a:lnTo>
                  <a:lnTo>
                    <a:pt x="2412" y="14049"/>
                  </a:lnTo>
                  <a:lnTo>
                    <a:pt x="2435" y="14083"/>
                  </a:lnTo>
                  <a:lnTo>
                    <a:pt x="2469" y="14117"/>
                  </a:lnTo>
                  <a:lnTo>
                    <a:pt x="2514" y="14140"/>
                  </a:lnTo>
                  <a:lnTo>
                    <a:pt x="2560" y="14162"/>
                  </a:lnTo>
                  <a:lnTo>
                    <a:pt x="2617" y="14174"/>
                  </a:lnTo>
                  <a:lnTo>
                    <a:pt x="2617" y="16494"/>
                  </a:lnTo>
                  <a:lnTo>
                    <a:pt x="2560" y="16517"/>
                  </a:lnTo>
                  <a:lnTo>
                    <a:pt x="2514" y="16551"/>
                  </a:lnTo>
                  <a:lnTo>
                    <a:pt x="2480" y="16608"/>
                  </a:lnTo>
                  <a:lnTo>
                    <a:pt x="2469" y="16665"/>
                  </a:lnTo>
                  <a:lnTo>
                    <a:pt x="2480" y="16722"/>
                  </a:lnTo>
                  <a:lnTo>
                    <a:pt x="2514" y="16779"/>
                  </a:lnTo>
                  <a:lnTo>
                    <a:pt x="2571" y="16813"/>
                  </a:lnTo>
                  <a:lnTo>
                    <a:pt x="2628" y="16824"/>
                  </a:lnTo>
                  <a:lnTo>
                    <a:pt x="2674" y="16824"/>
                  </a:lnTo>
                  <a:lnTo>
                    <a:pt x="2708" y="16813"/>
                  </a:lnTo>
                  <a:lnTo>
                    <a:pt x="2742" y="16790"/>
                  </a:lnTo>
                  <a:lnTo>
                    <a:pt x="2765" y="16756"/>
                  </a:lnTo>
                  <a:lnTo>
                    <a:pt x="4812" y="17939"/>
                  </a:lnTo>
                  <a:lnTo>
                    <a:pt x="4801" y="17973"/>
                  </a:lnTo>
                  <a:lnTo>
                    <a:pt x="4801" y="18007"/>
                  </a:lnTo>
                  <a:lnTo>
                    <a:pt x="4801" y="18053"/>
                  </a:lnTo>
                  <a:lnTo>
                    <a:pt x="4812" y="18087"/>
                  </a:lnTo>
                  <a:lnTo>
                    <a:pt x="4835" y="18121"/>
                  </a:lnTo>
                  <a:lnTo>
                    <a:pt x="4858" y="18155"/>
                  </a:lnTo>
                  <a:lnTo>
                    <a:pt x="4892" y="18178"/>
                  </a:lnTo>
                  <a:lnTo>
                    <a:pt x="4926" y="18201"/>
                  </a:lnTo>
                  <a:lnTo>
                    <a:pt x="4960" y="18212"/>
                  </a:lnTo>
                  <a:lnTo>
                    <a:pt x="5040" y="18212"/>
                  </a:lnTo>
                  <a:lnTo>
                    <a:pt x="5085" y="18201"/>
                  </a:lnTo>
                  <a:lnTo>
                    <a:pt x="5119" y="18178"/>
                  </a:lnTo>
                  <a:lnTo>
                    <a:pt x="5154" y="18155"/>
                  </a:lnTo>
                  <a:lnTo>
                    <a:pt x="5176" y="18121"/>
                  </a:lnTo>
                  <a:lnTo>
                    <a:pt x="5199" y="18087"/>
                  </a:lnTo>
                  <a:lnTo>
                    <a:pt x="5210" y="18053"/>
                  </a:lnTo>
                  <a:lnTo>
                    <a:pt x="5210" y="18007"/>
                  </a:lnTo>
                  <a:lnTo>
                    <a:pt x="5210" y="17973"/>
                  </a:lnTo>
                  <a:lnTo>
                    <a:pt x="5199" y="17939"/>
                  </a:lnTo>
                  <a:lnTo>
                    <a:pt x="7167" y="16801"/>
                  </a:lnTo>
                  <a:lnTo>
                    <a:pt x="7201" y="16847"/>
                  </a:lnTo>
                  <a:lnTo>
                    <a:pt x="7258" y="16881"/>
                  </a:lnTo>
                  <a:lnTo>
                    <a:pt x="7315" y="16904"/>
                  </a:lnTo>
                  <a:lnTo>
                    <a:pt x="7372" y="16915"/>
                  </a:lnTo>
                  <a:lnTo>
                    <a:pt x="7440" y="16904"/>
                  </a:lnTo>
                  <a:lnTo>
                    <a:pt x="7497" y="16881"/>
                  </a:lnTo>
                  <a:lnTo>
                    <a:pt x="7542" y="16847"/>
                  </a:lnTo>
                  <a:lnTo>
                    <a:pt x="7588" y="16801"/>
                  </a:lnTo>
                  <a:lnTo>
                    <a:pt x="9579" y="17950"/>
                  </a:lnTo>
                  <a:lnTo>
                    <a:pt x="9567" y="18007"/>
                  </a:lnTo>
                  <a:lnTo>
                    <a:pt x="9579" y="18076"/>
                  </a:lnTo>
                  <a:lnTo>
                    <a:pt x="9613" y="18132"/>
                  </a:lnTo>
                  <a:lnTo>
                    <a:pt x="9658" y="18167"/>
                  </a:lnTo>
                  <a:lnTo>
                    <a:pt x="9726" y="18189"/>
                  </a:lnTo>
                  <a:lnTo>
                    <a:pt x="9726" y="20521"/>
                  </a:lnTo>
                  <a:lnTo>
                    <a:pt x="9681" y="20533"/>
                  </a:lnTo>
                  <a:lnTo>
                    <a:pt x="9635" y="20544"/>
                  </a:lnTo>
                  <a:lnTo>
                    <a:pt x="9590" y="20567"/>
                  </a:lnTo>
                  <a:lnTo>
                    <a:pt x="9556" y="20601"/>
                  </a:lnTo>
                  <a:lnTo>
                    <a:pt x="9533" y="20635"/>
                  </a:lnTo>
                  <a:lnTo>
                    <a:pt x="9510" y="20680"/>
                  </a:lnTo>
                  <a:lnTo>
                    <a:pt x="9499" y="20715"/>
                  </a:lnTo>
                  <a:lnTo>
                    <a:pt x="9499" y="20771"/>
                  </a:lnTo>
                  <a:lnTo>
                    <a:pt x="9499" y="20817"/>
                  </a:lnTo>
                  <a:lnTo>
                    <a:pt x="9510" y="20862"/>
                  </a:lnTo>
                  <a:lnTo>
                    <a:pt x="7554" y="21989"/>
                  </a:lnTo>
                  <a:lnTo>
                    <a:pt x="7520" y="21955"/>
                  </a:lnTo>
                  <a:lnTo>
                    <a:pt x="7474" y="21920"/>
                  </a:lnTo>
                  <a:lnTo>
                    <a:pt x="7429" y="21898"/>
                  </a:lnTo>
                  <a:lnTo>
                    <a:pt x="7315" y="21898"/>
                  </a:lnTo>
                  <a:lnTo>
                    <a:pt x="7269" y="21920"/>
                  </a:lnTo>
                  <a:lnTo>
                    <a:pt x="7224" y="21955"/>
                  </a:lnTo>
                  <a:lnTo>
                    <a:pt x="7190" y="21989"/>
                  </a:lnTo>
                  <a:lnTo>
                    <a:pt x="5222" y="20862"/>
                  </a:lnTo>
                  <a:lnTo>
                    <a:pt x="5245" y="20817"/>
                  </a:lnTo>
                  <a:lnTo>
                    <a:pt x="5245" y="20771"/>
                  </a:lnTo>
                  <a:lnTo>
                    <a:pt x="5245" y="20715"/>
                  </a:lnTo>
                  <a:lnTo>
                    <a:pt x="5222" y="20669"/>
                  </a:lnTo>
                  <a:lnTo>
                    <a:pt x="5199" y="20635"/>
                  </a:lnTo>
                  <a:lnTo>
                    <a:pt x="5176" y="20601"/>
                  </a:lnTo>
                  <a:lnTo>
                    <a:pt x="5142" y="20567"/>
                  </a:lnTo>
                  <a:lnTo>
                    <a:pt x="5097" y="20544"/>
                  </a:lnTo>
                  <a:lnTo>
                    <a:pt x="5051" y="20533"/>
                  </a:lnTo>
                  <a:lnTo>
                    <a:pt x="5006" y="20521"/>
                  </a:lnTo>
                  <a:lnTo>
                    <a:pt x="4960" y="20533"/>
                  </a:lnTo>
                  <a:lnTo>
                    <a:pt x="4915" y="20544"/>
                  </a:lnTo>
                  <a:lnTo>
                    <a:pt x="4869" y="20567"/>
                  </a:lnTo>
                  <a:lnTo>
                    <a:pt x="4835" y="20601"/>
                  </a:lnTo>
                  <a:lnTo>
                    <a:pt x="4801" y="20635"/>
                  </a:lnTo>
                  <a:lnTo>
                    <a:pt x="4778" y="20669"/>
                  </a:lnTo>
                  <a:lnTo>
                    <a:pt x="4767" y="20715"/>
                  </a:lnTo>
                  <a:lnTo>
                    <a:pt x="4767" y="20771"/>
                  </a:lnTo>
                  <a:lnTo>
                    <a:pt x="4767" y="20817"/>
                  </a:lnTo>
                  <a:lnTo>
                    <a:pt x="4778" y="20862"/>
                  </a:lnTo>
                  <a:lnTo>
                    <a:pt x="2833" y="21977"/>
                  </a:lnTo>
                  <a:lnTo>
                    <a:pt x="2799" y="21932"/>
                  </a:lnTo>
                  <a:lnTo>
                    <a:pt x="2753" y="21898"/>
                  </a:lnTo>
                  <a:lnTo>
                    <a:pt x="2696" y="21875"/>
                  </a:lnTo>
                  <a:lnTo>
                    <a:pt x="2583" y="21875"/>
                  </a:lnTo>
                  <a:lnTo>
                    <a:pt x="2537" y="21886"/>
                  </a:lnTo>
                  <a:lnTo>
                    <a:pt x="2492" y="21909"/>
                  </a:lnTo>
                  <a:lnTo>
                    <a:pt x="2458" y="21943"/>
                  </a:lnTo>
                  <a:lnTo>
                    <a:pt x="2435" y="21977"/>
                  </a:lnTo>
                  <a:lnTo>
                    <a:pt x="2412" y="22023"/>
                  </a:lnTo>
                  <a:lnTo>
                    <a:pt x="2389" y="22068"/>
                  </a:lnTo>
                  <a:lnTo>
                    <a:pt x="2389" y="22114"/>
                  </a:lnTo>
                  <a:lnTo>
                    <a:pt x="2389" y="22159"/>
                  </a:lnTo>
                  <a:lnTo>
                    <a:pt x="2412" y="22205"/>
                  </a:lnTo>
                  <a:lnTo>
                    <a:pt x="2423" y="22239"/>
                  </a:lnTo>
                  <a:lnTo>
                    <a:pt x="2458" y="22284"/>
                  </a:lnTo>
                  <a:lnTo>
                    <a:pt x="2492" y="22307"/>
                  </a:lnTo>
                  <a:lnTo>
                    <a:pt x="2526" y="22330"/>
                  </a:lnTo>
                  <a:lnTo>
                    <a:pt x="2571" y="22353"/>
                  </a:lnTo>
                  <a:lnTo>
                    <a:pt x="2617" y="22353"/>
                  </a:lnTo>
                  <a:lnTo>
                    <a:pt x="2617" y="24650"/>
                  </a:lnTo>
                  <a:lnTo>
                    <a:pt x="2571" y="24662"/>
                  </a:lnTo>
                  <a:lnTo>
                    <a:pt x="2537" y="24673"/>
                  </a:lnTo>
                  <a:lnTo>
                    <a:pt x="2503" y="24696"/>
                  </a:lnTo>
                  <a:lnTo>
                    <a:pt x="2469" y="24719"/>
                  </a:lnTo>
                  <a:lnTo>
                    <a:pt x="2446" y="24753"/>
                  </a:lnTo>
                  <a:lnTo>
                    <a:pt x="2423" y="24787"/>
                  </a:lnTo>
                  <a:lnTo>
                    <a:pt x="2412" y="24832"/>
                  </a:lnTo>
                  <a:lnTo>
                    <a:pt x="2412" y="24867"/>
                  </a:lnTo>
                  <a:lnTo>
                    <a:pt x="2412" y="24912"/>
                  </a:lnTo>
                  <a:lnTo>
                    <a:pt x="2423" y="24958"/>
                  </a:lnTo>
                  <a:lnTo>
                    <a:pt x="1639" y="25413"/>
                  </a:lnTo>
                  <a:lnTo>
                    <a:pt x="1730" y="25413"/>
                  </a:lnTo>
                  <a:lnTo>
                    <a:pt x="2446" y="24992"/>
                  </a:lnTo>
                  <a:lnTo>
                    <a:pt x="2480" y="25037"/>
                  </a:lnTo>
                  <a:lnTo>
                    <a:pt x="2526" y="25071"/>
                  </a:lnTo>
                  <a:lnTo>
                    <a:pt x="2583" y="25083"/>
                  </a:lnTo>
                  <a:lnTo>
                    <a:pt x="2628" y="25094"/>
                  </a:lnTo>
                  <a:lnTo>
                    <a:pt x="2685" y="25083"/>
                  </a:lnTo>
                  <a:lnTo>
                    <a:pt x="2742" y="25071"/>
                  </a:lnTo>
                  <a:lnTo>
                    <a:pt x="2787" y="25037"/>
                  </a:lnTo>
                  <a:lnTo>
                    <a:pt x="2822" y="24992"/>
                  </a:lnTo>
                  <a:lnTo>
                    <a:pt x="3538" y="25413"/>
                  </a:lnTo>
                  <a:lnTo>
                    <a:pt x="3629" y="25413"/>
                  </a:lnTo>
                  <a:lnTo>
                    <a:pt x="2844" y="24958"/>
                  </a:lnTo>
                  <a:lnTo>
                    <a:pt x="2856" y="24912"/>
                  </a:lnTo>
                  <a:lnTo>
                    <a:pt x="2856" y="24867"/>
                  </a:lnTo>
                  <a:lnTo>
                    <a:pt x="2856" y="24832"/>
                  </a:lnTo>
                  <a:lnTo>
                    <a:pt x="2844" y="24787"/>
                  </a:lnTo>
                  <a:lnTo>
                    <a:pt x="2822" y="24753"/>
                  </a:lnTo>
                  <a:lnTo>
                    <a:pt x="2799" y="24719"/>
                  </a:lnTo>
                  <a:lnTo>
                    <a:pt x="2765" y="24696"/>
                  </a:lnTo>
                  <a:lnTo>
                    <a:pt x="2731" y="24673"/>
                  </a:lnTo>
                  <a:lnTo>
                    <a:pt x="2696" y="24662"/>
                  </a:lnTo>
                  <a:lnTo>
                    <a:pt x="2662" y="24650"/>
                  </a:lnTo>
                  <a:lnTo>
                    <a:pt x="2662" y="22353"/>
                  </a:lnTo>
                  <a:lnTo>
                    <a:pt x="2696" y="22353"/>
                  </a:lnTo>
                  <a:lnTo>
                    <a:pt x="2742" y="22330"/>
                  </a:lnTo>
                  <a:lnTo>
                    <a:pt x="2776" y="22307"/>
                  </a:lnTo>
                  <a:lnTo>
                    <a:pt x="2810" y="22273"/>
                  </a:lnTo>
                  <a:lnTo>
                    <a:pt x="2844" y="22239"/>
                  </a:lnTo>
                  <a:lnTo>
                    <a:pt x="2856" y="22205"/>
                  </a:lnTo>
                  <a:lnTo>
                    <a:pt x="2878" y="22159"/>
                  </a:lnTo>
                  <a:lnTo>
                    <a:pt x="2878" y="22114"/>
                  </a:lnTo>
                  <a:lnTo>
                    <a:pt x="2878" y="22068"/>
                  </a:lnTo>
                  <a:lnTo>
                    <a:pt x="2856" y="22023"/>
                  </a:lnTo>
                  <a:lnTo>
                    <a:pt x="4801" y="20897"/>
                  </a:lnTo>
                  <a:lnTo>
                    <a:pt x="4835" y="20942"/>
                  </a:lnTo>
                  <a:lnTo>
                    <a:pt x="4892" y="20976"/>
                  </a:lnTo>
                  <a:lnTo>
                    <a:pt x="4937" y="20999"/>
                  </a:lnTo>
                  <a:lnTo>
                    <a:pt x="5006" y="21010"/>
                  </a:lnTo>
                  <a:lnTo>
                    <a:pt x="5063" y="20999"/>
                  </a:lnTo>
                  <a:lnTo>
                    <a:pt x="5119" y="20976"/>
                  </a:lnTo>
                  <a:lnTo>
                    <a:pt x="5165" y="20942"/>
                  </a:lnTo>
                  <a:lnTo>
                    <a:pt x="5210" y="20897"/>
                  </a:lnTo>
                  <a:lnTo>
                    <a:pt x="7167" y="22034"/>
                  </a:lnTo>
                  <a:lnTo>
                    <a:pt x="7156" y="22068"/>
                  </a:lnTo>
                  <a:lnTo>
                    <a:pt x="7156" y="22114"/>
                  </a:lnTo>
                  <a:lnTo>
                    <a:pt x="7156" y="22159"/>
                  </a:lnTo>
                  <a:lnTo>
                    <a:pt x="7167" y="22193"/>
                  </a:lnTo>
                  <a:lnTo>
                    <a:pt x="7190" y="22228"/>
                  </a:lnTo>
                  <a:lnTo>
                    <a:pt x="7212" y="22262"/>
                  </a:lnTo>
                  <a:lnTo>
                    <a:pt x="7235" y="22284"/>
                  </a:lnTo>
                  <a:lnTo>
                    <a:pt x="7269" y="22307"/>
                  </a:lnTo>
                  <a:lnTo>
                    <a:pt x="7315" y="22330"/>
                  </a:lnTo>
                  <a:lnTo>
                    <a:pt x="7349" y="22330"/>
                  </a:lnTo>
                  <a:lnTo>
                    <a:pt x="7349" y="24650"/>
                  </a:lnTo>
                  <a:lnTo>
                    <a:pt x="7315" y="24662"/>
                  </a:lnTo>
                  <a:lnTo>
                    <a:pt x="7269" y="24673"/>
                  </a:lnTo>
                  <a:lnTo>
                    <a:pt x="7235" y="24696"/>
                  </a:lnTo>
                  <a:lnTo>
                    <a:pt x="7212" y="24719"/>
                  </a:lnTo>
                  <a:lnTo>
                    <a:pt x="7190" y="24753"/>
                  </a:lnTo>
                  <a:lnTo>
                    <a:pt x="7167" y="24787"/>
                  </a:lnTo>
                  <a:lnTo>
                    <a:pt x="7156" y="24832"/>
                  </a:lnTo>
                  <a:lnTo>
                    <a:pt x="7156" y="24867"/>
                  </a:lnTo>
                  <a:lnTo>
                    <a:pt x="7156" y="24912"/>
                  </a:lnTo>
                  <a:lnTo>
                    <a:pt x="7167" y="24958"/>
                  </a:lnTo>
                  <a:lnTo>
                    <a:pt x="6382" y="25413"/>
                  </a:lnTo>
                  <a:lnTo>
                    <a:pt x="6473" y="25413"/>
                  </a:lnTo>
                  <a:lnTo>
                    <a:pt x="7190" y="24992"/>
                  </a:lnTo>
                  <a:lnTo>
                    <a:pt x="7224" y="25037"/>
                  </a:lnTo>
                  <a:lnTo>
                    <a:pt x="7269" y="25071"/>
                  </a:lnTo>
                  <a:lnTo>
                    <a:pt x="7315" y="25083"/>
                  </a:lnTo>
                  <a:lnTo>
                    <a:pt x="7372" y="25094"/>
                  </a:lnTo>
                  <a:lnTo>
                    <a:pt x="7429" y="25083"/>
                  </a:lnTo>
                  <a:lnTo>
                    <a:pt x="7474" y="25060"/>
                  </a:lnTo>
                  <a:lnTo>
                    <a:pt x="7520" y="25037"/>
                  </a:lnTo>
                  <a:lnTo>
                    <a:pt x="7554" y="24992"/>
                  </a:lnTo>
                  <a:lnTo>
                    <a:pt x="8282" y="25413"/>
                  </a:lnTo>
                  <a:lnTo>
                    <a:pt x="8373" y="25413"/>
                  </a:lnTo>
                  <a:lnTo>
                    <a:pt x="7576" y="24958"/>
                  </a:lnTo>
                  <a:lnTo>
                    <a:pt x="7588" y="24912"/>
                  </a:lnTo>
                  <a:lnTo>
                    <a:pt x="7599" y="24867"/>
                  </a:lnTo>
                  <a:lnTo>
                    <a:pt x="7588" y="24832"/>
                  </a:lnTo>
                  <a:lnTo>
                    <a:pt x="7576" y="24787"/>
                  </a:lnTo>
                  <a:lnTo>
                    <a:pt x="7565" y="24753"/>
                  </a:lnTo>
                  <a:lnTo>
                    <a:pt x="7542" y="24730"/>
                  </a:lnTo>
                  <a:lnTo>
                    <a:pt x="7508" y="24696"/>
                  </a:lnTo>
                  <a:lnTo>
                    <a:pt x="7474" y="24673"/>
                  </a:lnTo>
                  <a:lnTo>
                    <a:pt x="7440" y="24662"/>
                  </a:lnTo>
                  <a:lnTo>
                    <a:pt x="7394" y="24650"/>
                  </a:lnTo>
                  <a:lnTo>
                    <a:pt x="7394" y="22330"/>
                  </a:lnTo>
                  <a:lnTo>
                    <a:pt x="7440" y="22319"/>
                  </a:lnTo>
                  <a:lnTo>
                    <a:pt x="7474" y="22307"/>
                  </a:lnTo>
                  <a:lnTo>
                    <a:pt x="7508" y="22284"/>
                  </a:lnTo>
                  <a:lnTo>
                    <a:pt x="7542" y="22262"/>
                  </a:lnTo>
                  <a:lnTo>
                    <a:pt x="7565" y="22228"/>
                  </a:lnTo>
                  <a:lnTo>
                    <a:pt x="7576" y="22193"/>
                  </a:lnTo>
                  <a:lnTo>
                    <a:pt x="7588" y="22159"/>
                  </a:lnTo>
                  <a:lnTo>
                    <a:pt x="7599" y="22114"/>
                  </a:lnTo>
                  <a:lnTo>
                    <a:pt x="7588" y="22068"/>
                  </a:lnTo>
                  <a:lnTo>
                    <a:pt x="7576" y="22034"/>
                  </a:lnTo>
                  <a:lnTo>
                    <a:pt x="9533" y="20908"/>
                  </a:lnTo>
                  <a:lnTo>
                    <a:pt x="9579" y="20953"/>
                  </a:lnTo>
                  <a:lnTo>
                    <a:pt x="9624" y="20988"/>
                  </a:lnTo>
                  <a:lnTo>
                    <a:pt x="9681" y="21010"/>
                  </a:lnTo>
                  <a:lnTo>
                    <a:pt x="9749" y="21022"/>
                  </a:lnTo>
                  <a:lnTo>
                    <a:pt x="9806" y="21010"/>
                  </a:lnTo>
                  <a:lnTo>
                    <a:pt x="9863" y="20988"/>
                  </a:lnTo>
                  <a:lnTo>
                    <a:pt x="9920" y="20953"/>
                  </a:lnTo>
                  <a:lnTo>
                    <a:pt x="9954" y="20908"/>
                  </a:lnTo>
                  <a:lnTo>
                    <a:pt x="11956" y="22057"/>
                  </a:lnTo>
                  <a:lnTo>
                    <a:pt x="11945" y="22114"/>
                  </a:lnTo>
                  <a:lnTo>
                    <a:pt x="11956" y="22171"/>
                  </a:lnTo>
                  <a:lnTo>
                    <a:pt x="11990" y="22228"/>
                  </a:lnTo>
                  <a:lnTo>
                    <a:pt x="12036" y="22262"/>
                  </a:lnTo>
                  <a:lnTo>
                    <a:pt x="12093" y="22284"/>
                  </a:lnTo>
                  <a:lnTo>
                    <a:pt x="12093" y="24650"/>
                  </a:lnTo>
                  <a:lnTo>
                    <a:pt x="12047" y="24662"/>
                  </a:lnTo>
                  <a:lnTo>
                    <a:pt x="12013" y="24673"/>
                  </a:lnTo>
                  <a:lnTo>
                    <a:pt x="11979" y="24696"/>
                  </a:lnTo>
                  <a:lnTo>
                    <a:pt x="11956" y="24719"/>
                  </a:lnTo>
                  <a:lnTo>
                    <a:pt x="11922" y="24753"/>
                  </a:lnTo>
                  <a:lnTo>
                    <a:pt x="11911" y="24787"/>
                  </a:lnTo>
                  <a:lnTo>
                    <a:pt x="11899" y="24832"/>
                  </a:lnTo>
                  <a:lnTo>
                    <a:pt x="11888" y="24867"/>
                  </a:lnTo>
                  <a:lnTo>
                    <a:pt x="11899" y="24912"/>
                  </a:lnTo>
                  <a:lnTo>
                    <a:pt x="11911" y="24958"/>
                  </a:lnTo>
                  <a:lnTo>
                    <a:pt x="11114" y="25413"/>
                  </a:lnTo>
                  <a:lnTo>
                    <a:pt x="11205" y="25413"/>
                  </a:lnTo>
                  <a:lnTo>
                    <a:pt x="11933" y="24992"/>
                  </a:lnTo>
                  <a:lnTo>
                    <a:pt x="11967" y="25037"/>
                  </a:lnTo>
                  <a:lnTo>
                    <a:pt x="12013" y="25071"/>
                  </a:lnTo>
                  <a:lnTo>
                    <a:pt x="12058" y="25083"/>
                  </a:lnTo>
                  <a:lnTo>
                    <a:pt x="12115" y="25094"/>
                  </a:lnTo>
                  <a:lnTo>
                    <a:pt x="12172" y="25083"/>
                  </a:lnTo>
                  <a:lnTo>
                    <a:pt x="12218" y="25071"/>
                  </a:lnTo>
                  <a:lnTo>
                    <a:pt x="12263" y="25037"/>
                  </a:lnTo>
                  <a:lnTo>
                    <a:pt x="12297" y="24992"/>
                  </a:lnTo>
                  <a:lnTo>
                    <a:pt x="13025" y="25413"/>
                  </a:lnTo>
                  <a:lnTo>
                    <a:pt x="13116" y="25413"/>
                  </a:lnTo>
                  <a:lnTo>
                    <a:pt x="12320" y="24958"/>
                  </a:lnTo>
                  <a:lnTo>
                    <a:pt x="12331" y="24912"/>
                  </a:lnTo>
                  <a:lnTo>
                    <a:pt x="12331" y="24867"/>
                  </a:lnTo>
                  <a:lnTo>
                    <a:pt x="12331" y="24832"/>
                  </a:lnTo>
                  <a:lnTo>
                    <a:pt x="12320" y="24787"/>
                  </a:lnTo>
                  <a:lnTo>
                    <a:pt x="12297" y="24753"/>
                  </a:lnTo>
                  <a:lnTo>
                    <a:pt x="12275" y="24730"/>
                  </a:lnTo>
                  <a:lnTo>
                    <a:pt x="12252" y="24696"/>
                  </a:lnTo>
                  <a:lnTo>
                    <a:pt x="12218" y="24673"/>
                  </a:lnTo>
                  <a:lnTo>
                    <a:pt x="12184" y="24662"/>
                  </a:lnTo>
                  <a:lnTo>
                    <a:pt x="12138" y="24650"/>
                  </a:lnTo>
                  <a:lnTo>
                    <a:pt x="12138" y="22284"/>
                  </a:lnTo>
                  <a:lnTo>
                    <a:pt x="12195" y="22262"/>
                  </a:lnTo>
                  <a:lnTo>
                    <a:pt x="12240" y="22228"/>
                  </a:lnTo>
                  <a:lnTo>
                    <a:pt x="12275" y="22171"/>
                  </a:lnTo>
                  <a:lnTo>
                    <a:pt x="12286" y="22114"/>
                  </a:lnTo>
                  <a:lnTo>
                    <a:pt x="12275" y="22057"/>
                  </a:lnTo>
                  <a:lnTo>
                    <a:pt x="14299" y="20885"/>
                  </a:lnTo>
                  <a:lnTo>
                    <a:pt x="14333" y="20931"/>
                  </a:lnTo>
                  <a:lnTo>
                    <a:pt x="14379" y="20965"/>
                  </a:lnTo>
                  <a:lnTo>
                    <a:pt x="14424" y="20976"/>
                  </a:lnTo>
                  <a:lnTo>
                    <a:pt x="14481" y="20988"/>
                  </a:lnTo>
                  <a:lnTo>
                    <a:pt x="14538" y="20976"/>
                  </a:lnTo>
                  <a:lnTo>
                    <a:pt x="14584" y="20953"/>
                  </a:lnTo>
                  <a:lnTo>
                    <a:pt x="14629" y="20931"/>
                  </a:lnTo>
                  <a:lnTo>
                    <a:pt x="14663" y="20885"/>
                  </a:lnTo>
                  <a:lnTo>
                    <a:pt x="16643" y="22034"/>
                  </a:lnTo>
                  <a:lnTo>
                    <a:pt x="16631" y="22068"/>
                  </a:lnTo>
                  <a:lnTo>
                    <a:pt x="16631" y="22114"/>
                  </a:lnTo>
                  <a:lnTo>
                    <a:pt x="16631" y="22159"/>
                  </a:lnTo>
                  <a:lnTo>
                    <a:pt x="16643" y="22205"/>
                  </a:lnTo>
                  <a:lnTo>
                    <a:pt x="16665" y="22239"/>
                  </a:lnTo>
                  <a:lnTo>
                    <a:pt x="16688" y="22273"/>
                  </a:lnTo>
                  <a:lnTo>
                    <a:pt x="16722" y="22307"/>
                  </a:lnTo>
                  <a:lnTo>
                    <a:pt x="16768" y="22319"/>
                  </a:lnTo>
                  <a:lnTo>
                    <a:pt x="16813" y="22341"/>
                  </a:lnTo>
                  <a:lnTo>
                    <a:pt x="16904" y="22341"/>
                  </a:lnTo>
                  <a:lnTo>
                    <a:pt x="16938" y="22319"/>
                  </a:lnTo>
                  <a:lnTo>
                    <a:pt x="16984" y="22307"/>
                  </a:lnTo>
                  <a:lnTo>
                    <a:pt x="17018" y="22273"/>
                  </a:lnTo>
                  <a:lnTo>
                    <a:pt x="17041" y="22239"/>
                  </a:lnTo>
                  <a:lnTo>
                    <a:pt x="17064" y="22205"/>
                  </a:lnTo>
                  <a:lnTo>
                    <a:pt x="17075" y="22159"/>
                  </a:lnTo>
                  <a:lnTo>
                    <a:pt x="17075" y="22114"/>
                  </a:lnTo>
                  <a:lnTo>
                    <a:pt x="17075" y="22068"/>
                  </a:lnTo>
                  <a:lnTo>
                    <a:pt x="17064" y="22034"/>
                  </a:lnTo>
                  <a:lnTo>
                    <a:pt x="19077" y="20874"/>
                  </a:lnTo>
                  <a:lnTo>
                    <a:pt x="19111" y="20897"/>
                  </a:lnTo>
                  <a:lnTo>
                    <a:pt x="19145" y="20919"/>
                  </a:lnTo>
                  <a:lnTo>
                    <a:pt x="19179" y="20942"/>
                  </a:lnTo>
                  <a:lnTo>
                    <a:pt x="19259" y="20942"/>
                  </a:lnTo>
                  <a:lnTo>
                    <a:pt x="19293" y="20931"/>
                  </a:lnTo>
                  <a:lnTo>
                    <a:pt x="19350" y="20897"/>
                  </a:lnTo>
                  <a:lnTo>
                    <a:pt x="19384" y="20840"/>
                  </a:lnTo>
                  <a:lnTo>
                    <a:pt x="19396" y="20806"/>
                  </a:lnTo>
                  <a:lnTo>
                    <a:pt x="19396" y="20771"/>
                  </a:lnTo>
                  <a:lnTo>
                    <a:pt x="19384" y="20703"/>
                  </a:lnTo>
                  <a:lnTo>
                    <a:pt x="19361" y="20646"/>
                  </a:lnTo>
                  <a:lnTo>
                    <a:pt x="19305" y="20612"/>
                  </a:lnTo>
                  <a:lnTo>
                    <a:pt x="19248" y="20589"/>
                  </a:lnTo>
                  <a:lnTo>
                    <a:pt x="19248" y="18223"/>
                  </a:lnTo>
                  <a:lnTo>
                    <a:pt x="19293" y="18223"/>
                  </a:lnTo>
                  <a:lnTo>
                    <a:pt x="19327" y="18201"/>
                  </a:lnTo>
                  <a:lnTo>
                    <a:pt x="19361" y="18178"/>
                  </a:lnTo>
                  <a:lnTo>
                    <a:pt x="19384" y="18155"/>
                  </a:lnTo>
                  <a:lnTo>
                    <a:pt x="19407" y="18121"/>
                  </a:lnTo>
                  <a:lnTo>
                    <a:pt x="19430" y="18087"/>
                  </a:lnTo>
                  <a:lnTo>
                    <a:pt x="19441" y="18053"/>
                  </a:lnTo>
                  <a:lnTo>
                    <a:pt x="19441" y="18007"/>
                  </a:lnTo>
                  <a:lnTo>
                    <a:pt x="19441" y="17973"/>
                  </a:lnTo>
                  <a:lnTo>
                    <a:pt x="19430" y="17928"/>
                  </a:lnTo>
                  <a:lnTo>
                    <a:pt x="21420" y="16779"/>
                  </a:lnTo>
                  <a:lnTo>
                    <a:pt x="21454" y="16813"/>
                  </a:lnTo>
                  <a:lnTo>
                    <a:pt x="21500" y="16847"/>
                  </a:lnTo>
                  <a:lnTo>
                    <a:pt x="21545" y="16858"/>
                  </a:lnTo>
                  <a:lnTo>
                    <a:pt x="21591" y="16870"/>
                  </a:lnTo>
                  <a:lnTo>
                    <a:pt x="21648" y="16858"/>
                  </a:lnTo>
                  <a:lnTo>
                    <a:pt x="21693" y="16836"/>
                  </a:lnTo>
                  <a:lnTo>
                    <a:pt x="21727" y="16813"/>
                  </a:lnTo>
                  <a:lnTo>
                    <a:pt x="21762" y="16779"/>
                  </a:lnTo>
                  <a:lnTo>
                    <a:pt x="23741" y="17916"/>
                  </a:lnTo>
                  <a:lnTo>
                    <a:pt x="23718" y="17962"/>
                  </a:lnTo>
                  <a:lnTo>
                    <a:pt x="23718" y="18007"/>
                  </a:lnTo>
                  <a:lnTo>
                    <a:pt x="23718" y="18053"/>
                  </a:lnTo>
                  <a:lnTo>
                    <a:pt x="23730" y="18098"/>
                  </a:lnTo>
                  <a:lnTo>
                    <a:pt x="23752" y="18144"/>
                  </a:lnTo>
                  <a:lnTo>
                    <a:pt x="23786" y="18178"/>
                  </a:lnTo>
                  <a:lnTo>
                    <a:pt x="23821" y="18212"/>
                  </a:lnTo>
                  <a:lnTo>
                    <a:pt x="23855" y="18235"/>
                  </a:lnTo>
                  <a:lnTo>
                    <a:pt x="23900" y="18246"/>
                  </a:lnTo>
                  <a:lnTo>
                    <a:pt x="23946" y="18258"/>
                  </a:lnTo>
                  <a:lnTo>
                    <a:pt x="23946" y="20510"/>
                  </a:lnTo>
                  <a:lnTo>
                    <a:pt x="23900" y="20510"/>
                  </a:lnTo>
                  <a:lnTo>
                    <a:pt x="23855" y="20533"/>
                  </a:lnTo>
                  <a:lnTo>
                    <a:pt x="23809" y="20555"/>
                  </a:lnTo>
                  <a:lnTo>
                    <a:pt x="23775" y="20589"/>
                  </a:lnTo>
                  <a:lnTo>
                    <a:pt x="23741" y="20624"/>
                  </a:lnTo>
                  <a:lnTo>
                    <a:pt x="23718" y="20669"/>
                  </a:lnTo>
                  <a:lnTo>
                    <a:pt x="23707" y="20715"/>
                  </a:lnTo>
                  <a:lnTo>
                    <a:pt x="23695" y="20771"/>
                  </a:lnTo>
                  <a:lnTo>
                    <a:pt x="23707" y="20817"/>
                  </a:lnTo>
                  <a:lnTo>
                    <a:pt x="23718" y="20874"/>
                  </a:lnTo>
                  <a:lnTo>
                    <a:pt x="23741" y="20919"/>
                  </a:lnTo>
                  <a:lnTo>
                    <a:pt x="23775" y="20953"/>
                  </a:lnTo>
                  <a:lnTo>
                    <a:pt x="23821" y="20988"/>
                  </a:lnTo>
                  <a:lnTo>
                    <a:pt x="23866" y="21010"/>
                  </a:lnTo>
                  <a:lnTo>
                    <a:pt x="23912" y="21022"/>
                  </a:lnTo>
                  <a:lnTo>
                    <a:pt x="23968" y="21033"/>
                  </a:lnTo>
                  <a:lnTo>
                    <a:pt x="24037" y="21022"/>
                  </a:lnTo>
                  <a:lnTo>
                    <a:pt x="24094" y="20999"/>
                  </a:lnTo>
                  <a:lnTo>
                    <a:pt x="24150" y="20965"/>
                  </a:lnTo>
                  <a:lnTo>
                    <a:pt x="24185" y="20908"/>
                  </a:lnTo>
                  <a:lnTo>
                    <a:pt x="26096" y="22011"/>
                  </a:lnTo>
                  <a:lnTo>
                    <a:pt x="26084" y="22068"/>
                  </a:lnTo>
                  <a:lnTo>
                    <a:pt x="26084" y="22114"/>
                  </a:lnTo>
                  <a:lnTo>
                    <a:pt x="26084" y="22159"/>
                  </a:lnTo>
                  <a:lnTo>
                    <a:pt x="26096" y="22205"/>
                  </a:lnTo>
                  <a:lnTo>
                    <a:pt x="26118" y="22250"/>
                  </a:lnTo>
                  <a:lnTo>
                    <a:pt x="26153" y="22284"/>
                  </a:lnTo>
                  <a:lnTo>
                    <a:pt x="26187" y="22319"/>
                  </a:lnTo>
                  <a:lnTo>
                    <a:pt x="26221" y="22341"/>
                  </a:lnTo>
                  <a:lnTo>
                    <a:pt x="26266" y="22364"/>
                  </a:lnTo>
                  <a:lnTo>
                    <a:pt x="26312" y="22364"/>
                  </a:lnTo>
                  <a:lnTo>
                    <a:pt x="26312" y="24662"/>
                  </a:lnTo>
                  <a:lnTo>
                    <a:pt x="26278" y="24662"/>
                  </a:lnTo>
                  <a:lnTo>
                    <a:pt x="26244" y="24685"/>
                  </a:lnTo>
                  <a:lnTo>
                    <a:pt x="26209" y="24696"/>
                  </a:lnTo>
                  <a:lnTo>
                    <a:pt x="26175" y="24730"/>
                  </a:lnTo>
                  <a:lnTo>
                    <a:pt x="26153" y="24753"/>
                  </a:lnTo>
                  <a:lnTo>
                    <a:pt x="26130" y="24787"/>
                  </a:lnTo>
                  <a:lnTo>
                    <a:pt x="26118" y="24832"/>
                  </a:lnTo>
                  <a:lnTo>
                    <a:pt x="26118" y="24867"/>
                  </a:lnTo>
                  <a:lnTo>
                    <a:pt x="26118" y="24912"/>
                  </a:lnTo>
                  <a:lnTo>
                    <a:pt x="26141" y="24958"/>
                  </a:lnTo>
                  <a:lnTo>
                    <a:pt x="25345" y="25413"/>
                  </a:lnTo>
                  <a:lnTo>
                    <a:pt x="25436" y="25413"/>
                  </a:lnTo>
                  <a:lnTo>
                    <a:pt x="26153" y="24992"/>
                  </a:lnTo>
                  <a:lnTo>
                    <a:pt x="26187" y="25037"/>
                  </a:lnTo>
                  <a:lnTo>
                    <a:pt x="26232" y="25060"/>
                  </a:lnTo>
                  <a:lnTo>
                    <a:pt x="26278" y="25083"/>
                  </a:lnTo>
                  <a:lnTo>
                    <a:pt x="26391" y="25083"/>
                  </a:lnTo>
                  <a:lnTo>
                    <a:pt x="26437" y="25060"/>
                  </a:lnTo>
                  <a:lnTo>
                    <a:pt x="26482" y="25026"/>
                  </a:lnTo>
                  <a:lnTo>
                    <a:pt x="26517" y="24992"/>
                  </a:lnTo>
                  <a:lnTo>
                    <a:pt x="27245" y="25413"/>
                  </a:lnTo>
                  <a:lnTo>
                    <a:pt x="27336" y="25413"/>
                  </a:lnTo>
                  <a:lnTo>
                    <a:pt x="26528" y="24946"/>
                  </a:lnTo>
                  <a:lnTo>
                    <a:pt x="26539" y="24912"/>
                  </a:lnTo>
                  <a:lnTo>
                    <a:pt x="26551" y="24867"/>
                  </a:lnTo>
                  <a:lnTo>
                    <a:pt x="26539" y="24832"/>
                  </a:lnTo>
                  <a:lnTo>
                    <a:pt x="26539" y="24798"/>
                  </a:lnTo>
                  <a:lnTo>
                    <a:pt x="26517" y="24764"/>
                  </a:lnTo>
                  <a:lnTo>
                    <a:pt x="26494" y="24730"/>
                  </a:lnTo>
                  <a:lnTo>
                    <a:pt x="26437" y="24685"/>
                  </a:lnTo>
                  <a:lnTo>
                    <a:pt x="26403" y="24673"/>
                  </a:lnTo>
                  <a:lnTo>
                    <a:pt x="26357" y="24662"/>
                  </a:lnTo>
                  <a:lnTo>
                    <a:pt x="26357" y="22364"/>
                  </a:lnTo>
                  <a:lnTo>
                    <a:pt x="26403" y="22353"/>
                  </a:lnTo>
                  <a:lnTo>
                    <a:pt x="26448" y="22341"/>
                  </a:lnTo>
                  <a:lnTo>
                    <a:pt x="26494" y="22319"/>
                  </a:lnTo>
                  <a:lnTo>
                    <a:pt x="26517" y="22284"/>
                  </a:lnTo>
                  <a:lnTo>
                    <a:pt x="26551" y="22250"/>
                  </a:lnTo>
                  <a:lnTo>
                    <a:pt x="26573" y="22205"/>
                  </a:lnTo>
                  <a:lnTo>
                    <a:pt x="26585" y="22159"/>
                  </a:lnTo>
                  <a:lnTo>
                    <a:pt x="26585" y="22114"/>
                  </a:lnTo>
                  <a:lnTo>
                    <a:pt x="26585" y="22068"/>
                  </a:lnTo>
                  <a:lnTo>
                    <a:pt x="26573" y="22023"/>
                  </a:lnTo>
                  <a:lnTo>
                    <a:pt x="28507" y="20897"/>
                  </a:lnTo>
                  <a:lnTo>
                    <a:pt x="28541" y="20942"/>
                  </a:lnTo>
                  <a:lnTo>
                    <a:pt x="28587" y="20976"/>
                  </a:lnTo>
                  <a:lnTo>
                    <a:pt x="28644" y="20999"/>
                  </a:lnTo>
                  <a:lnTo>
                    <a:pt x="28701" y="21010"/>
                  </a:lnTo>
                  <a:lnTo>
                    <a:pt x="28769" y="20999"/>
                  </a:lnTo>
                  <a:lnTo>
                    <a:pt x="28814" y="20976"/>
                  </a:lnTo>
                  <a:lnTo>
                    <a:pt x="28871" y="20942"/>
                  </a:lnTo>
                  <a:lnTo>
                    <a:pt x="28905" y="20897"/>
                  </a:lnTo>
                  <a:lnTo>
                    <a:pt x="30828" y="22011"/>
                  </a:lnTo>
                  <a:lnTo>
                    <a:pt x="30816" y="22057"/>
                  </a:lnTo>
                  <a:lnTo>
                    <a:pt x="30805" y="22114"/>
                  </a:lnTo>
                  <a:lnTo>
                    <a:pt x="30816" y="22159"/>
                  </a:lnTo>
                  <a:lnTo>
                    <a:pt x="30828" y="22193"/>
                  </a:lnTo>
                  <a:lnTo>
                    <a:pt x="30862" y="22273"/>
                  </a:lnTo>
                  <a:lnTo>
                    <a:pt x="30862" y="21955"/>
                  </a:lnTo>
                  <a:lnTo>
                    <a:pt x="30851" y="21966"/>
                  </a:lnTo>
                  <a:lnTo>
                    <a:pt x="28928" y="20851"/>
                  </a:lnTo>
                  <a:lnTo>
                    <a:pt x="28939" y="20817"/>
                  </a:lnTo>
                  <a:lnTo>
                    <a:pt x="28939" y="20771"/>
                  </a:lnTo>
                  <a:lnTo>
                    <a:pt x="28939" y="20726"/>
                  </a:lnTo>
                  <a:lnTo>
                    <a:pt x="28928" y="20680"/>
                  </a:lnTo>
                  <a:lnTo>
                    <a:pt x="28905" y="20646"/>
                  </a:lnTo>
                  <a:lnTo>
                    <a:pt x="28883" y="20612"/>
                  </a:lnTo>
                  <a:lnTo>
                    <a:pt x="28848" y="20578"/>
                  </a:lnTo>
                  <a:lnTo>
                    <a:pt x="28814" y="20555"/>
                  </a:lnTo>
                  <a:lnTo>
                    <a:pt x="28780" y="20544"/>
                  </a:lnTo>
                  <a:lnTo>
                    <a:pt x="28735" y="20533"/>
                  </a:lnTo>
                  <a:lnTo>
                    <a:pt x="28735" y="18178"/>
                  </a:lnTo>
                  <a:lnTo>
                    <a:pt x="28792" y="18155"/>
                  </a:lnTo>
                  <a:lnTo>
                    <a:pt x="28837" y="18121"/>
                  </a:lnTo>
                  <a:lnTo>
                    <a:pt x="28860" y="18076"/>
                  </a:lnTo>
                  <a:lnTo>
                    <a:pt x="28871" y="18007"/>
                  </a:lnTo>
                  <a:lnTo>
                    <a:pt x="28860" y="17962"/>
                  </a:lnTo>
                  <a:lnTo>
                    <a:pt x="30862" y="16801"/>
                  </a:lnTo>
                  <a:lnTo>
                    <a:pt x="30862" y="16745"/>
                  </a:lnTo>
                  <a:lnTo>
                    <a:pt x="28848" y="17916"/>
                  </a:lnTo>
                  <a:lnTo>
                    <a:pt x="28814" y="17882"/>
                  </a:lnTo>
                  <a:lnTo>
                    <a:pt x="28780" y="17859"/>
                  </a:lnTo>
                  <a:lnTo>
                    <a:pt x="28746" y="17848"/>
                  </a:lnTo>
                  <a:lnTo>
                    <a:pt x="28701" y="17837"/>
                  </a:lnTo>
                  <a:lnTo>
                    <a:pt x="28666" y="17848"/>
                  </a:lnTo>
                  <a:lnTo>
                    <a:pt x="28621" y="17859"/>
                  </a:lnTo>
                  <a:lnTo>
                    <a:pt x="28598" y="17882"/>
                  </a:lnTo>
                  <a:lnTo>
                    <a:pt x="28564" y="17916"/>
                  </a:lnTo>
                  <a:lnTo>
                    <a:pt x="26562" y="16756"/>
                  </a:lnTo>
                  <a:lnTo>
                    <a:pt x="26573" y="16710"/>
                  </a:lnTo>
                  <a:lnTo>
                    <a:pt x="26585" y="16665"/>
                  </a:lnTo>
                  <a:lnTo>
                    <a:pt x="26573" y="16619"/>
                  </a:lnTo>
                  <a:lnTo>
                    <a:pt x="26562" y="16574"/>
                  </a:lnTo>
                  <a:lnTo>
                    <a:pt x="26539" y="16528"/>
                  </a:lnTo>
                  <a:lnTo>
                    <a:pt x="26517" y="16494"/>
                  </a:lnTo>
                  <a:lnTo>
                    <a:pt x="26482" y="16460"/>
                  </a:lnTo>
                  <a:lnTo>
                    <a:pt x="26448" y="16437"/>
                  </a:lnTo>
                  <a:lnTo>
                    <a:pt x="26403" y="16426"/>
                  </a:lnTo>
                  <a:lnTo>
                    <a:pt x="26357" y="16415"/>
                  </a:lnTo>
                  <a:lnTo>
                    <a:pt x="26357" y="14083"/>
                  </a:lnTo>
                  <a:lnTo>
                    <a:pt x="26426" y="14060"/>
                  </a:lnTo>
                  <a:lnTo>
                    <a:pt x="26471" y="14015"/>
                  </a:lnTo>
                  <a:lnTo>
                    <a:pt x="26494" y="13969"/>
                  </a:lnTo>
                  <a:lnTo>
                    <a:pt x="26505" y="13901"/>
                  </a:lnTo>
                  <a:lnTo>
                    <a:pt x="26494" y="13844"/>
                  </a:lnTo>
                  <a:lnTo>
                    <a:pt x="28519" y="12684"/>
                  </a:lnTo>
                  <a:lnTo>
                    <a:pt x="28553" y="12718"/>
                  </a:lnTo>
                  <a:lnTo>
                    <a:pt x="28598" y="12752"/>
                  </a:lnTo>
                  <a:lnTo>
                    <a:pt x="28644" y="12763"/>
                  </a:lnTo>
                  <a:lnTo>
                    <a:pt x="28701" y="12775"/>
                  </a:lnTo>
                  <a:lnTo>
                    <a:pt x="28757" y="12763"/>
                  </a:lnTo>
                  <a:lnTo>
                    <a:pt x="28814" y="12752"/>
                  </a:lnTo>
                  <a:lnTo>
                    <a:pt x="28848" y="12718"/>
                  </a:lnTo>
                  <a:lnTo>
                    <a:pt x="28883" y="12672"/>
                  </a:lnTo>
                  <a:lnTo>
                    <a:pt x="30851" y="13810"/>
                  </a:lnTo>
                  <a:lnTo>
                    <a:pt x="30839" y="13855"/>
                  </a:lnTo>
                  <a:lnTo>
                    <a:pt x="30828" y="13901"/>
                  </a:lnTo>
                  <a:lnTo>
                    <a:pt x="30839" y="13969"/>
                  </a:lnTo>
                  <a:lnTo>
                    <a:pt x="30862" y="14026"/>
                  </a:lnTo>
                  <a:lnTo>
                    <a:pt x="30862" y="13764"/>
                  </a:lnTo>
                  <a:lnTo>
                    <a:pt x="28905" y="12638"/>
                  </a:lnTo>
                  <a:lnTo>
                    <a:pt x="28917" y="12593"/>
                  </a:lnTo>
                  <a:lnTo>
                    <a:pt x="28917" y="12558"/>
                  </a:lnTo>
                  <a:lnTo>
                    <a:pt x="28917" y="12513"/>
                  </a:lnTo>
                  <a:lnTo>
                    <a:pt x="28905" y="12479"/>
                  </a:lnTo>
                  <a:lnTo>
                    <a:pt x="28894" y="12445"/>
                  </a:lnTo>
                  <a:lnTo>
                    <a:pt x="28871" y="12411"/>
                  </a:lnTo>
                  <a:lnTo>
                    <a:pt x="28803" y="12365"/>
                  </a:lnTo>
                  <a:lnTo>
                    <a:pt x="28769" y="12354"/>
                  </a:lnTo>
                  <a:lnTo>
                    <a:pt x="28735" y="12342"/>
                  </a:lnTo>
                  <a:lnTo>
                    <a:pt x="28735" y="9999"/>
                  </a:lnTo>
                  <a:lnTo>
                    <a:pt x="28803" y="9976"/>
                  </a:lnTo>
                  <a:lnTo>
                    <a:pt x="28848" y="9931"/>
                  </a:lnTo>
                  <a:lnTo>
                    <a:pt x="28894" y="9874"/>
                  </a:lnTo>
                  <a:lnTo>
                    <a:pt x="28905" y="9806"/>
                  </a:lnTo>
                  <a:lnTo>
                    <a:pt x="28894" y="9760"/>
                  </a:lnTo>
                  <a:lnTo>
                    <a:pt x="28883" y="9726"/>
                  </a:lnTo>
                  <a:lnTo>
                    <a:pt x="30862" y="8588"/>
                  </a:lnTo>
                  <a:lnTo>
                    <a:pt x="30862" y="8338"/>
                  </a:lnTo>
                  <a:lnTo>
                    <a:pt x="30839" y="8395"/>
                  </a:lnTo>
                  <a:lnTo>
                    <a:pt x="30839" y="8452"/>
                  </a:lnTo>
                  <a:lnTo>
                    <a:pt x="30839" y="8497"/>
                  </a:lnTo>
                  <a:lnTo>
                    <a:pt x="30851" y="8543"/>
                  </a:lnTo>
                  <a:lnTo>
                    <a:pt x="28871" y="9692"/>
                  </a:lnTo>
                  <a:lnTo>
                    <a:pt x="28837" y="9658"/>
                  </a:lnTo>
                  <a:lnTo>
                    <a:pt x="28803" y="9624"/>
                  </a:lnTo>
                  <a:lnTo>
                    <a:pt x="28757" y="9612"/>
                  </a:lnTo>
                  <a:lnTo>
                    <a:pt x="28701" y="9601"/>
                  </a:lnTo>
                  <a:lnTo>
                    <a:pt x="28655" y="9612"/>
                  </a:lnTo>
                  <a:lnTo>
                    <a:pt x="28610" y="9624"/>
                  </a:lnTo>
                  <a:lnTo>
                    <a:pt x="28575" y="9646"/>
                  </a:lnTo>
                  <a:lnTo>
                    <a:pt x="28541" y="9680"/>
                  </a:lnTo>
                  <a:lnTo>
                    <a:pt x="26494" y="8509"/>
                  </a:lnTo>
                  <a:lnTo>
                    <a:pt x="26505" y="8452"/>
                  </a:lnTo>
                  <a:lnTo>
                    <a:pt x="26494" y="8395"/>
                  </a:lnTo>
                  <a:lnTo>
                    <a:pt x="26471" y="8338"/>
                  </a:lnTo>
                  <a:lnTo>
                    <a:pt x="26414" y="8304"/>
                  </a:lnTo>
                  <a:lnTo>
                    <a:pt x="26357" y="8281"/>
                  </a:lnTo>
                  <a:lnTo>
                    <a:pt x="26357" y="5938"/>
                  </a:lnTo>
                  <a:lnTo>
                    <a:pt x="26403" y="5927"/>
                  </a:lnTo>
                  <a:lnTo>
                    <a:pt x="26448" y="5904"/>
                  </a:lnTo>
                  <a:lnTo>
                    <a:pt x="26482" y="5881"/>
                  </a:lnTo>
                  <a:lnTo>
                    <a:pt x="26517" y="5858"/>
                  </a:lnTo>
                  <a:lnTo>
                    <a:pt x="26539" y="5824"/>
                  </a:lnTo>
                  <a:lnTo>
                    <a:pt x="26562" y="5779"/>
                  </a:lnTo>
                  <a:lnTo>
                    <a:pt x="26573" y="5745"/>
                  </a:lnTo>
                  <a:lnTo>
                    <a:pt x="26573" y="5699"/>
                  </a:lnTo>
                  <a:lnTo>
                    <a:pt x="26573" y="5642"/>
                  </a:lnTo>
                  <a:lnTo>
                    <a:pt x="26562" y="5597"/>
                  </a:lnTo>
                  <a:lnTo>
                    <a:pt x="28553" y="4448"/>
                  </a:lnTo>
                  <a:lnTo>
                    <a:pt x="28575" y="4482"/>
                  </a:lnTo>
                  <a:lnTo>
                    <a:pt x="28621" y="4505"/>
                  </a:lnTo>
                  <a:lnTo>
                    <a:pt x="28655" y="4527"/>
                  </a:lnTo>
                  <a:lnTo>
                    <a:pt x="28746" y="4527"/>
                  </a:lnTo>
                  <a:lnTo>
                    <a:pt x="28792" y="4505"/>
                  </a:lnTo>
                  <a:lnTo>
                    <a:pt x="28826" y="4482"/>
                  </a:lnTo>
                  <a:lnTo>
                    <a:pt x="28860" y="4448"/>
                  </a:lnTo>
                  <a:lnTo>
                    <a:pt x="30862" y="5597"/>
                  </a:lnTo>
                  <a:lnTo>
                    <a:pt x="30862" y="5551"/>
                  </a:lnTo>
                  <a:lnTo>
                    <a:pt x="28883" y="4402"/>
                  </a:lnTo>
                  <a:lnTo>
                    <a:pt x="28883" y="4345"/>
                  </a:lnTo>
                  <a:lnTo>
                    <a:pt x="28871" y="4277"/>
                  </a:lnTo>
                  <a:lnTo>
                    <a:pt x="28837" y="4232"/>
                  </a:lnTo>
                  <a:lnTo>
                    <a:pt x="28792" y="4186"/>
                  </a:lnTo>
                  <a:lnTo>
                    <a:pt x="28735" y="4163"/>
                  </a:lnTo>
                  <a:lnTo>
                    <a:pt x="28735" y="1752"/>
                  </a:lnTo>
                  <a:lnTo>
                    <a:pt x="28792" y="1729"/>
                  </a:lnTo>
                  <a:lnTo>
                    <a:pt x="28826" y="1695"/>
                  </a:lnTo>
                  <a:lnTo>
                    <a:pt x="28860" y="1649"/>
                  </a:lnTo>
                  <a:lnTo>
                    <a:pt x="28871" y="1593"/>
                  </a:lnTo>
                  <a:lnTo>
                    <a:pt x="28860" y="1536"/>
                  </a:lnTo>
                  <a:lnTo>
                    <a:pt x="30862" y="375"/>
                  </a:lnTo>
                  <a:lnTo>
                    <a:pt x="30862" y="330"/>
                  </a:lnTo>
                  <a:lnTo>
                    <a:pt x="28837" y="1490"/>
                  </a:lnTo>
                  <a:lnTo>
                    <a:pt x="28814" y="1467"/>
                  </a:lnTo>
                  <a:lnTo>
                    <a:pt x="28780" y="1445"/>
                  </a:lnTo>
                  <a:lnTo>
                    <a:pt x="28746" y="1433"/>
                  </a:lnTo>
                  <a:lnTo>
                    <a:pt x="28701" y="1422"/>
                  </a:lnTo>
                  <a:lnTo>
                    <a:pt x="28666" y="1433"/>
                  </a:lnTo>
                  <a:lnTo>
                    <a:pt x="28632" y="1445"/>
                  </a:lnTo>
                  <a:lnTo>
                    <a:pt x="28598" y="1467"/>
                  </a:lnTo>
                  <a:lnTo>
                    <a:pt x="28575" y="1490"/>
                  </a:lnTo>
                  <a:lnTo>
                    <a:pt x="26528" y="307"/>
                  </a:lnTo>
                  <a:lnTo>
                    <a:pt x="26539" y="239"/>
                  </a:lnTo>
                  <a:lnTo>
                    <a:pt x="26528" y="205"/>
                  </a:lnTo>
                  <a:lnTo>
                    <a:pt x="26517" y="159"/>
                  </a:lnTo>
                  <a:lnTo>
                    <a:pt x="26505" y="125"/>
                  </a:lnTo>
                  <a:lnTo>
                    <a:pt x="26471" y="102"/>
                  </a:lnTo>
                  <a:lnTo>
                    <a:pt x="26448" y="80"/>
                  </a:lnTo>
                  <a:lnTo>
                    <a:pt x="26414" y="57"/>
                  </a:lnTo>
                  <a:lnTo>
                    <a:pt x="26369" y="46"/>
                  </a:lnTo>
                  <a:lnTo>
                    <a:pt x="26335" y="34"/>
                  </a:lnTo>
                  <a:lnTo>
                    <a:pt x="26289" y="46"/>
                  </a:lnTo>
                  <a:lnTo>
                    <a:pt x="26255" y="57"/>
                  </a:lnTo>
                  <a:lnTo>
                    <a:pt x="26221" y="80"/>
                  </a:lnTo>
                  <a:lnTo>
                    <a:pt x="26187" y="102"/>
                  </a:lnTo>
                  <a:lnTo>
                    <a:pt x="26164" y="125"/>
                  </a:lnTo>
                  <a:lnTo>
                    <a:pt x="26153" y="159"/>
                  </a:lnTo>
                  <a:lnTo>
                    <a:pt x="26141" y="205"/>
                  </a:lnTo>
                  <a:lnTo>
                    <a:pt x="26130" y="239"/>
                  </a:lnTo>
                  <a:lnTo>
                    <a:pt x="26141" y="273"/>
                  </a:lnTo>
                  <a:lnTo>
                    <a:pt x="26141" y="307"/>
                  </a:lnTo>
                  <a:lnTo>
                    <a:pt x="24150" y="1467"/>
                  </a:lnTo>
                  <a:lnTo>
                    <a:pt x="24105" y="1422"/>
                  </a:lnTo>
                  <a:lnTo>
                    <a:pt x="24071" y="1399"/>
                  </a:lnTo>
                  <a:lnTo>
                    <a:pt x="24014" y="1376"/>
                  </a:lnTo>
                  <a:lnTo>
                    <a:pt x="23923" y="1376"/>
                  </a:lnTo>
                  <a:lnTo>
                    <a:pt x="23877" y="1388"/>
                  </a:lnTo>
                  <a:lnTo>
                    <a:pt x="23843" y="1411"/>
                  </a:lnTo>
                  <a:lnTo>
                    <a:pt x="23809" y="1433"/>
                  </a:lnTo>
                  <a:lnTo>
                    <a:pt x="23786" y="1467"/>
                  </a:lnTo>
                  <a:lnTo>
                    <a:pt x="23764" y="1502"/>
                  </a:lnTo>
                  <a:lnTo>
                    <a:pt x="23752" y="1547"/>
                  </a:lnTo>
                  <a:lnTo>
                    <a:pt x="23741" y="1593"/>
                  </a:lnTo>
                  <a:lnTo>
                    <a:pt x="23752" y="1627"/>
                  </a:lnTo>
                  <a:lnTo>
                    <a:pt x="23764" y="1672"/>
                  </a:lnTo>
                  <a:lnTo>
                    <a:pt x="23775" y="1706"/>
                  </a:lnTo>
                  <a:lnTo>
                    <a:pt x="23798" y="1740"/>
                  </a:lnTo>
                  <a:lnTo>
                    <a:pt x="23832" y="1763"/>
                  </a:lnTo>
                  <a:lnTo>
                    <a:pt x="23866" y="1786"/>
                  </a:lnTo>
                  <a:lnTo>
                    <a:pt x="23900" y="1797"/>
                  </a:lnTo>
                  <a:lnTo>
                    <a:pt x="23946" y="1809"/>
                  </a:lnTo>
                  <a:lnTo>
                    <a:pt x="23946" y="4141"/>
                  </a:lnTo>
                  <a:lnTo>
                    <a:pt x="23900" y="4141"/>
                  </a:lnTo>
                  <a:lnTo>
                    <a:pt x="23866" y="4152"/>
                  </a:lnTo>
                  <a:lnTo>
                    <a:pt x="23832" y="4175"/>
                  </a:lnTo>
                  <a:lnTo>
                    <a:pt x="23809" y="4198"/>
                  </a:lnTo>
                  <a:lnTo>
                    <a:pt x="23786" y="4232"/>
                  </a:lnTo>
                  <a:lnTo>
                    <a:pt x="23764" y="4266"/>
                  </a:lnTo>
                  <a:lnTo>
                    <a:pt x="23752" y="4311"/>
                  </a:lnTo>
                  <a:lnTo>
                    <a:pt x="23752" y="4345"/>
                  </a:lnTo>
                  <a:lnTo>
                    <a:pt x="23752" y="4391"/>
                  </a:lnTo>
                  <a:lnTo>
                    <a:pt x="23764" y="4425"/>
                  </a:lnTo>
                  <a:lnTo>
                    <a:pt x="23786" y="4471"/>
                  </a:lnTo>
                  <a:lnTo>
                    <a:pt x="23809" y="4493"/>
                  </a:lnTo>
                  <a:lnTo>
                    <a:pt x="23843" y="4527"/>
                  </a:lnTo>
                  <a:lnTo>
                    <a:pt x="23877" y="4539"/>
                  </a:lnTo>
                  <a:lnTo>
                    <a:pt x="23923" y="4562"/>
                  </a:lnTo>
                  <a:lnTo>
                    <a:pt x="23968" y="4562"/>
                  </a:lnTo>
                  <a:lnTo>
                    <a:pt x="24014" y="4550"/>
                  </a:lnTo>
                  <a:lnTo>
                    <a:pt x="24071" y="4539"/>
                  </a:lnTo>
                  <a:lnTo>
                    <a:pt x="24116" y="4505"/>
                  </a:lnTo>
                  <a:lnTo>
                    <a:pt x="24139" y="4459"/>
                  </a:lnTo>
                  <a:lnTo>
                    <a:pt x="26107" y="5597"/>
                  </a:lnTo>
                  <a:lnTo>
                    <a:pt x="26096" y="5642"/>
                  </a:lnTo>
                  <a:lnTo>
                    <a:pt x="26096" y="5699"/>
                  </a:lnTo>
                  <a:lnTo>
                    <a:pt x="26096" y="5745"/>
                  </a:lnTo>
                  <a:lnTo>
                    <a:pt x="26107" y="5779"/>
                  </a:lnTo>
                  <a:lnTo>
                    <a:pt x="26130" y="5824"/>
                  </a:lnTo>
                  <a:lnTo>
                    <a:pt x="26153" y="5858"/>
                  </a:lnTo>
                  <a:lnTo>
                    <a:pt x="26187" y="5892"/>
                  </a:lnTo>
                  <a:lnTo>
                    <a:pt x="26232" y="5915"/>
                  </a:lnTo>
                  <a:lnTo>
                    <a:pt x="26266" y="5927"/>
                  </a:lnTo>
                  <a:lnTo>
                    <a:pt x="26312" y="5938"/>
                  </a:lnTo>
                  <a:lnTo>
                    <a:pt x="26312" y="8281"/>
                  </a:lnTo>
                  <a:lnTo>
                    <a:pt x="26255" y="8293"/>
                  </a:lnTo>
                  <a:lnTo>
                    <a:pt x="26209" y="8338"/>
                  </a:lnTo>
                  <a:lnTo>
                    <a:pt x="26175" y="8384"/>
                  </a:lnTo>
                  <a:lnTo>
                    <a:pt x="26164" y="8452"/>
                  </a:lnTo>
                  <a:lnTo>
                    <a:pt x="26164" y="8486"/>
                  </a:lnTo>
                  <a:lnTo>
                    <a:pt x="26175" y="8520"/>
                  </a:lnTo>
                  <a:lnTo>
                    <a:pt x="26209" y="8577"/>
                  </a:lnTo>
                  <a:lnTo>
                    <a:pt x="26266" y="8611"/>
                  </a:lnTo>
                  <a:lnTo>
                    <a:pt x="26300" y="8623"/>
                  </a:lnTo>
                  <a:lnTo>
                    <a:pt x="26380" y="8623"/>
                  </a:lnTo>
                  <a:lnTo>
                    <a:pt x="26414" y="8600"/>
                  </a:lnTo>
                  <a:lnTo>
                    <a:pt x="26448" y="8577"/>
                  </a:lnTo>
                  <a:lnTo>
                    <a:pt x="26482" y="8543"/>
                  </a:lnTo>
                  <a:lnTo>
                    <a:pt x="28519" y="9726"/>
                  </a:lnTo>
                  <a:lnTo>
                    <a:pt x="28507" y="9760"/>
                  </a:lnTo>
                  <a:lnTo>
                    <a:pt x="28507" y="9806"/>
                  </a:lnTo>
                  <a:lnTo>
                    <a:pt x="28507" y="9840"/>
                  </a:lnTo>
                  <a:lnTo>
                    <a:pt x="28519" y="9874"/>
                  </a:lnTo>
                  <a:lnTo>
                    <a:pt x="28553" y="9931"/>
                  </a:lnTo>
                  <a:lnTo>
                    <a:pt x="28621" y="9976"/>
                  </a:lnTo>
                  <a:lnTo>
                    <a:pt x="28655" y="9988"/>
                  </a:lnTo>
                  <a:lnTo>
                    <a:pt x="28689" y="9999"/>
                  </a:lnTo>
                  <a:lnTo>
                    <a:pt x="28689" y="12342"/>
                  </a:lnTo>
                  <a:lnTo>
                    <a:pt x="28644" y="12354"/>
                  </a:lnTo>
                  <a:lnTo>
                    <a:pt x="28610" y="12365"/>
                  </a:lnTo>
                  <a:lnTo>
                    <a:pt x="28575" y="12388"/>
                  </a:lnTo>
                  <a:lnTo>
                    <a:pt x="28541" y="12411"/>
                  </a:lnTo>
                  <a:lnTo>
                    <a:pt x="28519" y="12445"/>
                  </a:lnTo>
                  <a:lnTo>
                    <a:pt x="28496" y="12479"/>
                  </a:lnTo>
                  <a:lnTo>
                    <a:pt x="28484" y="12513"/>
                  </a:lnTo>
                  <a:lnTo>
                    <a:pt x="28484" y="12558"/>
                  </a:lnTo>
                  <a:lnTo>
                    <a:pt x="28484" y="12604"/>
                  </a:lnTo>
                  <a:lnTo>
                    <a:pt x="28507" y="12638"/>
                  </a:lnTo>
                  <a:lnTo>
                    <a:pt x="26482" y="13810"/>
                  </a:lnTo>
                  <a:lnTo>
                    <a:pt x="26448" y="13776"/>
                  </a:lnTo>
                  <a:lnTo>
                    <a:pt x="26414" y="13753"/>
                  </a:lnTo>
                  <a:lnTo>
                    <a:pt x="26380" y="13730"/>
                  </a:lnTo>
                  <a:lnTo>
                    <a:pt x="26289" y="13730"/>
                  </a:lnTo>
                  <a:lnTo>
                    <a:pt x="26255" y="13753"/>
                  </a:lnTo>
                  <a:lnTo>
                    <a:pt x="26221" y="13776"/>
                  </a:lnTo>
                  <a:lnTo>
                    <a:pt x="26187" y="13798"/>
                  </a:lnTo>
                  <a:lnTo>
                    <a:pt x="24162" y="12627"/>
                  </a:lnTo>
                  <a:lnTo>
                    <a:pt x="24173" y="12593"/>
                  </a:lnTo>
                  <a:lnTo>
                    <a:pt x="24173" y="12558"/>
                  </a:lnTo>
                  <a:lnTo>
                    <a:pt x="24173" y="12513"/>
                  </a:lnTo>
                  <a:lnTo>
                    <a:pt x="24162" y="12479"/>
                  </a:lnTo>
                  <a:lnTo>
                    <a:pt x="24116" y="12422"/>
                  </a:lnTo>
                  <a:lnTo>
                    <a:pt x="24059" y="12376"/>
                  </a:lnTo>
                  <a:lnTo>
                    <a:pt x="24025" y="12354"/>
                  </a:lnTo>
                  <a:lnTo>
                    <a:pt x="23991" y="12354"/>
                  </a:lnTo>
                  <a:lnTo>
                    <a:pt x="23991" y="10010"/>
                  </a:lnTo>
                  <a:lnTo>
                    <a:pt x="24025" y="9999"/>
                  </a:lnTo>
                  <a:lnTo>
                    <a:pt x="24059" y="9988"/>
                  </a:lnTo>
                  <a:lnTo>
                    <a:pt x="24128" y="9942"/>
                  </a:lnTo>
                  <a:lnTo>
                    <a:pt x="24162" y="9874"/>
                  </a:lnTo>
                  <a:lnTo>
                    <a:pt x="24173" y="9840"/>
                  </a:lnTo>
                  <a:lnTo>
                    <a:pt x="24173" y="9806"/>
                  </a:lnTo>
                  <a:lnTo>
                    <a:pt x="24173" y="9760"/>
                  </a:lnTo>
                  <a:lnTo>
                    <a:pt x="24162" y="9715"/>
                  </a:lnTo>
                  <a:lnTo>
                    <a:pt x="24139" y="9680"/>
                  </a:lnTo>
                  <a:lnTo>
                    <a:pt x="24116" y="9646"/>
                  </a:lnTo>
                  <a:lnTo>
                    <a:pt x="24082" y="9624"/>
                  </a:lnTo>
                  <a:lnTo>
                    <a:pt x="24048" y="9601"/>
                  </a:lnTo>
                  <a:lnTo>
                    <a:pt x="24003" y="9589"/>
                  </a:lnTo>
                  <a:lnTo>
                    <a:pt x="23912" y="9589"/>
                  </a:lnTo>
                  <a:lnTo>
                    <a:pt x="23866" y="9612"/>
                  </a:lnTo>
                  <a:lnTo>
                    <a:pt x="23821" y="9646"/>
                  </a:lnTo>
                  <a:lnTo>
                    <a:pt x="23786" y="9680"/>
                  </a:lnTo>
                  <a:lnTo>
                    <a:pt x="21773" y="8509"/>
                  </a:lnTo>
                  <a:lnTo>
                    <a:pt x="21784" y="8452"/>
                  </a:lnTo>
                  <a:lnTo>
                    <a:pt x="21773" y="8384"/>
                  </a:lnTo>
                  <a:lnTo>
                    <a:pt x="21739" y="8327"/>
                  </a:lnTo>
                  <a:lnTo>
                    <a:pt x="21682" y="8281"/>
                  </a:lnTo>
                  <a:lnTo>
                    <a:pt x="21625" y="8259"/>
                  </a:lnTo>
                  <a:lnTo>
                    <a:pt x="21625" y="5927"/>
                  </a:lnTo>
                  <a:lnTo>
                    <a:pt x="21659" y="5915"/>
                  </a:lnTo>
                  <a:lnTo>
                    <a:pt x="21705" y="5892"/>
                  </a:lnTo>
                  <a:lnTo>
                    <a:pt x="21739" y="5870"/>
                  </a:lnTo>
                  <a:lnTo>
                    <a:pt x="21762" y="5847"/>
                  </a:lnTo>
                  <a:lnTo>
                    <a:pt x="21784" y="5813"/>
                  </a:lnTo>
                  <a:lnTo>
                    <a:pt x="21807" y="5779"/>
                  </a:lnTo>
                  <a:lnTo>
                    <a:pt x="21818" y="5733"/>
                  </a:lnTo>
                  <a:lnTo>
                    <a:pt x="21818" y="5699"/>
                  </a:lnTo>
                  <a:lnTo>
                    <a:pt x="21818" y="5642"/>
                  </a:lnTo>
                  <a:lnTo>
                    <a:pt x="21807" y="5608"/>
                  </a:lnTo>
                  <a:lnTo>
                    <a:pt x="21784" y="5563"/>
                  </a:lnTo>
                  <a:lnTo>
                    <a:pt x="21762" y="5528"/>
                  </a:lnTo>
                  <a:lnTo>
                    <a:pt x="21727" y="5506"/>
                  </a:lnTo>
                  <a:lnTo>
                    <a:pt x="21682" y="5483"/>
                  </a:lnTo>
                  <a:lnTo>
                    <a:pt x="21636" y="5472"/>
                  </a:lnTo>
                  <a:lnTo>
                    <a:pt x="21591" y="5460"/>
                  </a:lnTo>
                  <a:lnTo>
                    <a:pt x="21534" y="5472"/>
                  </a:lnTo>
                  <a:lnTo>
                    <a:pt x="21489" y="5494"/>
                  </a:lnTo>
                  <a:lnTo>
                    <a:pt x="21443" y="5528"/>
                  </a:lnTo>
                  <a:lnTo>
                    <a:pt x="21409" y="5563"/>
                  </a:lnTo>
                  <a:lnTo>
                    <a:pt x="19418" y="4414"/>
                  </a:lnTo>
                  <a:lnTo>
                    <a:pt x="19430" y="4345"/>
                  </a:lnTo>
                  <a:lnTo>
                    <a:pt x="19418" y="4311"/>
                  </a:lnTo>
                  <a:lnTo>
                    <a:pt x="19418" y="4277"/>
                  </a:lnTo>
                  <a:lnTo>
                    <a:pt x="19373" y="4209"/>
                  </a:lnTo>
                  <a:lnTo>
                    <a:pt x="19316" y="4175"/>
                  </a:lnTo>
                  <a:lnTo>
                    <a:pt x="19248" y="4152"/>
                  </a:lnTo>
                  <a:lnTo>
                    <a:pt x="19248" y="1763"/>
                  </a:lnTo>
                  <a:lnTo>
                    <a:pt x="19316" y="1740"/>
                  </a:lnTo>
                  <a:lnTo>
                    <a:pt x="19361" y="1706"/>
                  </a:lnTo>
                  <a:lnTo>
                    <a:pt x="19396" y="1649"/>
                  </a:lnTo>
                  <a:lnTo>
                    <a:pt x="19407" y="1593"/>
                  </a:lnTo>
                  <a:lnTo>
                    <a:pt x="19396" y="1558"/>
                  </a:lnTo>
                  <a:lnTo>
                    <a:pt x="19384" y="1524"/>
                  </a:lnTo>
                  <a:lnTo>
                    <a:pt x="19350" y="1467"/>
                  </a:lnTo>
                  <a:lnTo>
                    <a:pt x="19293" y="1422"/>
                  </a:lnTo>
                  <a:lnTo>
                    <a:pt x="19259" y="1411"/>
                  </a:lnTo>
                  <a:lnTo>
                    <a:pt x="19179" y="1411"/>
                  </a:lnTo>
                  <a:lnTo>
                    <a:pt x="19145" y="1433"/>
                  </a:lnTo>
                  <a:lnTo>
                    <a:pt x="19111" y="1456"/>
                  </a:lnTo>
                  <a:lnTo>
                    <a:pt x="19077" y="1479"/>
                  </a:lnTo>
                  <a:lnTo>
                    <a:pt x="17075" y="330"/>
                  </a:lnTo>
                  <a:lnTo>
                    <a:pt x="17086" y="284"/>
                  </a:lnTo>
                  <a:lnTo>
                    <a:pt x="17086" y="239"/>
                  </a:lnTo>
                  <a:lnTo>
                    <a:pt x="17086" y="193"/>
                  </a:lnTo>
                  <a:lnTo>
                    <a:pt x="17075" y="148"/>
                  </a:lnTo>
                  <a:lnTo>
                    <a:pt x="17052" y="102"/>
                  </a:lnTo>
                  <a:lnTo>
                    <a:pt x="17018" y="68"/>
                  </a:lnTo>
                  <a:lnTo>
                    <a:pt x="16984" y="46"/>
                  </a:lnTo>
                  <a:lnTo>
                    <a:pt x="16950" y="23"/>
                  </a:lnTo>
                  <a:lnTo>
                    <a:pt x="16904" y="11"/>
                  </a:lnTo>
                  <a:lnTo>
                    <a:pt x="1685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682571" y="0"/>
              <a:ext cx="1289577" cy="1388277"/>
            </a:xfrm>
            <a:custGeom>
              <a:avLst/>
              <a:gdLst/>
              <a:ahLst/>
              <a:cxnLst/>
              <a:rect l="l" t="t" r="r" b="b"/>
              <a:pathLst>
                <a:path w="12321" h="13264" extrusionOk="0">
                  <a:moveTo>
                    <a:pt x="2777" y="3549"/>
                  </a:moveTo>
                  <a:lnTo>
                    <a:pt x="4824" y="4732"/>
                  </a:lnTo>
                  <a:lnTo>
                    <a:pt x="4813" y="4755"/>
                  </a:lnTo>
                  <a:lnTo>
                    <a:pt x="4813" y="4789"/>
                  </a:lnTo>
                  <a:lnTo>
                    <a:pt x="4824" y="4857"/>
                  </a:lnTo>
                  <a:lnTo>
                    <a:pt x="4858" y="4903"/>
                  </a:lnTo>
                  <a:lnTo>
                    <a:pt x="4904" y="4937"/>
                  </a:lnTo>
                  <a:lnTo>
                    <a:pt x="4961" y="4960"/>
                  </a:lnTo>
                  <a:lnTo>
                    <a:pt x="4961" y="7280"/>
                  </a:lnTo>
                  <a:lnTo>
                    <a:pt x="4915" y="7292"/>
                  </a:lnTo>
                  <a:lnTo>
                    <a:pt x="4870" y="7303"/>
                  </a:lnTo>
                  <a:lnTo>
                    <a:pt x="4824" y="7326"/>
                  </a:lnTo>
                  <a:lnTo>
                    <a:pt x="4790" y="7360"/>
                  </a:lnTo>
                  <a:lnTo>
                    <a:pt x="4756" y="7405"/>
                  </a:lnTo>
                  <a:lnTo>
                    <a:pt x="4733" y="7451"/>
                  </a:lnTo>
                  <a:lnTo>
                    <a:pt x="4710" y="7496"/>
                  </a:lnTo>
                  <a:lnTo>
                    <a:pt x="4710" y="7553"/>
                  </a:lnTo>
                  <a:lnTo>
                    <a:pt x="4710" y="7599"/>
                  </a:lnTo>
                  <a:lnTo>
                    <a:pt x="4733" y="7656"/>
                  </a:lnTo>
                  <a:lnTo>
                    <a:pt x="2811" y="8759"/>
                  </a:lnTo>
                  <a:lnTo>
                    <a:pt x="2777" y="8714"/>
                  </a:lnTo>
                  <a:lnTo>
                    <a:pt x="2731" y="8679"/>
                  </a:lnTo>
                  <a:lnTo>
                    <a:pt x="2674" y="8668"/>
                  </a:lnTo>
                  <a:lnTo>
                    <a:pt x="2606" y="8657"/>
                  </a:lnTo>
                  <a:lnTo>
                    <a:pt x="2549" y="8668"/>
                  </a:lnTo>
                  <a:lnTo>
                    <a:pt x="2504" y="8679"/>
                  </a:lnTo>
                  <a:lnTo>
                    <a:pt x="2447" y="8714"/>
                  </a:lnTo>
                  <a:lnTo>
                    <a:pt x="2413" y="8759"/>
                  </a:lnTo>
                  <a:lnTo>
                    <a:pt x="467" y="7633"/>
                  </a:lnTo>
                  <a:lnTo>
                    <a:pt x="479" y="7587"/>
                  </a:lnTo>
                  <a:lnTo>
                    <a:pt x="479" y="7553"/>
                  </a:lnTo>
                  <a:lnTo>
                    <a:pt x="479" y="7508"/>
                  </a:lnTo>
                  <a:lnTo>
                    <a:pt x="467" y="7462"/>
                  </a:lnTo>
                  <a:lnTo>
                    <a:pt x="445" y="7428"/>
                  </a:lnTo>
                  <a:lnTo>
                    <a:pt x="422" y="7394"/>
                  </a:lnTo>
                  <a:lnTo>
                    <a:pt x="388" y="7360"/>
                  </a:lnTo>
                  <a:lnTo>
                    <a:pt x="354" y="7337"/>
                  </a:lnTo>
                  <a:lnTo>
                    <a:pt x="308" y="7326"/>
                  </a:lnTo>
                  <a:lnTo>
                    <a:pt x="274" y="7314"/>
                  </a:lnTo>
                  <a:lnTo>
                    <a:pt x="274" y="4994"/>
                  </a:lnTo>
                  <a:lnTo>
                    <a:pt x="342" y="4971"/>
                  </a:lnTo>
                  <a:lnTo>
                    <a:pt x="388" y="4926"/>
                  </a:lnTo>
                  <a:lnTo>
                    <a:pt x="422" y="4869"/>
                  </a:lnTo>
                  <a:lnTo>
                    <a:pt x="445" y="4789"/>
                  </a:lnTo>
                  <a:lnTo>
                    <a:pt x="433" y="4755"/>
                  </a:lnTo>
                  <a:lnTo>
                    <a:pt x="422" y="4721"/>
                  </a:lnTo>
                  <a:lnTo>
                    <a:pt x="2447" y="3549"/>
                  </a:lnTo>
                  <a:lnTo>
                    <a:pt x="2481" y="3583"/>
                  </a:lnTo>
                  <a:lnTo>
                    <a:pt x="2515" y="3617"/>
                  </a:lnTo>
                  <a:lnTo>
                    <a:pt x="2560" y="3640"/>
                  </a:lnTo>
                  <a:lnTo>
                    <a:pt x="2663" y="3640"/>
                  </a:lnTo>
                  <a:lnTo>
                    <a:pt x="2708" y="3617"/>
                  </a:lnTo>
                  <a:lnTo>
                    <a:pt x="2754" y="3583"/>
                  </a:lnTo>
                  <a:lnTo>
                    <a:pt x="2777" y="3549"/>
                  </a:lnTo>
                  <a:close/>
                  <a:moveTo>
                    <a:pt x="7543" y="3560"/>
                  </a:moveTo>
                  <a:lnTo>
                    <a:pt x="9511" y="4698"/>
                  </a:lnTo>
                  <a:lnTo>
                    <a:pt x="9488" y="4744"/>
                  </a:lnTo>
                  <a:lnTo>
                    <a:pt x="9488" y="4789"/>
                  </a:lnTo>
                  <a:lnTo>
                    <a:pt x="9488" y="4835"/>
                  </a:lnTo>
                  <a:lnTo>
                    <a:pt x="9499" y="4880"/>
                  </a:lnTo>
                  <a:lnTo>
                    <a:pt x="9522" y="4914"/>
                  </a:lnTo>
                  <a:lnTo>
                    <a:pt x="9545" y="4948"/>
                  </a:lnTo>
                  <a:lnTo>
                    <a:pt x="9579" y="4982"/>
                  </a:lnTo>
                  <a:lnTo>
                    <a:pt x="9625" y="5005"/>
                  </a:lnTo>
                  <a:lnTo>
                    <a:pt x="9659" y="5017"/>
                  </a:lnTo>
                  <a:lnTo>
                    <a:pt x="9704" y="5028"/>
                  </a:lnTo>
                  <a:lnTo>
                    <a:pt x="9704" y="7303"/>
                  </a:lnTo>
                  <a:lnTo>
                    <a:pt x="9659" y="7303"/>
                  </a:lnTo>
                  <a:lnTo>
                    <a:pt x="9613" y="7326"/>
                  </a:lnTo>
                  <a:lnTo>
                    <a:pt x="9579" y="7348"/>
                  </a:lnTo>
                  <a:lnTo>
                    <a:pt x="9534" y="7383"/>
                  </a:lnTo>
                  <a:lnTo>
                    <a:pt x="9511" y="7417"/>
                  </a:lnTo>
                  <a:lnTo>
                    <a:pt x="9488" y="7451"/>
                  </a:lnTo>
                  <a:lnTo>
                    <a:pt x="9477" y="7496"/>
                  </a:lnTo>
                  <a:lnTo>
                    <a:pt x="9465" y="7553"/>
                  </a:lnTo>
                  <a:lnTo>
                    <a:pt x="9477" y="7599"/>
                  </a:lnTo>
                  <a:lnTo>
                    <a:pt x="9488" y="7644"/>
                  </a:lnTo>
                  <a:lnTo>
                    <a:pt x="7543" y="8770"/>
                  </a:lnTo>
                  <a:lnTo>
                    <a:pt x="7497" y="8725"/>
                  </a:lnTo>
                  <a:lnTo>
                    <a:pt x="7463" y="8702"/>
                  </a:lnTo>
                  <a:lnTo>
                    <a:pt x="7406" y="8679"/>
                  </a:lnTo>
                  <a:lnTo>
                    <a:pt x="7349" y="8668"/>
                  </a:lnTo>
                  <a:lnTo>
                    <a:pt x="7293" y="8679"/>
                  </a:lnTo>
                  <a:lnTo>
                    <a:pt x="7247" y="8702"/>
                  </a:lnTo>
                  <a:lnTo>
                    <a:pt x="7202" y="8725"/>
                  </a:lnTo>
                  <a:lnTo>
                    <a:pt x="7167" y="8759"/>
                  </a:lnTo>
                  <a:lnTo>
                    <a:pt x="5234" y="7644"/>
                  </a:lnTo>
                  <a:lnTo>
                    <a:pt x="5245" y="7599"/>
                  </a:lnTo>
                  <a:lnTo>
                    <a:pt x="5245" y="7553"/>
                  </a:lnTo>
                  <a:lnTo>
                    <a:pt x="5245" y="7496"/>
                  </a:lnTo>
                  <a:lnTo>
                    <a:pt x="5234" y="7451"/>
                  </a:lnTo>
                  <a:lnTo>
                    <a:pt x="5211" y="7405"/>
                  </a:lnTo>
                  <a:lnTo>
                    <a:pt x="5177" y="7371"/>
                  </a:lnTo>
                  <a:lnTo>
                    <a:pt x="5143" y="7337"/>
                  </a:lnTo>
                  <a:lnTo>
                    <a:pt x="5109" y="7314"/>
                  </a:lnTo>
                  <a:lnTo>
                    <a:pt x="5063" y="7292"/>
                  </a:lnTo>
                  <a:lnTo>
                    <a:pt x="5006" y="7280"/>
                  </a:lnTo>
                  <a:lnTo>
                    <a:pt x="5006" y="4960"/>
                  </a:lnTo>
                  <a:lnTo>
                    <a:pt x="5063" y="4937"/>
                  </a:lnTo>
                  <a:lnTo>
                    <a:pt x="5109" y="4903"/>
                  </a:lnTo>
                  <a:lnTo>
                    <a:pt x="5143" y="4846"/>
                  </a:lnTo>
                  <a:lnTo>
                    <a:pt x="5143" y="4789"/>
                  </a:lnTo>
                  <a:lnTo>
                    <a:pt x="5143" y="4732"/>
                  </a:lnTo>
                  <a:lnTo>
                    <a:pt x="7167" y="3560"/>
                  </a:lnTo>
                  <a:lnTo>
                    <a:pt x="7202" y="3606"/>
                  </a:lnTo>
                  <a:lnTo>
                    <a:pt x="7247" y="3640"/>
                  </a:lnTo>
                  <a:lnTo>
                    <a:pt x="7293" y="3663"/>
                  </a:lnTo>
                  <a:lnTo>
                    <a:pt x="7349" y="3674"/>
                  </a:lnTo>
                  <a:lnTo>
                    <a:pt x="7406" y="3663"/>
                  </a:lnTo>
                  <a:lnTo>
                    <a:pt x="7463" y="3640"/>
                  </a:lnTo>
                  <a:lnTo>
                    <a:pt x="7509" y="3606"/>
                  </a:lnTo>
                  <a:lnTo>
                    <a:pt x="7543" y="3560"/>
                  </a:lnTo>
                  <a:close/>
                  <a:moveTo>
                    <a:pt x="9932" y="7678"/>
                  </a:moveTo>
                  <a:lnTo>
                    <a:pt x="11911" y="8816"/>
                  </a:lnTo>
                  <a:lnTo>
                    <a:pt x="11888" y="8850"/>
                  </a:lnTo>
                  <a:lnTo>
                    <a:pt x="11888" y="8896"/>
                  </a:lnTo>
                  <a:lnTo>
                    <a:pt x="11888" y="8941"/>
                  </a:lnTo>
                  <a:lnTo>
                    <a:pt x="11900" y="8975"/>
                  </a:lnTo>
                  <a:lnTo>
                    <a:pt x="11922" y="9009"/>
                  </a:lnTo>
                  <a:lnTo>
                    <a:pt x="11945" y="9032"/>
                  </a:lnTo>
                  <a:lnTo>
                    <a:pt x="11968" y="9066"/>
                  </a:lnTo>
                  <a:lnTo>
                    <a:pt x="12002" y="9078"/>
                  </a:lnTo>
                  <a:lnTo>
                    <a:pt x="12036" y="9089"/>
                  </a:lnTo>
                  <a:lnTo>
                    <a:pt x="12082" y="9100"/>
                  </a:lnTo>
                  <a:lnTo>
                    <a:pt x="12082" y="11421"/>
                  </a:lnTo>
                  <a:lnTo>
                    <a:pt x="12036" y="11432"/>
                  </a:lnTo>
                  <a:lnTo>
                    <a:pt x="11991" y="11444"/>
                  </a:lnTo>
                  <a:lnTo>
                    <a:pt x="11957" y="11466"/>
                  </a:lnTo>
                  <a:lnTo>
                    <a:pt x="11922" y="11501"/>
                  </a:lnTo>
                  <a:lnTo>
                    <a:pt x="11888" y="11535"/>
                  </a:lnTo>
                  <a:lnTo>
                    <a:pt x="11877" y="11569"/>
                  </a:lnTo>
                  <a:lnTo>
                    <a:pt x="11866" y="11614"/>
                  </a:lnTo>
                  <a:lnTo>
                    <a:pt x="11854" y="11660"/>
                  </a:lnTo>
                  <a:lnTo>
                    <a:pt x="11866" y="11705"/>
                  </a:lnTo>
                  <a:lnTo>
                    <a:pt x="11877" y="11739"/>
                  </a:lnTo>
                  <a:lnTo>
                    <a:pt x="9943" y="12854"/>
                  </a:lnTo>
                  <a:lnTo>
                    <a:pt x="9898" y="12809"/>
                  </a:lnTo>
                  <a:lnTo>
                    <a:pt x="9841" y="12775"/>
                  </a:lnTo>
                  <a:lnTo>
                    <a:pt x="9784" y="12752"/>
                  </a:lnTo>
                  <a:lnTo>
                    <a:pt x="9716" y="12740"/>
                  </a:lnTo>
                  <a:lnTo>
                    <a:pt x="9659" y="12752"/>
                  </a:lnTo>
                  <a:lnTo>
                    <a:pt x="9602" y="12775"/>
                  </a:lnTo>
                  <a:lnTo>
                    <a:pt x="9545" y="12809"/>
                  </a:lnTo>
                  <a:lnTo>
                    <a:pt x="9511" y="12854"/>
                  </a:lnTo>
                  <a:lnTo>
                    <a:pt x="7600" y="11751"/>
                  </a:lnTo>
                  <a:lnTo>
                    <a:pt x="7611" y="11705"/>
                  </a:lnTo>
                  <a:lnTo>
                    <a:pt x="7611" y="11660"/>
                  </a:lnTo>
                  <a:lnTo>
                    <a:pt x="7611" y="11603"/>
                  </a:lnTo>
                  <a:lnTo>
                    <a:pt x="7588" y="11557"/>
                  </a:lnTo>
                  <a:lnTo>
                    <a:pt x="7577" y="11523"/>
                  </a:lnTo>
                  <a:lnTo>
                    <a:pt x="7543" y="11478"/>
                  </a:lnTo>
                  <a:lnTo>
                    <a:pt x="7509" y="11455"/>
                  </a:lnTo>
                  <a:lnTo>
                    <a:pt x="7475" y="11421"/>
                  </a:lnTo>
                  <a:lnTo>
                    <a:pt x="7429" y="11410"/>
                  </a:lnTo>
                  <a:lnTo>
                    <a:pt x="7384" y="11398"/>
                  </a:lnTo>
                  <a:lnTo>
                    <a:pt x="7384" y="9123"/>
                  </a:lnTo>
                  <a:lnTo>
                    <a:pt x="7418" y="9112"/>
                  </a:lnTo>
                  <a:lnTo>
                    <a:pt x="7463" y="9100"/>
                  </a:lnTo>
                  <a:lnTo>
                    <a:pt x="7497" y="9078"/>
                  </a:lnTo>
                  <a:lnTo>
                    <a:pt x="7520" y="9043"/>
                  </a:lnTo>
                  <a:lnTo>
                    <a:pt x="7543" y="9021"/>
                  </a:lnTo>
                  <a:lnTo>
                    <a:pt x="7566" y="8975"/>
                  </a:lnTo>
                  <a:lnTo>
                    <a:pt x="7577" y="8941"/>
                  </a:lnTo>
                  <a:lnTo>
                    <a:pt x="7577" y="8896"/>
                  </a:lnTo>
                  <a:lnTo>
                    <a:pt x="7577" y="8850"/>
                  </a:lnTo>
                  <a:lnTo>
                    <a:pt x="7554" y="8816"/>
                  </a:lnTo>
                  <a:lnTo>
                    <a:pt x="9511" y="7690"/>
                  </a:lnTo>
                  <a:lnTo>
                    <a:pt x="9545" y="7735"/>
                  </a:lnTo>
                  <a:lnTo>
                    <a:pt x="9602" y="7769"/>
                  </a:lnTo>
                  <a:lnTo>
                    <a:pt x="9659" y="7792"/>
                  </a:lnTo>
                  <a:lnTo>
                    <a:pt x="9716" y="7804"/>
                  </a:lnTo>
                  <a:lnTo>
                    <a:pt x="9784" y="7792"/>
                  </a:lnTo>
                  <a:lnTo>
                    <a:pt x="9841" y="7769"/>
                  </a:lnTo>
                  <a:lnTo>
                    <a:pt x="9898" y="7724"/>
                  </a:lnTo>
                  <a:lnTo>
                    <a:pt x="9932" y="7678"/>
                  </a:lnTo>
                  <a:close/>
                  <a:moveTo>
                    <a:pt x="1377" y="0"/>
                  </a:moveTo>
                  <a:lnTo>
                    <a:pt x="2401" y="592"/>
                  </a:lnTo>
                  <a:lnTo>
                    <a:pt x="2390" y="637"/>
                  </a:lnTo>
                  <a:lnTo>
                    <a:pt x="2390" y="683"/>
                  </a:lnTo>
                  <a:lnTo>
                    <a:pt x="2390" y="728"/>
                  </a:lnTo>
                  <a:lnTo>
                    <a:pt x="2401" y="774"/>
                  </a:lnTo>
                  <a:lnTo>
                    <a:pt x="2424" y="808"/>
                  </a:lnTo>
                  <a:lnTo>
                    <a:pt x="2447" y="842"/>
                  </a:lnTo>
                  <a:lnTo>
                    <a:pt x="2481" y="865"/>
                  </a:lnTo>
                  <a:lnTo>
                    <a:pt x="2515" y="887"/>
                  </a:lnTo>
                  <a:lnTo>
                    <a:pt x="2549" y="910"/>
                  </a:lnTo>
                  <a:lnTo>
                    <a:pt x="2595" y="910"/>
                  </a:lnTo>
                  <a:lnTo>
                    <a:pt x="2595" y="3253"/>
                  </a:lnTo>
                  <a:lnTo>
                    <a:pt x="2560" y="3253"/>
                  </a:lnTo>
                  <a:lnTo>
                    <a:pt x="2526" y="3265"/>
                  </a:lnTo>
                  <a:lnTo>
                    <a:pt x="2469" y="3310"/>
                  </a:lnTo>
                  <a:lnTo>
                    <a:pt x="2424" y="3367"/>
                  </a:lnTo>
                  <a:lnTo>
                    <a:pt x="2413" y="3413"/>
                  </a:lnTo>
                  <a:lnTo>
                    <a:pt x="2413" y="3447"/>
                  </a:lnTo>
                  <a:lnTo>
                    <a:pt x="2424" y="3515"/>
                  </a:lnTo>
                  <a:lnTo>
                    <a:pt x="399" y="4675"/>
                  </a:lnTo>
                  <a:lnTo>
                    <a:pt x="376" y="4641"/>
                  </a:lnTo>
                  <a:lnTo>
                    <a:pt x="331" y="4618"/>
                  </a:lnTo>
                  <a:lnTo>
                    <a:pt x="285" y="4596"/>
                  </a:lnTo>
                  <a:lnTo>
                    <a:pt x="194" y="4596"/>
                  </a:lnTo>
                  <a:lnTo>
                    <a:pt x="160" y="4607"/>
                  </a:lnTo>
                  <a:lnTo>
                    <a:pt x="126" y="4630"/>
                  </a:lnTo>
                  <a:lnTo>
                    <a:pt x="103" y="4653"/>
                  </a:lnTo>
                  <a:lnTo>
                    <a:pt x="69" y="4675"/>
                  </a:lnTo>
                  <a:lnTo>
                    <a:pt x="58" y="4709"/>
                  </a:lnTo>
                  <a:lnTo>
                    <a:pt x="46" y="4755"/>
                  </a:lnTo>
                  <a:lnTo>
                    <a:pt x="35" y="4789"/>
                  </a:lnTo>
                  <a:lnTo>
                    <a:pt x="46" y="4835"/>
                  </a:lnTo>
                  <a:lnTo>
                    <a:pt x="58" y="4869"/>
                  </a:lnTo>
                  <a:lnTo>
                    <a:pt x="92" y="4926"/>
                  </a:lnTo>
                  <a:lnTo>
                    <a:pt x="149" y="4971"/>
                  </a:lnTo>
                  <a:lnTo>
                    <a:pt x="183" y="4982"/>
                  </a:lnTo>
                  <a:lnTo>
                    <a:pt x="228" y="4994"/>
                  </a:lnTo>
                  <a:lnTo>
                    <a:pt x="228" y="7314"/>
                  </a:lnTo>
                  <a:lnTo>
                    <a:pt x="183" y="7314"/>
                  </a:lnTo>
                  <a:lnTo>
                    <a:pt x="137" y="7337"/>
                  </a:lnTo>
                  <a:lnTo>
                    <a:pt x="103" y="7360"/>
                  </a:lnTo>
                  <a:lnTo>
                    <a:pt x="69" y="7383"/>
                  </a:lnTo>
                  <a:lnTo>
                    <a:pt x="35" y="7417"/>
                  </a:lnTo>
                  <a:lnTo>
                    <a:pt x="24" y="7462"/>
                  </a:lnTo>
                  <a:lnTo>
                    <a:pt x="1" y="7508"/>
                  </a:lnTo>
                  <a:lnTo>
                    <a:pt x="1" y="7553"/>
                  </a:lnTo>
                  <a:lnTo>
                    <a:pt x="1" y="7599"/>
                  </a:lnTo>
                  <a:lnTo>
                    <a:pt x="24" y="7644"/>
                  </a:lnTo>
                  <a:lnTo>
                    <a:pt x="46" y="7678"/>
                  </a:lnTo>
                  <a:lnTo>
                    <a:pt x="69" y="7724"/>
                  </a:lnTo>
                  <a:lnTo>
                    <a:pt x="103" y="7747"/>
                  </a:lnTo>
                  <a:lnTo>
                    <a:pt x="149" y="7769"/>
                  </a:lnTo>
                  <a:lnTo>
                    <a:pt x="194" y="7781"/>
                  </a:lnTo>
                  <a:lnTo>
                    <a:pt x="240" y="7792"/>
                  </a:lnTo>
                  <a:lnTo>
                    <a:pt x="308" y="7781"/>
                  </a:lnTo>
                  <a:lnTo>
                    <a:pt x="365" y="7758"/>
                  </a:lnTo>
                  <a:lnTo>
                    <a:pt x="410" y="7724"/>
                  </a:lnTo>
                  <a:lnTo>
                    <a:pt x="445" y="7667"/>
                  </a:lnTo>
                  <a:lnTo>
                    <a:pt x="2390" y="8793"/>
                  </a:lnTo>
                  <a:lnTo>
                    <a:pt x="2378" y="8850"/>
                  </a:lnTo>
                  <a:lnTo>
                    <a:pt x="2367" y="8896"/>
                  </a:lnTo>
                  <a:lnTo>
                    <a:pt x="2367" y="8952"/>
                  </a:lnTo>
                  <a:lnTo>
                    <a:pt x="2390" y="8998"/>
                  </a:lnTo>
                  <a:lnTo>
                    <a:pt x="2413" y="9032"/>
                  </a:lnTo>
                  <a:lnTo>
                    <a:pt x="2435" y="9066"/>
                  </a:lnTo>
                  <a:lnTo>
                    <a:pt x="2469" y="9100"/>
                  </a:lnTo>
                  <a:lnTo>
                    <a:pt x="2515" y="9123"/>
                  </a:lnTo>
                  <a:lnTo>
                    <a:pt x="2560" y="9134"/>
                  </a:lnTo>
                  <a:lnTo>
                    <a:pt x="2606" y="9146"/>
                  </a:lnTo>
                  <a:lnTo>
                    <a:pt x="2663" y="9134"/>
                  </a:lnTo>
                  <a:lnTo>
                    <a:pt x="2708" y="9123"/>
                  </a:lnTo>
                  <a:lnTo>
                    <a:pt x="2742" y="9100"/>
                  </a:lnTo>
                  <a:lnTo>
                    <a:pt x="2788" y="9066"/>
                  </a:lnTo>
                  <a:lnTo>
                    <a:pt x="2811" y="9032"/>
                  </a:lnTo>
                  <a:lnTo>
                    <a:pt x="2833" y="8998"/>
                  </a:lnTo>
                  <a:lnTo>
                    <a:pt x="2845" y="8952"/>
                  </a:lnTo>
                  <a:lnTo>
                    <a:pt x="2856" y="8896"/>
                  </a:lnTo>
                  <a:lnTo>
                    <a:pt x="2845" y="8850"/>
                  </a:lnTo>
                  <a:lnTo>
                    <a:pt x="2833" y="8805"/>
                  </a:lnTo>
                  <a:lnTo>
                    <a:pt x="4756" y="7690"/>
                  </a:lnTo>
                  <a:lnTo>
                    <a:pt x="4790" y="7747"/>
                  </a:lnTo>
                  <a:lnTo>
                    <a:pt x="4847" y="7781"/>
                  </a:lnTo>
                  <a:lnTo>
                    <a:pt x="4915" y="7815"/>
                  </a:lnTo>
                  <a:lnTo>
                    <a:pt x="5052" y="7815"/>
                  </a:lnTo>
                  <a:lnTo>
                    <a:pt x="5120" y="7781"/>
                  </a:lnTo>
                  <a:lnTo>
                    <a:pt x="5165" y="7747"/>
                  </a:lnTo>
                  <a:lnTo>
                    <a:pt x="5211" y="7690"/>
                  </a:lnTo>
                  <a:lnTo>
                    <a:pt x="7145" y="8805"/>
                  </a:lnTo>
                  <a:lnTo>
                    <a:pt x="7133" y="8850"/>
                  </a:lnTo>
                  <a:lnTo>
                    <a:pt x="7122" y="8896"/>
                  </a:lnTo>
                  <a:lnTo>
                    <a:pt x="7122" y="8941"/>
                  </a:lnTo>
                  <a:lnTo>
                    <a:pt x="7145" y="8987"/>
                  </a:lnTo>
                  <a:lnTo>
                    <a:pt x="7156" y="9021"/>
                  </a:lnTo>
                  <a:lnTo>
                    <a:pt x="7190" y="9055"/>
                  </a:lnTo>
                  <a:lnTo>
                    <a:pt x="7213" y="9078"/>
                  </a:lnTo>
                  <a:lnTo>
                    <a:pt x="7247" y="9100"/>
                  </a:lnTo>
                  <a:lnTo>
                    <a:pt x="7293" y="9112"/>
                  </a:lnTo>
                  <a:lnTo>
                    <a:pt x="7338" y="9123"/>
                  </a:lnTo>
                  <a:lnTo>
                    <a:pt x="7338" y="11398"/>
                  </a:lnTo>
                  <a:lnTo>
                    <a:pt x="7281" y="11398"/>
                  </a:lnTo>
                  <a:lnTo>
                    <a:pt x="7236" y="11421"/>
                  </a:lnTo>
                  <a:lnTo>
                    <a:pt x="7202" y="11444"/>
                  </a:lnTo>
                  <a:lnTo>
                    <a:pt x="7156" y="11478"/>
                  </a:lnTo>
                  <a:lnTo>
                    <a:pt x="7133" y="11512"/>
                  </a:lnTo>
                  <a:lnTo>
                    <a:pt x="7111" y="11557"/>
                  </a:lnTo>
                  <a:lnTo>
                    <a:pt x="7099" y="11603"/>
                  </a:lnTo>
                  <a:lnTo>
                    <a:pt x="7088" y="11660"/>
                  </a:lnTo>
                  <a:lnTo>
                    <a:pt x="7099" y="11705"/>
                  </a:lnTo>
                  <a:lnTo>
                    <a:pt x="7111" y="11762"/>
                  </a:lnTo>
                  <a:lnTo>
                    <a:pt x="7133" y="11808"/>
                  </a:lnTo>
                  <a:lnTo>
                    <a:pt x="7167" y="11842"/>
                  </a:lnTo>
                  <a:lnTo>
                    <a:pt x="7202" y="11876"/>
                  </a:lnTo>
                  <a:lnTo>
                    <a:pt x="7247" y="11899"/>
                  </a:lnTo>
                  <a:lnTo>
                    <a:pt x="7293" y="11910"/>
                  </a:lnTo>
                  <a:lnTo>
                    <a:pt x="7349" y="11921"/>
                  </a:lnTo>
                  <a:lnTo>
                    <a:pt x="7418" y="11910"/>
                  </a:lnTo>
                  <a:lnTo>
                    <a:pt x="7486" y="11887"/>
                  </a:lnTo>
                  <a:lnTo>
                    <a:pt x="7531" y="11842"/>
                  </a:lnTo>
                  <a:lnTo>
                    <a:pt x="7577" y="11785"/>
                  </a:lnTo>
                  <a:lnTo>
                    <a:pt x="9488" y="12888"/>
                  </a:lnTo>
                  <a:lnTo>
                    <a:pt x="9465" y="12945"/>
                  </a:lnTo>
                  <a:lnTo>
                    <a:pt x="9454" y="13002"/>
                  </a:lnTo>
                  <a:lnTo>
                    <a:pt x="9465" y="13059"/>
                  </a:lnTo>
                  <a:lnTo>
                    <a:pt x="9477" y="13104"/>
                  </a:lnTo>
                  <a:lnTo>
                    <a:pt x="9499" y="13150"/>
                  </a:lnTo>
                  <a:lnTo>
                    <a:pt x="9534" y="13184"/>
                  </a:lnTo>
                  <a:lnTo>
                    <a:pt x="9579" y="13218"/>
                  </a:lnTo>
                  <a:lnTo>
                    <a:pt x="9613" y="13241"/>
                  </a:lnTo>
                  <a:lnTo>
                    <a:pt x="9670" y="13264"/>
                  </a:lnTo>
                  <a:lnTo>
                    <a:pt x="9772" y="13264"/>
                  </a:lnTo>
                  <a:lnTo>
                    <a:pt x="9818" y="13241"/>
                  </a:lnTo>
                  <a:lnTo>
                    <a:pt x="9863" y="13218"/>
                  </a:lnTo>
                  <a:lnTo>
                    <a:pt x="9909" y="13184"/>
                  </a:lnTo>
                  <a:lnTo>
                    <a:pt x="9932" y="13150"/>
                  </a:lnTo>
                  <a:lnTo>
                    <a:pt x="9966" y="13104"/>
                  </a:lnTo>
                  <a:lnTo>
                    <a:pt x="9977" y="13059"/>
                  </a:lnTo>
                  <a:lnTo>
                    <a:pt x="9977" y="13002"/>
                  </a:lnTo>
                  <a:lnTo>
                    <a:pt x="9977" y="12945"/>
                  </a:lnTo>
                  <a:lnTo>
                    <a:pt x="9966" y="12900"/>
                  </a:lnTo>
                  <a:lnTo>
                    <a:pt x="11888" y="11785"/>
                  </a:lnTo>
                  <a:lnTo>
                    <a:pt x="11934" y="11830"/>
                  </a:lnTo>
                  <a:lnTo>
                    <a:pt x="11979" y="11865"/>
                  </a:lnTo>
                  <a:lnTo>
                    <a:pt x="12036" y="11887"/>
                  </a:lnTo>
                  <a:lnTo>
                    <a:pt x="12139" y="11887"/>
                  </a:lnTo>
                  <a:lnTo>
                    <a:pt x="12184" y="11876"/>
                  </a:lnTo>
                  <a:lnTo>
                    <a:pt x="12218" y="11853"/>
                  </a:lnTo>
                  <a:lnTo>
                    <a:pt x="12252" y="11819"/>
                  </a:lnTo>
                  <a:lnTo>
                    <a:pt x="12286" y="11785"/>
                  </a:lnTo>
                  <a:lnTo>
                    <a:pt x="12309" y="11751"/>
                  </a:lnTo>
                  <a:lnTo>
                    <a:pt x="12321" y="11705"/>
                  </a:lnTo>
                  <a:lnTo>
                    <a:pt x="12321" y="11660"/>
                  </a:lnTo>
                  <a:lnTo>
                    <a:pt x="12321" y="11614"/>
                  </a:lnTo>
                  <a:lnTo>
                    <a:pt x="12309" y="11569"/>
                  </a:lnTo>
                  <a:lnTo>
                    <a:pt x="12286" y="11535"/>
                  </a:lnTo>
                  <a:lnTo>
                    <a:pt x="12264" y="11501"/>
                  </a:lnTo>
                  <a:lnTo>
                    <a:pt x="12241" y="11478"/>
                  </a:lnTo>
                  <a:lnTo>
                    <a:pt x="12207" y="11455"/>
                  </a:lnTo>
                  <a:lnTo>
                    <a:pt x="12161" y="11432"/>
                  </a:lnTo>
                  <a:lnTo>
                    <a:pt x="12127" y="11421"/>
                  </a:lnTo>
                  <a:lnTo>
                    <a:pt x="12127" y="9100"/>
                  </a:lnTo>
                  <a:lnTo>
                    <a:pt x="12195" y="9078"/>
                  </a:lnTo>
                  <a:lnTo>
                    <a:pt x="12241" y="9032"/>
                  </a:lnTo>
                  <a:lnTo>
                    <a:pt x="12275" y="8975"/>
                  </a:lnTo>
                  <a:lnTo>
                    <a:pt x="12298" y="8896"/>
                  </a:lnTo>
                  <a:lnTo>
                    <a:pt x="12286" y="8861"/>
                  </a:lnTo>
                  <a:lnTo>
                    <a:pt x="12275" y="8816"/>
                  </a:lnTo>
                  <a:lnTo>
                    <a:pt x="12264" y="8782"/>
                  </a:lnTo>
                  <a:lnTo>
                    <a:pt x="12230" y="8759"/>
                  </a:lnTo>
                  <a:lnTo>
                    <a:pt x="12207" y="8725"/>
                  </a:lnTo>
                  <a:lnTo>
                    <a:pt x="12173" y="8714"/>
                  </a:lnTo>
                  <a:lnTo>
                    <a:pt x="12127" y="8702"/>
                  </a:lnTo>
                  <a:lnTo>
                    <a:pt x="12093" y="8691"/>
                  </a:lnTo>
                  <a:lnTo>
                    <a:pt x="12048" y="8702"/>
                  </a:lnTo>
                  <a:lnTo>
                    <a:pt x="12002" y="8714"/>
                  </a:lnTo>
                  <a:lnTo>
                    <a:pt x="11957" y="8748"/>
                  </a:lnTo>
                  <a:lnTo>
                    <a:pt x="11934" y="8770"/>
                  </a:lnTo>
                  <a:lnTo>
                    <a:pt x="9954" y="7633"/>
                  </a:lnTo>
                  <a:lnTo>
                    <a:pt x="9966" y="7599"/>
                  </a:lnTo>
                  <a:lnTo>
                    <a:pt x="9966" y="7553"/>
                  </a:lnTo>
                  <a:lnTo>
                    <a:pt x="9966" y="7508"/>
                  </a:lnTo>
                  <a:lnTo>
                    <a:pt x="9954" y="7462"/>
                  </a:lnTo>
                  <a:lnTo>
                    <a:pt x="9932" y="7417"/>
                  </a:lnTo>
                  <a:lnTo>
                    <a:pt x="9909" y="7383"/>
                  </a:lnTo>
                  <a:lnTo>
                    <a:pt x="9875" y="7348"/>
                  </a:lnTo>
                  <a:lnTo>
                    <a:pt x="9841" y="7326"/>
                  </a:lnTo>
                  <a:lnTo>
                    <a:pt x="9795" y="7314"/>
                  </a:lnTo>
                  <a:lnTo>
                    <a:pt x="9750" y="7303"/>
                  </a:lnTo>
                  <a:lnTo>
                    <a:pt x="9750" y="5028"/>
                  </a:lnTo>
                  <a:lnTo>
                    <a:pt x="9795" y="5017"/>
                  </a:lnTo>
                  <a:lnTo>
                    <a:pt x="9829" y="4994"/>
                  </a:lnTo>
                  <a:lnTo>
                    <a:pt x="9863" y="4971"/>
                  </a:lnTo>
                  <a:lnTo>
                    <a:pt x="9898" y="4948"/>
                  </a:lnTo>
                  <a:lnTo>
                    <a:pt x="9920" y="4914"/>
                  </a:lnTo>
                  <a:lnTo>
                    <a:pt x="9943" y="4880"/>
                  </a:lnTo>
                  <a:lnTo>
                    <a:pt x="9954" y="4835"/>
                  </a:lnTo>
                  <a:lnTo>
                    <a:pt x="9954" y="4789"/>
                  </a:lnTo>
                  <a:lnTo>
                    <a:pt x="9954" y="4744"/>
                  </a:lnTo>
                  <a:lnTo>
                    <a:pt x="9932" y="4698"/>
                  </a:lnTo>
                  <a:lnTo>
                    <a:pt x="9920" y="4664"/>
                  </a:lnTo>
                  <a:lnTo>
                    <a:pt x="9886" y="4630"/>
                  </a:lnTo>
                  <a:lnTo>
                    <a:pt x="9852" y="4596"/>
                  </a:lnTo>
                  <a:lnTo>
                    <a:pt x="9807" y="4573"/>
                  </a:lnTo>
                  <a:lnTo>
                    <a:pt x="9772" y="4562"/>
                  </a:lnTo>
                  <a:lnTo>
                    <a:pt x="9659" y="4562"/>
                  </a:lnTo>
                  <a:lnTo>
                    <a:pt x="9613" y="4584"/>
                  </a:lnTo>
                  <a:lnTo>
                    <a:pt x="9568" y="4618"/>
                  </a:lnTo>
                  <a:lnTo>
                    <a:pt x="9534" y="4653"/>
                  </a:lnTo>
                  <a:lnTo>
                    <a:pt x="7566" y="3515"/>
                  </a:lnTo>
                  <a:lnTo>
                    <a:pt x="7577" y="3447"/>
                  </a:lnTo>
                  <a:lnTo>
                    <a:pt x="7566" y="3401"/>
                  </a:lnTo>
                  <a:lnTo>
                    <a:pt x="7554" y="3367"/>
                  </a:lnTo>
                  <a:lnTo>
                    <a:pt x="7543" y="3333"/>
                  </a:lnTo>
                  <a:lnTo>
                    <a:pt x="7520" y="3299"/>
                  </a:lnTo>
                  <a:lnTo>
                    <a:pt x="7486" y="3276"/>
                  </a:lnTo>
                  <a:lnTo>
                    <a:pt x="7452" y="3253"/>
                  </a:lnTo>
                  <a:lnTo>
                    <a:pt x="7418" y="3231"/>
                  </a:lnTo>
                  <a:lnTo>
                    <a:pt x="7384" y="3231"/>
                  </a:lnTo>
                  <a:lnTo>
                    <a:pt x="7384" y="921"/>
                  </a:lnTo>
                  <a:lnTo>
                    <a:pt x="7429" y="921"/>
                  </a:lnTo>
                  <a:lnTo>
                    <a:pt x="7463" y="899"/>
                  </a:lnTo>
                  <a:lnTo>
                    <a:pt x="7497" y="876"/>
                  </a:lnTo>
                  <a:lnTo>
                    <a:pt x="7531" y="853"/>
                  </a:lnTo>
                  <a:lnTo>
                    <a:pt x="7554" y="819"/>
                  </a:lnTo>
                  <a:lnTo>
                    <a:pt x="7577" y="774"/>
                  </a:lnTo>
                  <a:lnTo>
                    <a:pt x="7588" y="728"/>
                  </a:lnTo>
                  <a:lnTo>
                    <a:pt x="7588" y="683"/>
                  </a:lnTo>
                  <a:lnTo>
                    <a:pt x="7588" y="637"/>
                  </a:lnTo>
                  <a:lnTo>
                    <a:pt x="7577" y="592"/>
                  </a:lnTo>
                  <a:lnTo>
                    <a:pt x="7554" y="557"/>
                  </a:lnTo>
                  <a:lnTo>
                    <a:pt x="7520" y="512"/>
                  </a:lnTo>
                  <a:lnTo>
                    <a:pt x="7486" y="489"/>
                  </a:lnTo>
                  <a:lnTo>
                    <a:pt x="7440" y="466"/>
                  </a:lnTo>
                  <a:lnTo>
                    <a:pt x="7395" y="455"/>
                  </a:lnTo>
                  <a:lnTo>
                    <a:pt x="7349" y="444"/>
                  </a:lnTo>
                  <a:lnTo>
                    <a:pt x="7293" y="455"/>
                  </a:lnTo>
                  <a:lnTo>
                    <a:pt x="7236" y="478"/>
                  </a:lnTo>
                  <a:lnTo>
                    <a:pt x="7190" y="501"/>
                  </a:lnTo>
                  <a:lnTo>
                    <a:pt x="7156" y="546"/>
                  </a:lnTo>
                  <a:lnTo>
                    <a:pt x="6212" y="0"/>
                  </a:lnTo>
                  <a:lnTo>
                    <a:pt x="6121" y="0"/>
                  </a:lnTo>
                  <a:lnTo>
                    <a:pt x="7133" y="580"/>
                  </a:lnTo>
                  <a:lnTo>
                    <a:pt x="7111" y="637"/>
                  </a:lnTo>
                  <a:lnTo>
                    <a:pt x="7111" y="683"/>
                  </a:lnTo>
                  <a:lnTo>
                    <a:pt x="7111" y="739"/>
                  </a:lnTo>
                  <a:lnTo>
                    <a:pt x="7122" y="774"/>
                  </a:lnTo>
                  <a:lnTo>
                    <a:pt x="7145" y="819"/>
                  </a:lnTo>
                  <a:lnTo>
                    <a:pt x="7179" y="853"/>
                  </a:lnTo>
                  <a:lnTo>
                    <a:pt x="7213" y="887"/>
                  </a:lnTo>
                  <a:lnTo>
                    <a:pt x="7247" y="910"/>
                  </a:lnTo>
                  <a:lnTo>
                    <a:pt x="7293" y="921"/>
                  </a:lnTo>
                  <a:lnTo>
                    <a:pt x="7338" y="933"/>
                  </a:lnTo>
                  <a:lnTo>
                    <a:pt x="7338" y="3219"/>
                  </a:lnTo>
                  <a:lnTo>
                    <a:pt x="7293" y="3231"/>
                  </a:lnTo>
                  <a:lnTo>
                    <a:pt x="7258" y="3242"/>
                  </a:lnTo>
                  <a:lnTo>
                    <a:pt x="7224" y="3265"/>
                  </a:lnTo>
                  <a:lnTo>
                    <a:pt x="7190" y="3299"/>
                  </a:lnTo>
                  <a:lnTo>
                    <a:pt x="7167" y="3322"/>
                  </a:lnTo>
                  <a:lnTo>
                    <a:pt x="7145" y="3367"/>
                  </a:lnTo>
                  <a:lnTo>
                    <a:pt x="7133" y="3401"/>
                  </a:lnTo>
                  <a:lnTo>
                    <a:pt x="7122" y="3447"/>
                  </a:lnTo>
                  <a:lnTo>
                    <a:pt x="7133" y="3481"/>
                  </a:lnTo>
                  <a:lnTo>
                    <a:pt x="7145" y="3526"/>
                  </a:lnTo>
                  <a:lnTo>
                    <a:pt x="5120" y="4698"/>
                  </a:lnTo>
                  <a:lnTo>
                    <a:pt x="5086" y="4664"/>
                  </a:lnTo>
                  <a:lnTo>
                    <a:pt x="5063" y="4641"/>
                  </a:lnTo>
                  <a:lnTo>
                    <a:pt x="5018" y="4630"/>
                  </a:lnTo>
                  <a:lnTo>
                    <a:pt x="4938" y="4630"/>
                  </a:lnTo>
                  <a:lnTo>
                    <a:pt x="4904" y="4641"/>
                  </a:lnTo>
                  <a:lnTo>
                    <a:pt x="4881" y="4664"/>
                  </a:lnTo>
                  <a:lnTo>
                    <a:pt x="4847" y="4687"/>
                  </a:lnTo>
                  <a:lnTo>
                    <a:pt x="2799" y="3504"/>
                  </a:lnTo>
                  <a:lnTo>
                    <a:pt x="2811" y="3447"/>
                  </a:lnTo>
                  <a:lnTo>
                    <a:pt x="2799" y="3378"/>
                  </a:lnTo>
                  <a:lnTo>
                    <a:pt x="2754" y="3322"/>
                  </a:lnTo>
                  <a:lnTo>
                    <a:pt x="2708" y="3276"/>
                  </a:lnTo>
                  <a:lnTo>
                    <a:pt x="2640" y="3253"/>
                  </a:lnTo>
                  <a:lnTo>
                    <a:pt x="2640" y="910"/>
                  </a:lnTo>
                  <a:lnTo>
                    <a:pt x="2686" y="899"/>
                  </a:lnTo>
                  <a:lnTo>
                    <a:pt x="2720" y="887"/>
                  </a:lnTo>
                  <a:lnTo>
                    <a:pt x="2754" y="865"/>
                  </a:lnTo>
                  <a:lnTo>
                    <a:pt x="2777" y="842"/>
                  </a:lnTo>
                  <a:lnTo>
                    <a:pt x="2799" y="808"/>
                  </a:lnTo>
                  <a:lnTo>
                    <a:pt x="2822" y="774"/>
                  </a:lnTo>
                  <a:lnTo>
                    <a:pt x="2833" y="728"/>
                  </a:lnTo>
                  <a:lnTo>
                    <a:pt x="2833" y="683"/>
                  </a:lnTo>
                  <a:lnTo>
                    <a:pt x="2833" y="637"/>
                  </a:lnTo>
                  <a:lnTo>
                    <a:pt x="2822" y="603"/>
                  </a:lnTo>
                  <a:lnTo>
                    <a:pt x="3857" y="0"/>
                  </a:lnTo>
                  <a:lnTo>
                    <a:pt x="3766" y="0"/>
                  </a:lnTo>
                  <a:lnTo>
                    <a:pt x="2799" y="557"/>
                  </a:lnTo>
                  <a:lnTo>
                    <a:pt x="2765" y="523"/>
                  </a:lnTo>
                  <a:lnTo>
                    <a:pt x="2720" y="489"/>
                  </a:lnTo>
                  <a:lnTo>
                    <a:pt x="2663" y="466"/>
                  </a:lnTo>
                  <a:lnTo>
                    <a:pt x="2560" y="466"/>
                  </a:lnTo>
                  <a:lnTo>
                    <a:pt x="2504" y="489"/>
                  </a:lnTo>
                  <a:lnTo>
                    <a:pt x="2469" y="512"/>
                  </a:lnTo>
                  <a:lnTo>
                    <a:pt x="2435" y="557"/>
                  </a:lnTo>
                  <a:lnTo>
                    <a:pt x="146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920875" y="0"/>
              <a:ext cx="1786004" cy="1382311"/>
            </a:xfrm>
            <a:custGeom>
              <a:avLst/>
              <a:gdLst/>
              <a:ahLst/>
              <a:cxnLst/>
              <a:rect l="l" t="t" r="r" b="b"/>
              <a:pathLst>
                <a:path w="17064" h="13207" extrusionOk="0">
                  <a:moveTo>
                    <a:pt x="14675" y="3560"/>
                  </a:moveTo>
                  <a:lnTo>
                    <a:pt x="16677" y="4709"/>
                  </a:lnTo>
                  <a:lnTo>
                    <a:pt x="16665" y="4755"/>
                  </a:lnTo>
                  <a:lnTo>
                    <a:pt x="16654" y="4789"/>
                  </a:lnTo>
                  <a:lnTo>
                    <a:pt x="16654" y="4835"/>
                  </a:lnTo>
                  <a:lnTo>
                    <a:pt x="16665" y="4869"/>
                  </a:lnTo>
                  <a:lnTo>
                    <a:pt x="16711" y="4926"/>
                  </a:lnTo>
                  <a:lnTo>
                    <a:pt x="16768" y="4971"/>
                  </a:lnTo>
                  <a:lnTo>
                    <a:pt x="16802" y="4982"/>
                  </a:lnTo>
                  <a:lnTo>
                    <a:pt x="16836" y="4994"/>
                  </a:lnTo>
                  <a:lnTo>
                    <a:pt x="16836" y="7348"/>
                  </a:lnTo>
                  <a:lnTo>
                    <a:pt x="16802" y="7348"/>
                  </a:lnTo>
                  <a:lnTo>
                    <a:pt x="16768" y="7371"/>
                  </a:lnTo>
                  <a:lnTo>
                    <a:pt x="16711" y="7417"/>
                  </a:lnTo>
                  <a:lnTo>
                    <a:pt x="16665" y="7474"/>
                  </a:lnTo>
                  <a:lnTo>
                    <a:pt x="16654" y="7508"/>
                  </a:lnTo>
                  <a:lnTo>
                    <a:pt x="16654" y="7553"/>
                  </a:lnTo>
                  <a:lnTo>
                    <a:pt x="16665" y="7622"/>
                  </a:lnTo>
                  <a:lnTo>
                    <a:pt x="14709" y="8748"/>
                  </a:lnTo>
                  <a:lnTo>
                    <a:pt x="14675" y="8702"/>
                  </a:lnTo>
                  <a:lnTo>
                    <a:pt x="14618" y="8657"/>
                  </a:lnTo>
                  <a:lnTo>
                    <a:pt x="14561" y="8634"/>
                  </a:lnTo>
                  <a:lnTo>
                    <a:pt x="14424" y="8634"/>
                  </a:lnTo>
                  <a:lnTo>
                    <a:pt x="14368" y="8657"/>
                  </a:lnTo>
                  <a:lnTo>
                    <a:pt x="14311" y="8702"/>
                  </a:lnTo>
                  <a:lnTo>
                    <a:pt x="14265" y="8748"/>
                  </a:lnTo>
                  <a:lnTo>
                    <a:pt x="12331" y="7622"/>
                  </a:lnTo>
                  <a:lnTo>
                    <a:pt x="12343" y="7587"/>
                  </a:lnTo>
                  <a:lnTo>
                    <a:pt x="12343" y="7553"/>
                  </a:lnTo>
                  <a:lnTo>
                    <a:pt x="12343" y="7508"/>
                  </a:lnTo>
                  <a:lnTo>
                    <a:pt x="12331" y="7462"/>
                  </a:lnTo>
                  <a:lnTo>
                    <a:pt x="12309" y="7428"/>
                  </a:lnTo>
                  <a:lnTo>
                    <a:pt x="12286" y="7394"/>
                  </a:lnTo>
                  <a:lnTo>
                    <a:pt x="12252" y="7371"/>
                  </a:lnTo>
                  <a:lnTo>
                    <a:pt x="12218" y="7348"/>
                  </a:lnTo>
                  <a:lnTo>
                    <a:pt x="12183" y="7337"/>
                  </a:lnTo>
                  <a:lnTo>
                    <a:pt x="12149" y="7326"/>
                  </a:lnTo>
                  <a:lnTo>
                    <a:pt x="12149" y="5028"/>
                  </a:lnTo>
                  <a:lnTo>
                    <a:pt x="12183" y="5028"/>
                  </a:lnTo>
                  <a:lnTo>
                    <a:pt x="12229" y="5005"/>
                  </a:lnTo>
                  <a:lnTo>
                    <a:pt x="12263" y="4982"/>
                  </a:lnTo>
                  <a:lnTo>
                    <a:pt x="12297" y="4960"/>
                  </a:lnTo>
                  <a:lnTo>
                    <a:pt x="12320" y="4914"/>
                  </a:lnTo>
                  <a:lnTo>
                    <a:pt x="12343" y="4880"/>
                  </a:lnTo>
                  <a:lnTo>
                    <a:pt x="12354" y="4835"/>
                  </a:lnTo>
                  <a:lnTo>
                    <a:pt x="12365" y="4789"/>
                  </a:lnTo>
                  <a:lnTo>
                    <a:pt x="12354" y="4744"/>
                  </a:lnTo>
                  <a:lnTo>
                    <a:pt x="12343" y="4698"/>
                  </a:lnTo>
                  <a:lnTo>
                    <a:pt x="14299" y="3560"/>
                  </a:lnTo>
                  <a:lnTo>
                    <a:pt x="14333" y="3606"/>
                  </a:lnTo>
                  <a:lnTo>
                    <a:pt x="14379" y="3640"/>
                  </a:lnTo>
                  <a:lnTo>
                    <a:pt x="14436" y="3663"/>
                  </a:lnTo>
                  <a:lnTo>
                    <a:pt x="14550" y="3663"/>
                  </a:lnTo>
                  <a:lnTo>
                    <a:pt x="14595" y="3640"/>
                  </a:lnTo>
                  <a:lnTo>
                    <a:pt x="14641" y="3606"/>
                  </a:lnTo>
                  <a:lnTo>
                    <a:pt x="14675" y="3560"/>
                  </a:lnTo>
                  <a:close/>
                  <a:moveTo>
                    <a:pt x="5176" y="3549"/>
                  </a:moveTo>
                  <a:lnTo>
                    <a:pt x="7178" y="4698"/>
                  </a:lnTo>
                  <a:lnTo>
                    <a:pt x="7167" y="4744"/>
                  </a:lnTo>
                  <a:lnTo>
                    <a:pt x="7156" y="4789"/>
                  </a:lnTo>
                  <a:lnTo>
                    <a:pt x="7156" y="4835"/>
                  </a:lnTo>
                  <a:lnTo>
                    <a:pt x="7178" y="4869"/>
                  </a:lnTo>
                  <a:lnTo>
                    <a:pt x="7190" y="4903"/>
                  </a:lnTo>
                  <a:lnTo>
                    <a:pt x="7212" y="4937"/>
                  </a:lnTo>
                  <a:lnTo>
                    <a:pt x="7247" y="4960"/>
                  </a:lnTo>
                  <a:lnTo>
                    <a:pt x="7281" y="4982"/>
                  </a:lnTo>
                  <a:lnTo>
                    <a:pt x="7315" y="4994"/>
                  </a:lnTo>
                  <a:lnTo>
                    <a:pt x="7360" y="5005"/>
                  </a:lnTo>
                  <a:lnTo>
                    <a:pt x="7360" y="7371"/>
                  </a:lnTo>
                  <a:lnTo>
                    <a:pt x="7292" y="7383"/>
                  </a:lnTo>
                  <a:lnTo>
                    <a:pt x="7235" y="7428"/>
                  </a:lnTo>
                  <a:lnTo>
                    <a:pt x="7201" y="7485"/>
                  </a:lnTo>
                  <a:lnTo>
                    <a:pt x="7190" y="7519"/>
                  </a:lnTo>
                  <a:lnTo>
                    <a:pt x="7190" y="7553"/>
                  </a:lnTo>
                  <a:lnTo>
                    <a:pt x="7201" y="7610"/>
                  </a:lnTo>
                  <a:lnTo>
                    <a:pt x="5142" y="8793"/>
                  </a:lnTo>
                  <a:lnTo>
                    <a:pt x="5119" y="8759"/>
                  </a:lnTo>
                  <a:lnTo>
                    <a:pt x="5085" y="8736"/>
                  </a:lnTo>
                  <a:lnTo>
                    <a:pt x="5040" y="8725"/>
                  </a:lnTo>
                  <a:lnTo>
                    <a:pt x="4994" y="8714"/>
                  </a:lnTo>
                  <a:lnTo>
                    <a:pt x="4960" y="8725"/>
                  </a:lnTo>
                  <a:lnTo>
                    <a:pt x="4915" y="8736"/>
                  </a:lnTo>
                  <a:lnTo>
                    <a:pt x="4892" y="8759"/>
                  </a:lnTo>
                  <a:lnTo>
                    <a:pt x="4858" y="8782"/>
                  </a:lnTo>
                  <a:lnTo>
                    <a:pt x="2844" y="7622"/>
                  </a:lnTo>
                  <a:lnTo>
                    <a:pt x="2856" y="7587"/>
                  </a:lnTo>
                  <a:lnTo>
                    <a:pt x="2856" y="7553"/>
                  </a:lnTo>
                  <a:lnTo>
                    <a:pt x="2856" y="7508"/>
                  </a:lnTo>
                  <a:lnTo>
                    <a:pt x="2844" y="7462"/>
                  </a:lnTo>
                  <a:lnTo>
                    <a:pt x="2821" y="7428"/>
                  </a:lnTo>
                  <a:lnTo>
                    <a:pt x="2799" y="7394"/>
                  </a:lnTo>
                  <a:lnTo>
                    <a:pt x="2776" y="7371"/>
                  </a:lnTo>
                  <a:lnTo>
                    <a:pt x="2742" y="7348"/>
                  </a:lnTo>
                  <a:lnTo>
                    <a:pt x="2708" y="7337"/>
                  </a:lnTo>
                  <a:lnTo>
                    <a:pt x="2662" y="7326"/>
                  </a:lnTo>
                  <a:lnTo>
                    <a:pt x="2662" y="5005"/>
                  </a:lnTo>
                  <a:lnTo>
                    <a:pt x="2730" y="4971"/>
                  </a:lnTo>
                  <a:lnTo>
                    <a:pt x="2787" y="4926"/>
                  </a:lnTo>
                  <a:lnTo>
                    <a:pt x="2821" y="4869"/>
                  </a:lnTo>
                  <a:lnTo>
                    <a:pt x="2833" y="4835"/>
                  </a:lnTo>
                  <a:lnTo>
                    <a:pt x="2844" y="4789"/>
                  </a:lnTo>
                  <a:lnTo>
                    <a:pt x="2833" y="4755"/>
                  </a:lnTo>
                  <a:lnTo>
                    <a:pt x="2821" y="4709"/>
                  </a:lnTo>
                  <a:lnTo>
                    <a:pt x="4824" y="3560"/>
                  </a:lnTo>
                  <a:lnTo>
                    <a:pt x="4858" y="3595"/>
                  </a:lnTo>
                  <a:lnTo>
                    <a:pt x="4903" y="3629"/>
                  </a:lnTo>
                  <a:lnTo>
                    <a:pt x="4949" y="3651"/>
                  </a:lnTo>
                  <a:lnTo>
                    <a:pt x="4994" y="3651"/>
                  </a:lnTo>
                  <a:lnTo>
                    <a:pt x="5051" y="3640"/>
                  </a:lnTo>
                  <a:lnTo>
                    <a:pt x="5108" y="3629"/>
                  </a:lnTo>
                  <a:lnTo>
                    <a:pt x="5142" y="3595"/>
                  </a:lnTo>
                  <a:lnTo>
                    <a:pt x="5176" y="3549"/>
                  </a:lnTo>
                  <a:close/>
                  <a:moveTo>
                    <a:pt x="7531" y="7644"/>
                  </a:moveTo>
                  <a:lnTo>
                    <a:pt x="9556" y="8816"/>
                  </a:lnTo>
                  <a:lnTo>
                    <a:pt x="9533" y="8850"/>
                  </a:lnTo>
                  <a:lnTo>
                    <a:pt x="9533" y="8896"/>
                  </a:lnTo>
                  <a:lnTo>
                    <a:pt x="9533" y="8941"/>
                  </a:lnTo>
                  <a:lnTo>
                    <a:pt x="9544" y="8975"/>
                  </a:lnTo>
                  <a:lnTo>
                    <a:pt x="9567" y="9009"/>
                  </a:lnTo>
                  <a:lnTo>
                    <a:pt x="9590" y="9043"/>
                  </a:lnTo>
                  <a:lnTo>
                    <a:pt x="9613" y="9066"/>
                  </a:lnTo>
                  <a:lnTo>
                    <a:pt x="9647" y="9089"/>
                  </a:lnTo>
                  <a:lnTo>
                    <a:pt x="9692" y="9100"/>
                  </a:lnTo>
                  <a:lnTo>
                    <a:pt x="9726" y="9112"/>
                  </a:lnTo>
                  <a:lnTo>
                    <a:pt x="9726" y="11466"/>
                  </a:lnTo>
                  <a:lnTo>
                    <a:pt x="9658" y="11489"/>
                  </a:lnTo>
                  <a:lnTo>
                    <a:pt x="9601" y="11523"/>
                  </a:lnTo>
                  <a:lnTo>
                    <a:pt x="9567" y="11592"/>
                  </a:lnTo>
                  <a:lnTo>
                    <a:pt x="9556" y="11614"/>
                  </a:lnTo>
                  <a:lnTo>
                    <a:pt x="9556" y="11660"/>
                  </a:lnTo>
                  <a:lnTo>
                    <a:pt x="9567" y="11717"/>
                  </a:lnTo>
                  <a:lnTo>
                    <a:pt x="7531" y="12888"/>
                  </a:lnTo>
                  <a:lnTo>
                    <a:pt x="7508" y="12854"/>
                  </a:lnTo>
                  <a:lnTo>
                    <a:pt x="7463" y="12831"/>
                  </a:lnTo>
                  <a:lnTo>
                    <a:pt x="7417" y="12809"/>
                  </a:lnTo>
                  <a:lnTo>
                    <a:pt x="7326" y="12809"/>
                  </a:lnTo>
                  <a:lnTo>
                    <a:pt x="7281" y="12820"/>
                  </a:lnTo>
                  <a:lnTo>
                    <a:pt x="7247" y="12854"/>
                  </a:lnTo>
                  <a:lnTo>
                    <a:pt x="7212" y="12877"/>
                  </a:lnTo>
                  <a:lnTo>
                    <a:pt x="5165" y="11705"/>
                  </a:lnTo>
                  <a:lnTo>
                    <a:pt x="5165" y="11660"/>
                  </a:lnTo>
                  <a:lnTo>
                    <a:pt x="5165" y="11592"/>
                  </a:lnTo>
                  <a:lnTo>
                    <a:pt x="5131" y="11546"/>
                  </a:lnTo>
                  <a:lnTo>
                    <a:pt x="5085" y="11512"/>
                  </a:lnTo>
                  <a:lnTo>
                    <a:pt x="5028" y="11489"/>
                  </a:lnTo>
                  <a:lnTo>
                    <a:pt x="5028" y="9078"/>
                  </a:lnTo>
                  <a:lnTo>
                    <a:pt x="5097" y="9055"/>
                  </a:lnTo>
                  <a:lnTo>
                    <a:pt x="5142" y="9009"/>
                  </a:lnTo>
                  <a:lnTo>
                    <a:pt x="5165" y="8964"/>
                  </a:lnTo>
                  <a:lnTo>
                    <a:pt x="5176" y="8896"/>
                  </a:lnTo>
                  <a:lnTo>
                    <a:pt x="5165" y="8839"/>
                  </a:lnTo>
                  <a:lnTo>
                    <a:pt x="7224" y="7656"/>
                  </a:lnTo>
                  <a:lnTo>
                    <a:pt x="7247" y="7678"/>
                  </a:lnTo>
                  <a:lnTo>
                    <a:pt x="7281" y="7713"/>
                  </a:lnTo>
                  <a:lnTo>
                    <a:pt x="7326" y="7724"/>
                  </a:lnTo>
                  <a:lnTo>
                    <a:pt x="7372" y="7735"/>
                  </a:lnTo>
                  <a:lnTo>
                    <a:pt x="7417" y="7724"/>
                  </a:lnTo>
                  <a:lnTo>
                    <a:pt x="7463" y="7701"/>
                  </a:lnTo>
                  <a:lnTo>
                    <a:pt x="7497" y="7678"/>
                  </a:lnTo>
                  <a:lnTo>
                    <a:pt x="7531" y="7644"/>
                  </a:lnTo>
                  <a:close/>
                  <a:moveTo>
                    <a:pt x="1411" y="0"/>
                  </a:moveTo>
                  <a:lnTo>
                    <a:pt x="399" y="592"/>
                  </a:lnTo>
                  <a:lnTo>
                    <a:pt x="376" y="557"/>
                  </a:lnTo>
                  <a:lnTo>
                    <a:pt x="342" y="535"/>
                  </a:lnTo>
                  <a:lnTo>
                    <a:pt x="296" y="523"/>
                  </a:lnTo>
                  <a:lnTo>
                    <a:pt x="262" y="512"/>
                  </a:lnTo>
                  <a:lnTo>
                    <a:pt x="228" y="512"/>
                  </a:lnTo>
                  <a:lnTo>
                    <a:pt x="194" y="523"/>
                  </a:lnTo>
                  <a:lnTo>
                    <a:pt x="137" y="569"/>
                  </a:lnTo>
                  <a:lnTo>
                    <a:pt x="103" y="626"/>
                  </a:lnTo>
                  <a:lnTo>
                    <a:pt x="91" y="648"/>
                  </a:lnTo>
                  <a:lnTo>
                    <a:pt x="80" y="683"/>
                  </a:lnTo>
                  <a:lnTo>
                    <a:pt x="103" y="751"/>
                  </a:lnTo>
                  <a:lnTo>
                    <a:pt x="137" y="808"/>
                  </a:lnTo>
                  <a:lnTo>
                    <a:pt x="182" y="842"/>
                  </a:lnTo>
                  <a:lnTo>
                    <a:pt x="251" y="865"/>
                  </a:lnTo>
                  <a:lnTo>
                    <a:pt x="251" y="3196"/>
                  </a:lnTo>
                  <a:lnTo>
                    <a:pt x="194" y="3196"/>
                  </a:lnTo>
                  <a:lnTo>
                    <a:pt x="148" y="3219"/>
                  </a:lnTo>
                  <a:lnTo>
                    <a:pt x="114" y="3242"/>
                  </a:lnTo>
                  <a:lnTo>
                    <a:pt x="80" y="3276"/>
                  </a:lnTo>
                  <a:lnTo>
                    <a:pt x="46" y="3310"/>
                  </a:lnTo>
                  <a:lnTo>
                    <a:pt x="23" y="3344"/>
                  </a:lnTo>
                  <a:lnTo>
                    <a:pt x="12" y="3401"/>
                  </a:lnTo>
                  <a:lnTo>
                    <a:pt x="0" y="3447"/>
                  </a:lnTo>
                  <a:lnTo>
                    <a:pt x="12" y="3492"/>
                  </a:lnTo>
                  <a:lnTo>
                    <a:pt x="23" y="3549"/>
                  </a:lnTo>
                  <a:lnTo>
                    <a:pt x="46" y="3583"/>
                  </a:lnTo>
                  <a:lnTo>
                    <a:pt x="80" y="3629"/>
                  </a:lnTo>
                  <a:lnTo>
                    <a:pt x="114" y="3651"/>
                  </a:lnTo>
                  <a:lnTo>
                    <a:pt x="160" y="3674"/>
                  </a:lnTo>
                  <a:lnTo>
                    <a:pt x="205" y="3697"/>
                  </a:lnTo>
                  <a:lnTo>
                    <a:pt x="262" y="3697"/>
                  </a:lnTo>
                  <a:lnTo>
                    <a:pt x="330" y="3686"/>
                  </a:lnTo>
                  <a:lnTo>
                    <a:pt x="387" y="3663"/>
                  </a:lnTo>
                  <a:lnTo>
                    <a:pt x="444" y="3629"/>
                  </a:lnTo>
                  <a:lnTo>
                    <a:pt x="478" y="3572"/>
                  </a:lnTo>
                  <a:lnTo>
                    <a:pt x="2435" y="4709"/>
                  </a:lnTo>
                  <a:lnTo>
                    <a:pt x="2423" y="4744"/>
                  </a:lnTo>
                  <a:lnTo>
                    <a:pt x="2423" y="4789"/>
                  </a:lnTo>
                  <a:lnTo>
                    <a:pt x="2423" y="4835"/>
                  </a:lnTo>
                  <a:lnTo>
                    <a:pt x="2435" y="4869"/>
                  </a:lnTo>
                  <a:lnTo>
                    <a:pt x="2457" y="4903"/>
                  </a:lnTo>
                  <a:lnTo>
                    <a:pt x="2480" y="4937"/>
                  </a:lnTo>
                  <a:lnTo>
                    <a:pt x="2503" y="4960"/>
                  </a:lnTo>
                  <a:lnTo>
                    <a:pt x="2537" y="4982"/>
                  </a:lnTo>
                  <a:lnTo>
                    <a:pt x="2571" y="4994"/>
                  </a:lnTo>
                  <a:lnTo>
                    <a:pt x="2617" y="5005"/>
                  </a:lnTo>
                  <a:lnTo>
                    <a:pt x="2617" y="7326"/>
                  </a:lnTo>
                  <a:lnTo>
                    <a:pt x="2571" y="7326"/>
                  </a:lnTo>
                  <a:lnTo>
                    <a:pt x="2537" y="7337"/>
                  </a:lnTo>
                  <a:lnTo>
                    <a:pt x="2492" y="7360"/>
                  </a:lnTo>
                  <a:lnTo>
                    <a:pt x="2457" y="7394"/>
                  </a:lnTo>
                  <a:lnTo>
                    <a:pt x="2435" y="7428"/>
                  </a:lnTo>
                  <a:lnTo>
                    <a:pt x="2412" y="7462"/>
                  </a:lnTo>
                  <a:lnTo>
                    <a:pt x="2401" y="7508"/>
                  </a:lnTo>
                  <a:lnTo>
                    <a:pt x="2401" y="7553"/>
                  </a:lnTo>
                  <a:lnTo>
                    <a:pt x="2401" y="7599"/>
                  </a:lnTo>
                  <a:lnTo>
                    <a:pt x="2412" y="7644"/>
                  </a:lnTo>
                  <a:lnTo>
                    <a:pt x="2435" y="7678"/>
                  </a:lnTo>
                  <a:lnTo>
                    <a:pt x="2469" y="7713"/>
                  </a:lnTo>
                  <a:lnTo>
                    <a:pt x="2503" y="7735"/>
                  </a:lnTo>
                  <a:lnTo>
                    <a:pt x="2537" y="7758"/>
                  </a:lnTo>
                  <a:lnTo>
                    <a:pt x="2583" y="7769"/>
                  </a:lnTo>
                  <a:lnTo>
                    <a:pt x="2628" y="7781"/>
                  </a:lnTo>
                  <a:lnTo>
                    <a:pt x="2685" y="7769"/>
                  </a:lnTo>
                  <a:lnTo>
                    <a:pt x="2742" y="7747"/>
                  </a:lnTo>
                  <a:lnTo>
                    <a:pt x="2787" y="7713"/>
                  </a:lnTo>
                  <a:lnTo>
                    <a:pt x="2821" y="7667"/>
                  </a:lnTo>
                  <a:lnTo>
                    <a:pt x="4835" y="8827"/>
                  </a:lnTo>
                  <a:lnTo>
                    <a:pt x="4824" y="8861"/>
                  </a:lnTo>
                  <a:lnTo>
                    <a:pt x="4824" y="8896"/>
                  </a:lnTo>
                  <a:lnTo>
                    <a:pt x="4824" y="8930"/>
                  </a:lnTo>
                  <a:lnTo>
                    <a:pt x="4835" y="8964"/>
                  </a:lnTo>
                  <a:lnTo>
                    <a:pt x="4869" y="9021"/>
                  </a:lnTo>
                  <a:lnTo>
                    <a:pt x="4926" y="9066"/>
                  </a:lnTo>
                  <a:lnTo>
                    <a:pt x="4983" y="9078"/>
                  </a:lnTo>
                  <a:lnTo>
                    <a:pt x="4983" y="11489"/>
                  </a:lnTo>
                  <a:lnTo>
                    <a:pt x="4926" y="11501"/>
                  </a:lnTo>
                  <a:lnTo>
                    <a:pt x="4869" y="11535"/>
                  </a:lnTo>
                  <a:lnTo>
                    <a:pt x="4846" y="11592"/>
                  </a:lnTo>
                  <a:lnTo>
                    <a:pt x="4824" y="11660"/>
                  </a:lnTo>
                  <a:lnTo>
                    <a:pt x="4835" y="11694"/>
                  </a:lnTo>
                  <a:lnTo>
                    <a:pt x="4846" y="11728"/>
                  </a:lnTo>
                  <a:lnTo>
                    <a:pt x="4880" y="11774"/>
                  </a:lnTo>
                  <a:lnTo>
                    <a:pt x="4937" y="11819"/>
                  </a:lnTo>
                  <a:lnTo>
                    <a:pt x="4960" y="11819"/>
                  </a:lnTo>
                  <a:lnTo>
                    <a:pt x="4994" y="11830"/>
                  </a:lnTo>
                  <a:lnTo>
                    <a:pt x="5040" y="11819"/>
                  </a:lnTo>
                  <a:lnTo>
                    <a:pt x="5085" y="11808"/>
                  </a:lnTo>
                  <a:lnTo>
                    <a:pt x="5119" y="11774"/>
                  </a:lnTo>
                  <a:lnTo>
                    <a:pt x="5142" y="11739"/>
                  </a:lnTo>
                  <a:lnTo>
                    <a:pt x="7190" y="12922"/>
                  </a:lnTo>
                  <a:lnTo>
                    <a:pt x="7178" y="12957"/>
                  </a:lnTo>
                  <a:lnTo>
                    <a:pt x="7167" y="13002"/>
                  </a:lnTo>
                  <a:lnTo>
                    <a:pt x="7178" y="13048"/>
                  </a:lnTo>
                  <a:lnTo>
                    <a:pt x="7190" y="13082"/>
                  </a:lnTo>
                  <a:lnTo>
                    <a:pt x="7201" y="13116"/>
                  </a:lnTo>
                  <a:lnTo>
                    <a:pt x="7224" y="13139"/>
                  </a:lnTo>
                  <a:lnTo>
                    <a:pt x="7258" y="13173"/>
                  </a:lnTo>
                  <a:lnTo>
                    <a:pt x="7292" y="13184"/>
                  </a:lnTo>
                  <a:lnTo>
                    <a:pt x="7326" y="13195"/>
                  </a:lnTo>
                  <a:lnTo>
                    <a:pt x="7372" y="13207"/>
                  </a:lnTo>
                  <a:lnTo>
                    <a:pt x="7406" y="13195"/>
                  </a:lnTo>
                  <a:lnTo>
                    <a:pt x="7451" y="13184"/>
                  </a:lnTo>
                  <a:lnTo>
                    <a:pt x="7485" y="13173"/>
                  </a:lnTo>
                  <a:lnTo>
                    <a:pt x="7508" y="13139"/>
                  </a:lnTo>
                  <a:lnTo>
                    <a:pt x="7531" y="13116"/>
                  </a:lnTo>
                  <a:lnTo>
                    <a:pt x="7554" y="13082"/>
                  </a:lnTo>
                  <a:lnTo>
                    <a:pt x="7565" y="13048"/>
                  </a:lnTo>
                  <a:lnTo>
                    <a:pt x="7565" y="13002"/>
                  </a:lnTo>
                  <a:lnTo>
                    <a:pt x="7565" y="12968"/>
                  </a:lnTo>
                  <a:lnTo>
                    <a:pt x="7554" y="12934"/>
                  </a:lnTo>
                  <a:lnTo>
                    <a:pt x="9590" y="11762"/>
                  </a:lnTo>
                  <a:lnTo>
                    <a:pt x="9613" y="11796"/>
                  </a:lnTo>
                  <a:lnTo>
                    <a:pt x="9647" y="11819"/>
                  </a:lnTo>
                  <a:lnTo>
                    <a:pt x="9692" y="11842"/>
                  </a:lnTo>
                  <a:lnTo>
                    <a:pt x="9783" y="11842"/>
                  </a:lnTo>
                  <a:lnTo>
                    <a:pt x="9817" y="11830"/>
                  </a:lnTo>
                  <a:lnTo>
                    <a:pt x="9851" y="11808"/>
                  </a:lnTo>
                  <a:lnTo>
                    <a:pt x="9874" y="11785"/>
                  </a:lnTo>
                  <a:lnTo>
                    <a:pt x="9897" y="11762"/>
                  </a:lnTo>
                  <a:lnTo>
                    <a:pt x="9920" y="11728"/>
                  </a:lnTo>
                  <a:lnTo>
                    <a:pt x="9931" y="11694"/>
                  </a:lnTo>
                  <a:lnTo>
                    <a:pt x="9931" y="11660"/>
                  </a:lnTo>
                  <a:lnTo>
                    <a:pt x="9920" y="11592"/>
                  </a:lnTo>
                  <a:lnTo>
                    <a:pt x="9886" y="11535"/>
                  </a:lnTo>
                  <a:lnTo>
                    <a:pt x="9840" y="11489"/>
                  </a:lnTo>
                  <a:lnTo>
                    <a:pt x="9772" y="11466"/>
                  </a:lnTo>
                  <a:lnTo>
                    <a:pt x="9772" y="9100"/>
                  </a:lnTo>
                  <a:lnTo>
                    <a:pt x="9840" y="9078"/>
                  </a:lnTo>
                  <a:lnTo>
                    <a:pt x="9897" y="9032"/>
                  </a:lnTo>
                  <a:lnTo>
                    <a:pt x="9942" y="8975"/>
                  </a:lnTo>
                  <a:lnTo>
                    <a:pt x="9954" y="8941"/>
                  </a:lnTo>
                  <a:lnTo>
                    <a:pt x="9954" y="8896"/>
                  </a:lnTo>
                  <a:lnTo>
                    <a:pt x="9942" y="8861"/>
                  </a:lnTo>
                  <a:lnTo>
                    <a:pt x="9931" y="8816"/>
                  </a:lnTo>
                  <a:lnTo>
                    <a:pt x="11933" y="7667"/>
                  </a:lnTo>
                  <a:lnTo>
                    <a:pt x="11967" y="7713"/>
                  </a:lnTo>
                  <a:lnTo>
                    <a:pt x="12013" y="7747"/>
                  </a:lnTo>
                  <a:lnTo>
                    <a:pt x="12058" y="7769"/>
                  </a:lnTo>
                  <a:lnTo>
                    <a:pt x="12183" y="7769"/>
                  </a:lnTo>
                  <a:lnTo>
                    <a:pt x="12229" y="7747"/>
                  </a:lnTo>
                  <a:lnTo>
                    <a:pt x="12274" y="7713"/>
                  </a:lnTo>
                  <a:lnTo>
                    <a:pt x="12309" y="7667"/>
                  </a:lnTo>
                  <a:lnTo>
                    <a:pt x="14242" y="8782"/>
                  </a:lnTo>
                  <a:lnTo>
                    <a:pt x="14231" y="8839"/>
                  </a:lnTo>
                  <a:lnTo>
                    <a:pt x="14220" y="8896"/>
                  </a:lnTo>
                  <a:lnTo>
                    <a:pt x="14231" y="8952"/>
                  </a:lnTo>
                  <a:lnTo>
                    <a:pt x="14242" y="8998"/>
                  </a:lnTo>
                  <a:lnTo>
                    <a:pt x="14265" y="9043"/>
                  </a:lnTo>
                  <a:lnTo>
                    <a:pt x="14299" y="9089"/>
                  </a:lnTo>
                  <a:lnTo>
                    <a:pt x="14345" y="9123"/>
                  </a:lnTo>
                  <a:lnTo>
                    <a:pt x="14390" y="9146"/>
                  </a:lnTo>
                  <a:lnTo>
                    <a:pt x="14436" y="9157"/>
                  </a:lnTo>
                  <a:lnTo>
                    <a:pt x="14493" y="9169"/>
                  </a:lnTo>
                  <a:lnTo>
                    <a:pt x="14550" y="9157"/>
                  </a:lnTo>
                  <a:lnTo>
                    <a:pt x="14595" y="9146"/>
                  </a:lnTo>
                  <a:lnTo>
                    <a:pt x="14641" y="9123"/>
                  </a:lnTo>
                  <a:lnTo>
                    <a:pt x="14686" y="9089"/>
                  </a:lnTo>
                  <a:lnTo>
                    <a:pt x="14709" y="9043"/>
                  </a:lnTo>
                  <a:lnTo>
                    <a:pt x="14743" y="8998"/>
                  </a:lnTo>
                  <a:lnTo>
                    <a:pt x="14754" y="8952"/>
                  </a:lnTo>
                  <a:lnTo>
                    <a:pt x="14754" y="8896"/>
                  </a:lnTo>
                  <a:lnTo>
                    <a:pt x="14754" y="8839"/>
                  </a:lnTo>
                  <a:lnTo>
                    <a:pt x="14732" y="8782"/>
                  </a:lnTo>
                  <a:lnTo>
                    <a:pt x="16688" y="7656"/>
                  </a:lnTo>
                  <a:lnTo>
                    <a:pt x="16722" y="7701"/>
                  </a:lnTo>
                  <a:lnTo>
                    <a:pt x="16756" y="7724"/>
                  </a:lnTo>
                  <a:lnTo>
                    <a:pt x="16802" y="7747"/>
                  </a:lnTo>
                  <a:lnTo>
                    <a:pt x="16859" y="7758"/>
                  </a:lnTo>
                  <a:lnTo>
                    <a:pt x="16904" y="7747"/>
                  </a:lnTo>
                  <a:lnTo>
                    <a:pt x="16938" y="7735"/>
                  </a:lnTo>
                  <a:lnTo>
                    <a:pt x="16972" y="7724"/>
                  </a:lnTo>
                  <a:lnTo>
                    <a:pt x="17007" y="7690"/>
                  </a:lnTo>
                  <a:lnTo>
                    <a:pt x="17029" y="7667"/>
                  </a:lnTo>
                  <a:lnTo>
                    <a:pt x="17052" y="7633"/>
                  </a:lnTo>
                  <a:lnTo>
                    <a:pt x="17063" y="7587"/>
                  </a:lnTo>
                  <a:lnTo>
                    <a:pt x="17063" y="7553"/>
                  </a:lnTo>
                  <a:lnTo>
                    <a:pt x="17063" y="7508"/>
                  </a:lnTo>
                  <a:lnTo>
                    <a:pt x="17052" y="7474"/>
                  </a:lnTo>
                  <a:lnTo>
                    <a:pt x="17018" y="7417"/>
                  </a:lnTo>
                  <a:lnTo>
                    <a:pt x="16961" y="7371"/>
                  </a:lnTo>
                  <a:lnTo>
                    <a:pt x="16927" y="7360"/>
                  </a:lnTo>
                  <a:lnTo>
                    <a:pt x="16881" y="7348"/>
                  </a:lnTo>
                  <a:lnTo>
                    <a:pt x="16881" y="4994"/>
                  </a:lnTo>
                  <a:lnTo>
                    <a:pt x="16927" y="4982"/>
                  </a:lnTo>
                  <a:lnTo>
                    <a:pt x="16961" y="4971"/>
                  </a:lnTo>
                  <a:lnTo>
                    <a:pt x="17018" y="4926"/>
                  </a:lnTo>
                  <a:lnTo>
                    <a:pt x="17052" y="4869"/>
                  </a:lnTo>
                  <a:lnTo>
                    <a:pt x="17063" y="4835"/>
                  </a:lnTo>
                  <a:lnTo>
                    <a:pt x="17063" y="4789"/>
                  </a:lnTo>
                  <a:lnTo>
                    <a:pt x="17063" y="4755"/>
                  </a:lnTo>
                  <a:lnTo>
                    <a:pt x="17052" y="4709"/>
                  </a:lnTo>
                  <a:lnTo>
                    <a:pt x="17029" y="4675"/>
                  </a:lnTo>
                  <a:lnTo>
                    <a:pt x="17007" y="4653"/>
                  </a:lnTo>
                  <a:lnTo>
                    <a:pt x="16972" y="4618"/>
                  </a:lnTo>
                  <a:lnTo>
                    <a:pt x="16938" y="4607"/>
                  </a:lnTo>
                  <a:lnTo>
                    <a:pt x="16904" y="4596"/>
                  </a:lnTo>
                  <a:lnTo>
                    <a:pt x="16859" y="4584"/>
                  </a:lnTo>
                  <a:lnTo>
                    <a:pt x="16813" y="4596"/>
                  </a:lnTo>
                  <a:lnTo>
                    <a:pt x="16768" y="4607"/>
                  </a:lnTo>
                  <a:lnTo>
                    <a:pt x="16722" y="4641"/>
                  </a:lnTo>
                  <a:lnTo>
                    <a:pt x="16699" y="4675"/>
                  </a:lnTo>
                  <a:lnTo>
                    <a:pt x="14697" y="3515"/>
                  </a:lnTo>
                  <a:lnTo>
                    <a:pt x="14709" y="3481"/>
                  </a:lnTo>
                  <a:lnTo>
                    <a:pt x="14709" y="3447"/>
                  </a:lnTo>
                  <a:lnTo>
                    <a:pt x="14709" y="3401"/>
                  </a:lnTo>
                  <a:lnTo>
                    <a:pt x="14697" y="3367"/>
                  </a:lnTo>
                  <a:lnTo>
                    <a:pt x="14675" y="3333"/>
                  </a:lnTo>
                  <a:lnTo>
                    <a:pt x="14652" y="3299"/>
                  </a:lnTo>
                  <a:lnTo>
                    <a:pt x="14629" y="3276"/>
                  </a:lnTo>
                  <a:lnTo>
                    <a:pt x="14595" y="3253"/>
                  </a:lnTo>
                  <a:lnTo>
                    <a:pt x="14550" y="3231"/>
                  </a:lnTo>
                  <a:lnTo>
                    <a:pt x="14515" y="3231"/>
                  </a:lnTo>
                  <a:lnTo>
                    <a:pt x="14515" y="887"/>
                  </a:lnTo>
                  <a:lnTo>
                    <a:pt x="14550" y="887"/>
                  </a:lnTo>
                  <a:lnTo>
                    <a:pt x="14584" y="876"/>
                  </a:lnTo>
                  <a:lnTo>
                    <a:pt x="14641" y="830"/>
                  </a:lnTo>
                  <a:lnTo>
                    <a:pt x="14686" y="762"/>
                  </a:lnTo>
                  <a:lnTo>
                    <a:pt x="14697" y="728"/>
                  </a:lnTo>
                  <a:lnTo>
                    <a:pt x="14697" y="683"/>
                  </a:lnTo>
                  <a:lnTo>
                    <a:pt x="14697" y="648"/>
                  </a:lnTo>
                  <a:lnTo>
                    <a:pt x="14675" y="603"/>
                  </a:lnTo>
                  <a:lnTo>
                    <a:pt x="15733" y="0"/>
                  </a:lnTo>
                  <a:lnTo>
                    <a:pt x="15642" y="0"/>
                  </a:lnTo>
                  <a:lnTo>
                    <a:pt x="14652" y="569"/>
                  </a:lnTo>
                  <a:lnTo>
                    <a:pt x="14629" y="535"/>
                  </a:lnTo>
                  <a:lnTo>
                    <a:pt x="14584" y="501"/>
                  </a:lnTo>
                  <a:lnTo>
                    <a:pt x="14538" y="489"/>
                  </a:lnTo>
                  <a:lnTo>
                    <a:pt x="14493" y="478"/>
                  </a:lnTo>
                  <a:lnTo>
                    <a:pt x="14447" y="489"/>
                  </a:lnTo>
                  <a:lnTo>
                    <a:pt x="14413" y="501"/>
                  </a:lnTo>
                  <a:lnTo>
                    <a:pt x="14379" y="512"/>
                  </a:lnTo>
                  <a:lnTo>
                    <a:pt x="14345" y="546"/>
                  </a:lnTo>
                  <a:lnTo>
                    <a:pt x="14322" y="569"/>
                  </a:lnTo>
                  <a:lnTo>
                    <a:pt x="14299" y="603"/>
                  </a:lnTo>
                  <a:lnTo>
                    <a:pt x="14288" y="648"/>
                  </a:lnTo>
                  <a:lnTo>
                    <a:pt x="14288" y="683"/>
                  </a:lnTo>
                  <a:lnTo>
                    <a:pt x="14288" y="728"/>
                  </a:lnTo>
                  <a:lnTo>
                    <a:pt x="14299" y="762"/>
                  </a:lnTo>
                  <a:lnTo>
                    <a:pt x="14333" y="830"/>
                  </a:lnTo>
                  <a:lnTo>
                    <a:pt x="14402" y="876"/>
                  </a:lnTo>
                  <a:lnTo>
                    <a:pt x="14436" y="887"/>
                  </a:lnTo>
                  <a:lnTo>
                    <a:pt x="14470" y="887"/>
                  </a:lnTo>
                  <a:lnTo>
                    <a:pt x="14470" y="3231"/>
                  </a:lnTo>
                  <a:lnTo>
                    <a:pt x="14424" y="3231"/>
                  </a:lnTo>
                  <a:lnTo>
                    <a:pt x="14390" y="3253"/>
                  </a:lnTo>
                  <a:lnTo>
                    <a:pt x="14356" y="3265"/>
                  </a:lnTo>
                  <a:lnTo>
                    <a:pt x="14322" y="3299"/>
                  </a:lnTo>
                  <a:lnTo>
                    <a:pt x="14299" y="3333"/>
                  </a:lnTo>
                  <a:lnTo>
                    <a:pt x="14288" y="3367"/>
                  </a:lnTo>
                  <a:lnTo>
                    <a:pt x="14277" y="3401"/>
                  </a:lnTo>
                  <a:lnTo>
                    <a:pt x="14265" y="3447"/>
                  </a:lnTo>
                  <a:lnTo>
                    <a:pt x="14277" y="3481"/>
                  </a:lnTo>
                  <a:lnTo>
                    <a:pt x="14288" y="3515"/>
                  </a:lnTo>
                  <a:lnTo>
                    <a:pt x="12320" y="4653"/>
                  </a:lnTo>
                  <a:lnTo>
                    <a:pt x="12274" y="4607"/>
                  </a:lnTo>
                  <a:lnTo>
                    <a:pt x="12229" y="4584"/>
                  </a:lnTo>
                  <a:lnTo>
                    <a:pt x="12183" y="4562"/>
                  </a:lnTo>
                  <a:lnTo>
                    <a:pt x="12115" y="4550"/>
                  </a:lnTo>
                  <a:lnTo>
                    <a:pt x="12070" y="4562"/>
                  </a:lnTo>
                  <a:lnTo>
                    <a:pt x="12024" y="4573"/>
                  </a:lnTo>
                  <a:lnTo>
                    <a:pt x="11990" y="4596"/>
                  </a:lnTo>
                  <a:lnTo>
                    <a:pt x="11945" y="4618"/>
                  </a:lnTo>
                  <a:lnTo>
                    <a:pt x="11922" y="4653"/>
                  </a:lnTo>
                  <a:lnTo>
                    <a:pt x="11899" y="4698"/>
                  </a:lnTo>
                  <a:lnTo>
                    <a:pt x="11888" y="4744"/>
                  </a:lnTo>
                  <a:lnTo>
                    <a:pt x="11876" y="4789"/>
                  </a:lnTo>
                  <a:lnTo>
                    <a:pt x="11888" y="4835"/>
                  </a:lnTo>
                  <a:lnTo>
                    <a:pt x="11899" y="4880"/>
                  </a:lnTo>
                  <a:lnTo>
                    <a:pt x="11922" y="4926"/>
                  </a:lnTo>
                  <a:lnTo>
                    <a:pt x="11945" y="4960"/>
                  </a:lnTo>
                  <a:lnTo>
                    <a:pt x="11979" y="4982"/>
                  </a:lnTo>
                  <a:lnTo>
                    <a:pt x="12013" y="5005"/>
                  </a:lnTo>
                  <a:lnTo>
                    <a:pt x="12058" y="5028"/>
                  </a:lnTo>
                  <a:lnTo>
                    <a:pt x="12104" y="5028"/>
                  </a:lnTo>
                  <a:lnTo>
                    <a:pt x="12104" y="7326"/>
                  </a:lnTo>
                  <a:lnTo>
                    <a:pt x="12058" y="7337"/>
                  </a:lnTo>
                  <a:lnTo>
                    <a:pt x="12024" y="7348"/>
                  </a:lnTo>
                  <a:lnTo>
                    <a:pt x="11979" y="7371"/>
                  </a:lnTo>
                  <a:lnTo>
                    <a:pt x="11956" y="7394"/>
                  </a:lnTo>
                  <a:lnTo>
                    <a:pt x="11933" y="7428"/>
                  </a:lnTo>
                  <a:lnTo>
                    <a:pt x="11910" y="7462"/>
                  </a:lnTo>
                  <a:lnTo>
                    <a:pt x="11899" y="7508"/>
                  </a:lnTo>
                  <a:lnTo>
                    <a:pt x="11899" y="7553"/>
                  </a:lnTo>
                  <a:lnTo>
                    <a:pt x="11899" y="7587"/>
                  </a:lnTo>
                  <a:lnTo>
                    <a:pt x="11910" y="7622"/>
                  </a:lnTo>
                  <a:lnTo>
                    <a:pt x="9920" y="8782"/>
                  </a:lnTo>
                  <a:lnTo>
                    <a:pt x="9886" y="8736"/>
                  </a:lnTo>
                  <a:lnTo>
                    <a:pt x="9840" y="8714"/>
                  </a:lnTo>
                  <a:lnTo>
                    <a:pt x="9795" y="8691"/>
                  </a:lnTo>
                  <a:lnTo>
                    <a:pt x="9692" y="8691"/>
                  </a:lnTo>
                  <a:lnTo>
                    <a:pt x="9647" y="8714"/>
                  </a:lnTo>
                  <a:lnTo>
                    <a:pt x="9613" y="8736"/>
                  </a:lnTo>
                  <a:lnTo>
                    <a:pt x="9578" y="8770"/>
                  </a:lnTo>
                  <a:lnTo>
                    <a:pt x="7542" y="7599"/>
                  </a:lnTo>
                  <a:lnTo>
                    <a:pt x="7554" y="7553"/>
                  </a:lnTo>
                  <a:lnTo>
                    <a:pt x="7542" y="7485"/>
                  </a:lnTo>
                  <a:lnTo>
                    <a:pt x="7508" y="7428"/>
                  </a:lnTo>
                  <a:lnTo>
                    <a:pt x="7463" y="7394"/>
                  </a:lnTo>
                  <a:lnTo>
                    <a:pt x="7406" y="7371"/>
                  </a:lnTo>
                  <a:lnTo>
                    <a:pt x="7406" y="5005"/>
                  </a:lnTo>
                  <a:lnTo>
                    <a:pt x="7474" y="4982"/>
                  </a:lnTo>
                  <a:lnTo>
                    <a:pt x="7531" y="4926"/>
                  </a:lnTo>
                  <a:lnTo>
                    <a:pt x="7565" y="4869"/>
                  </a:lnTo>
                  <a:lnTo>
                    <a:pt x="7576" y="4835"/>
                  </a:lnTo>
                  <a:lnTo>
                    <a:pt x="7576" y="4789"/>
                  </a:lnTo>
                  <a:lnTo>
                    <a:pt x="7576" y="4755"/>
                  </a:lnTo>
                  <a:lnTo>
                    <a:pt x="7565" y="4709"/>
                  </a:lnTo>
                  <a:lnTo>
                    <a:pt x="7542" y="4675"/>
                  </a:lnTo>
                  <a:lnTo>
                    <a:pt x="7520" y="4641"/>
                  </a:lnTo>
                  <a:lnTo>
                    <a:pt x="7485" y="4618"/>
                  </a:lnTo>
                  <a:lnTo>
                    <a:pt x="7451" y="4596"/>
                  </a:lnTo>
                  <a:lnTo>
                    <a:pt x="7417" y="4584"/>
                  </a:lnTo>
                  <a:lnTo>
                    <a:pt x="7315" y="4584"/>
                  </a:lnTo>
                  <a:lnTo>
                    <a:pt x="7269" y="4607"/>
                  </a:lnTo>
                  <a:lnTo>
                    <a:pt x="7235" y="4630"/>
                  </a:lnTo>
                  <a:lnTo>
                    <a:pt x="7201" y="4664"/>
                  </a:lnTo>
                  <a:lnTo>
                    <a:pt x="5199" y="3504"/>
                  </a:lnTo>
                  <a:lnTo>
                    <a:pt x="5210" y="3447"/>
                  </a:lnTo>
                  <a:lnTo>
                    <a:pt x="5199" y="3413"/>
                  </a:lnTo>
                  <a:lnTo>
                    <a:pt x="5199" y="3367"/>
                  </a:lnTo>
                  <a:lnTo>
                    <a:pt x="5153" y="3310"/>
                  </a:lnTo>
                  <a:lnTo>
                    <a:pt x="5097" y="3265"/>
                  </a:lnTo>
                  <a:lnTo>
                    <a:pt x="5028" y="3242"/>
                  </a:lnTo>
                  <a:lnTo>
                    <a:pt x="5028" y="910"/>
                  </a:lnTo>
                  <a:lnTo>
                    <a:pt x="5074" y="899"/>
                  </a:lnTo>
                  <a:lnTo>
                    <a:pt x="5108" y="887"/>
                  </a:lnTo>
                  <a:lnTo>
                    <a:pt x="5165" y="830"/>
                  </a:lnTo>
                  <a:lnTo>
                    <a:pt x="5188" y="808"/>
                  </a:lnTo>
                  <a:lnTo>
                    <a:pt x="5210" y="762"/>
                  </a:lnTo>
                  <a:lnTo>
                    <a:pt x="5222" y="728"/>
                  </a:lnTo>
                  <a:lnTo>
                    <a:pt x="5222" y="683"/>
                  </a:lnTo>
                  <a:lnTo>
                    <a:pt x="5222" y="648"/>
                  </a:lnTo>
                  <a:lnTo>
                    <a:pt x="5210" y="603"/>
                  </a:lnTo>
                  <a:lnTo>
                    <a:pt x="5188" y="569"/>
                  </a:lnTo>
                  <a:lnTo>
                    <a:pt x="5153" y="535"/>
                  </a:lnTo>
                  <a:lnTo>
                    <a:pt x="5119" y="501"/>
                  </a:lnTo>
                  <a:lnTo>
                    <a:pt x="5085" y="478"/>
                  </a:lnTo>
                  <a:lnTo>
                    <a:pt x="5040" y="466"/>
                  </a:lnTo>
                  <a:lnTo>
                    <a:pt x="4949" y="466"/>
                  </a:lnTo>
                  <a:lnTo>
                    <a:pt x="4903" y="489"/>
                  </a:lnTo>
                  <a:lnTo>
                    <a:pt x="4858" y="512"/>
                  </a:lnTo>
                  <a:lnTo>
                    <a:pt x="4824" y="557"/>
                  </a:lnTo>
                  <a:lnTo>
                    <a:pt x="3868" y="0"/>
                  </a:lnTo>
                  <a:lnTo>
                    <a:pt x="3777" y="0"/>
                  </a:lnTo>
                  <a:lnTo>
                    <a:pt x="4801" y="592"/>
                  </a:lnTo>
                  <a:lnTo>
                    <a:pt x="4778" y="637"/>
                  </a:lnTo>
                  <a:lnTo>
                    <a:pt x="4778" y="683"/>
                  </a:lnTo>
                  <a:lnTo>
                    <a:pt x="4778" y="728"/>
                  </a:lnTo>
                  <a:lnTo>
                    <a:pt x="4789" y="774"/>
                  </a:lnTo>
                  <a:lnTo>
                    <a:pt x="4812" y="808"/>
                  </a:lnTo>
                  <a:lnTo>
                    <a:pt x="4835" y="842"/>
                  </a:lnTo>
                  <a:lnTo>
                    <a:pt x="4869" y="865"/>
                  </a:lnTo>
                  <a:lnTo>
                    <a:pt x="4903" y="887"/>
                  </a:lnTo>
                  <a:lnTo>
                    <a:pt x="4949" y="899"/>
                  </a:lnTo>
                  <a:lnTo>
                    <a:pt x="4983" y="910"/>
                  </a:lnTo>
                  <a:lnTo>
                    <a:pt x="4983" y="3242"/>
                  </a:lnTo>
                  <a:lnTo>
                    <a:pt x="4949" y="3242"/>
                  </a:lnTo>
                  <a:lnTo>
                    <a:pt x="4915" y="3253"/>
                  </a:lnTo>
                  <a:lnTo>
                    <a:pt x="4880" y="3276"/>
                  </a:lnTo>
                  <a:lnTo>
                    <a:pt x="4846" y="3299"/>
                  </a:lnTo>
                  <a:lnTo>
                    <a:pt x="4824" y="3333"/>
                  </a:lnTo>
                  <a:lnTo>
                    <a:pt x="4812" y="3367"/>
                  </a:lnTo>
                  <a:lnTo>
                    <a:pt x="4801" y="3401"/>
                  </a:lnTo>
                  <a:lnTo>
                    <a:pt x="4789" y="3447"/>
                  </a:lnTo>
                  <a:lnTo>
                    <a:pt x="4801" y="3481"/>
                  </a:lnTo>
                  <a:lnTo>
                    <a:pt x="4801" y="3515"/>
                  </a:lnTo>
                  <a:lnTo>
                    <a:pt x="2799" y="4675"/>
                  </a:lnTo>
                  <a:lnTo>
                    <a:pt x="2765" y="4641"/>
                  </a:lnTo>
                  <a:lnTo>
                    <a:pt x="2730" y="4607"/>
                  </a:lnTo>
                  <a:lnTo>
                    <a:pt x="2685" y="4584"/>
                  </a:lnTo>
                  <a:lnTo>
                    <a:pt x="2583" y="4584"/>
                  </a:lnTo>
                  <a:lnTo>
                    <a:pt x="2537" y="4607"/>
                  </a:lnTo>
                  <a:lnTo>
                    <a:pt x="2492" y="4630"/>
                  </a:lnTo>
                  <a:lnTo>
                    <a:pt x="2457" y="4664"/>
                  </a:lnTo>
                  <a:lnTo>
                    <a:pt x="501" y="3526"/>
                  </a:lnTo>
                  <a:lnTo>
                    <a:pt x="512" y="3492"/>
                  </a:lnTo>
                  <a:lnTo>
                    <a:pt x="512" y="3447"/>
                  </a:lnTo>
                  <a:lnTo>
                    <a:pt x="512" y="3401"/>
                  </a:lnTo>
                  <a:lnTo>
                    <a:pt x="501" y="3356"/>
                  </a:lnTo>
                  <a:lnTo>
                    <a:pt x="478" y="3310"/>
                  </a:lnTo>
                  <a:lnTo>
                    <a:pt x="444" y="3276"/>
                  </a:lnTo>
                  <a:lnTo>
                    <a:pt x="421" y="3242"/>
                  </a:lnTo>
                  <a:lnTo>
                    <a:pt x="376" y="3219"/>
                  </a:lnTo>
                  <a:lnTo>
                    <a:pt x="342" y="3208"/>
                  </a:lnTo>
                  <a:lnTo>
                    <a:pt x="296" y="3196"/>
                  </a:lnTo>
                  <a:lnTo>
                    <a:pt x="296" y="865"/>
                  </a:lnTo>
                  <a:lnTo>
                    <a:pt x="353" y="842"/>
                  </a:lnTo>
                  <a:lnTo>
                    <a:pt x="399" y="796"/>
                  </a:lnTo>
                  <a:lnTo>
                    <a:pt x="421" y="751"/>
                  </a:lnTo>
                  <a:lnTo>
                    <a:pt x="433" y="683"/>
                  </a:lnTo>
                  <a:lnTo>
                    <a:pt x="421" y="626"/>
                  </a:lnTo>
                  <a:lnTo>
                    <a:pt x="1502"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6804446" y="0"/>
              <a:ext cx="898968" cy="951300"/>
            </a:xfrm>
            <a:custGeom>
              <a:avLst/>
              <a:gdLst/>
              <a:ahLst/>
              <a:cxnLst/>
              <a:rect l="l" t="t" r="r" b="b"/>
              <a:pathLst>
                <a:path w="8589" h="9089" extrusionOk="0">
                  <a:moveTo>
                    <a:pt x="6154" y="3560"/>
                  </a:moveTo>
                  <a:lnTo>
                    <a:pt x="8179" y="4721"/>
                  </a:lnTo>
                  <a:lnTo>
                    <a:pt x="8168" y="4755"/>
                  </a:lnTo>
                  <a:lnTo>
                    <a:pt x="8168" y="4789"/>
                  </a:lnTo>
                  <a:lnTo>
                    <a:pt x="8179" y="4857"/>
                  </a:lnTo>
                  <a:lnTo>
                    <a:pt x="8213" y="4914"/>
                  </a:lnTo>
                  <a:lnTo>
                    <a:pt x="8259" y="4948"/>
                  </a:lnTo>
                  <a:lnTo>
                    <a:pt x="8327" y="4971"/>
                  </a:lnTo>
                  <a:lnTo>
                    <a:pt x="8327" y="7303"/>
                  </a:lnTo>
                  <a:lnTo>
                    <a:pt x="8282" y="7314"/>
                  </a:lnTo>
                  <a:lnTo>
                    <a:pt x="8236" y="7326"/>
                  </a:lnTo>
                  <a:lnTo>
                    <a:pt x="8202" y="7348"/>
                  </a:lnTo>
                  <a:lnTo>
                    <a:pt x="8168" y="7383"/>
                  </a:lnTo>
                  <a:lnTo>
                    <a:pt x="8134" y="7417"/>
                  </a:lnTo>
                  <a:lnTo>
                    <a:pt x="8111" y="7462"/>
                  </a:lnTo>
                  <a:lnTo>
                    <a:pt x="8100" y="7508"/>
                  </a:lnTo>
                  <a:lnTo>
                    <a:pt x="8100" y="7553"/>
                  </a:lnTo>
                  <a:lnTo>
                    <a:pt x="8100" y="7599"/>
                  </a:lnTo>
                  <a:lnTo>
                    <a:pt x="8111" y="7644"/>
                  </a:lnTo>
                  <a:lnTo>
                    <a:pt x="6132" y="8782"/>
                  </a:lnTo>
                  <a:lnTo>
                    <a:pt x="6097" y="8748"/>
                  </a:lnTo>
                  <a:lnTo>
                    <a:pt x="6063" y="8725"/>
                  </a:lnTo>
                  <a:lnTo>
                    <a:pt x="6018" y="8714"/>
                  </a:lnTo>
                  <a:lnTo>
                    <a:pt x="5972" y="8702"/>
                  </a:lnTo>
                  <a:lnTo>
                    <a:pt x="5927" y="8714"/>
                  </a:lnTo>
                  <a:lnTo>
                    <a:pt x="5881" y="8725"/>
                  </a:lnTo>
                  <a:lnTo>
                    <a:pt x="5847" y="8748"/>
                  </a:lnTo>
                  <a:lnTo>
                    <a:pt x="5824" y="8782"/>
                  </a:lnTo>
                  <a:lnTo>
                    <a:pt x="3845" y="7644"/>
                  </a:lnTo>
                  <a:lnTo>
                    <a:pt x="3857" y="7599"/>
                  </a:lnTo>
                  <a:lnTo>
                    <a:pt x="3857" y="7553"/>
                  </a:lnTo>
                  <a:lnTo>
                    <a:pt x="3857" y="7496"/>
                  </a:lnTo>
                  <a:lnTo>
                    <a:pt x="3845" y="7451"/>
                  </a:lnTo>
                  <a:lnTo>
                    <a:pt x="3822" y="7417"/>
                  </a:lnTo>
                  <a:lnTo>
                    <a:pt x="3788" y="7383"/>
                  </a:lnTo>
                  <a:lnTo>
                    <a:pt x="3754" y="7348"/>
                  </a:lnTo>
                  <a:lnTo>
                    <a:pt x="3720" y="7326"/>
                  </a:lnTo>
                  <a:lnTo>
                    <a:pt x="3675" y="7303"/>
                  </a:lnTo>
                  <a:lnTo>
                    <a:pt x="3629" y="7292"/>
                  </a:lnTo>
                  <a:lnTo>
                    <a:pt x="3629" y="5039"/>
                  </a:lnTo>
                  <a:lnTo>
                    <a:pt x="3675" y="5028"/>
                  </a:lnTo>
                  <a:lnTo>
                    <a:pt x="3720" y="5005"/>
                  </a:lnTo>
                  <a:lnTo>
                    <a:pt x="3754" y="4982"/>
                  </a:lnTo>
                  <a:lnTo>
                    <a:pt x="3788" y="4960"/>
                  </a:lnTo>
                  <a:lnTo>
                    <a:pt x="3811" y="4926"/>
                  </a:lnTo>
                  <a:lnTo>
                    <a:pt x="3834" y="4880"/>
                  </a:lnTo>
                  <a:lnTo>
                    <a:pt x="3845" y="4835"/>
                  </a:lnTo>
                  <a:lnTo>
                    <a:pt x="3845" y="4789"/>
                  </a:lnTo>
                  <a:lnTo>
                    <a:pt x="3845" y="4744"/>
                  </a:lnTo>
                  <a:lnTo>
                    <a:pt x="3834" y="4698"/>
                  </a:lnTo>
                  <a:lnTo>
                    <a:pt x="5790" y="3560"/>
                  </a:lnTo>
                  <a:lnTo>
                    <a:pt x="5824" y="3606"/>
                  </a:lnTo>
                  <a:lnTo>
                    <a:pt x="5870" y="3629"/>
                  </a:lnTo>
                  <a:lnTo>
                    <a:pt x="5915" y="3651"/>
                  </a:lnTo>
                  <a:lnTo>
                    <a:pt x="5972" y="3663"/>
                  </a:lnTo>
                  <a:lnTo>
                    <a:pt x="6029" y="3651"/>
                  </a:lnTo>
                  <a:lnTo>
                    <a:pt x="6086" y="3629"/>
                  </a:lnTo>
                  <a:lnTo>
                    <a:pt x="6120" y="3595"/>
                  </a:lnTo>
                  <a:lnTo>
                    <a:pt x="6154" y="3560"/>
                  </a:lnTo>
                  <a:close/>
                  <a:moveTo>
                    <a:pt x="0" y="0"/>
                  </a:moveTo>
                  <a:lnTo>
                    <a:pt x="1013" y="580"/>
                  </a:lnTo>
                  <a:lnTo>
                    <a:pt x="990" y="637"/>
                  </a:lnTo>
                  <a:lnTo>
                    <a:pt x="990" y="683"/>
                  </a:lnTo>
                  <a:lnTo>
                    <a:pt x="990" y="739"/>
                  </a:lnTo>
                  <a:lnTo>
                    <a:pt x="1001" y="785"/>
                  </a:lnTo>
                  <a:lnTo>
                    <a:pt x="1024" y="819"/>
                  </a:lnTo>
                  <a:lnTo>
                    <a:pt x="1047" y="853"/>
                  </a:lnTo>
                  <a:lnTo>
                    <a:pt x="1081" y="887"/>
                  </a:lnTo>
                  <a:lnTo>
                    <a:pt x="1126" y="910"/>
                  </a:lnTo>
                  <a:lnTo>
                    <a:pt x="1172" y="921"/>
                  </a:lnTo>
                  <a:lnTo>
                    <a:pt x="1217" y="933"/>
                  </a:lnTo>
                  <a:lnTo>
                    <a:pt x="1217" y="3219"/>
                  </a:lnTo>
                  <a:lnTo>
                    <a:pt x="1172" y="3231"/>
                  </a:lnTo>
                  <a:lnTo>
                    <a:pt x="1138" y="3242"/>
                  </a:lnTo>
                  <a:lnTo>
                    <a:pt x="1104" y="3265"/>
                  </a:lnTo>
                  <a:lnTo>
                    <a:pt x="1070" y="3299"/>
                  </a:lnTo>
                  <a:lnTo>
                    <a:pt x="1047" y="3322"/>
                  </a:lnTo>
                  <a:lnTo>
                    <a:pt x="1024" y="3367"/>
                  </a:lnTo>
                  <a:lnTo>
                    <a:pt x="1013" y="3401"/>
                  </a:lnTo>
                  <a:lnTo>
                    <a:pt x="1013" y="3447"/>
                  </a:lnTo>
                  <a:lnTo>
                    <a:pt x="1013" y="3492"/>
                  </a:lnTo>
                  <a:lnTo>
                    <a:pt x="1024" y="3538"/>
                  </a:lnTo>
                  <a:lnTo>
                    <a:pt x="1047" y="3572"/>
                  </a:lnTo>
                  <a:lnTo>
                    <a:pt x="1070" y="3606"/>
                  </a:lnTo>
                  <a:lnTo>
                    <a:pt x="1104" y="3629"/>
                  </a:lnTo>
                  <a:lnTo>
                    <a:pt x="1149" y="3651"/>
                  </a:lnTo>
                  <a:lnTo>
                    <a:pt x="1183" y="3663"/>
                  </a:lnTo>
                  <a:lnTo>
                    <a:pt x="1240" y="3674"/>
                  </a:lnTo>
                  <a:lnTo>
                    <a:pt x="1297" y="3663"/>
                  </a:lnTo>
                  <a:lnTo>
                    <a:pt x="1343" y="3640"/>
                  </a:lnTo>
                  <a:lnTo>
                    <a:pt x="1388" y="3606"/>
                  </a:lnTo>
                  <a:lnTo>
                    <a:pt x="1422" y="3560"/>
                  </a:lnTo>
                  <a:lnTo>
                    <a:pt x="3379" y="4687"/>
                  </a:lnTo>
                  <a:lnTo>
                    <a:pt x="3367" y="4744"/>
                  </a:lnTo>
                  <a:lnTo>
                    <a:pt x="3356" y="4789"/>
                  </a:lnTo>
                  <a:lnTo>
                    <a:pt x="3367" y="4835"/>
                  </a:lnTo>
                  <a:lnTo>
                    <a:pt x="3379" y="4880"/>
                  </a:lnTo>
                  <a:lnTo>
                    <a:pt x="3402" y="4926"/>
                  </a:lnTo>
                  <a:lnTo>
                    <a:pt x="3424" y="4960"/>
                  </a:lnTo>
                  <a:lnTo>
                    <a:pt x="3458" y="4982"/>
                  </a:lnTo>
                  <a:lnTo>
                    <a:pt x="3493" y="5017"/>
                  </a:lnTo>
                  <a:lnTo>
                    <a:pt x="3538" y="5028"/>
                  </a:lnTo>
                  <a:lnTo>
                    <a:pt x="3584" y="5039"/>
                  </a:lnTo>
                  <a:lnTo>
                    <a:pt x="3584" y="7292"/>
                  </a:lnTo>
                  <a:lnTo>
                    <a:pt x="3538" y="7303"/>
                  </a:lnTo>
                  <a:lnTo>
                    <a:pt x="3493" y="7326"/>
                  </a:lnTo>
                  <a:lnTo>
                    <a:pt x="3447" y="7348"/>
                  </a:lnTo>
                  <a:lnTo>
                    <a:pt x="3413" y="7371"/>
                  </a:lnTo>
                  <a:lnTo>
                    <a:pt x="3390" y="7417"/>
                  </a:lnTo>
                  <a:lnTo>
                    <a:pt x="3367" y="7451"/>
                  </a:lnTo>
                  <a:lnTo>
                    <a:pt x="3356" y="7496"/>
                  </a:lnTo>
                  <a:lnTo>
                    <a:pt x="3345" y="7553"/>
                  </a:lnTo>
                  <a:lnTo>
                    <a:pt x="3356" y="7599"/>
                  </a:lnTo>
                  <a:lnTo>
                    <a:pt x="3367" y="7644"/>
                  </a:lnTo>
                  <a:lnTo>
                    <a:pt x="3390" y="7690"/>
                  </a:lnTo>
                  <a:lnTo>
                    <a:pt x="3424" y="7735"/>
                  </a:lnTo>
                  <a:lnTo>
                    <a:pt x="3458" y="7758"/>
                  </a:lnTo>
                  <a:lnTo>
                    <a:pt x="3504" y="7781"/>
                  </a:lnTo>
                  <a:lnTo>
                    <a:pt x="3549" y="7804"/>
                  </a:lnTo>
                  <a:lnTo>
                    <a:pt x="3606" y="7804"/>
                  </a:lnTo>
                  <a:lnTo>
                    <a:pt x="3675" y="7792"/>
                  </a:lnTo>
                  <a:lnTo>
                    <a:pt x="3731" y="7769"/>
                  </a:lnTo>
                  <a:lnTo>
                    <a:pt x="3777" y="7735"/>
                  </a:lnTo>
                  <a:lnTo>
                    <a:pt x="3822" y="7678"/>
                  </a:lnTo>
                  <a:lnTo>
                    <a:pt x="5802" y="8827"/>
                  </a:lnTo>
                  <a:lnTo>
                    <a:pt x="5790" y="8861"/>
                  </a:lnTo>
                  <a:lnTo>
                    <a:pt x="5779" y="8896"/>
                  </a:lnTo>
                  <a:lnTo>
                    <a:pt x="5790" y="8941"/>
                  </a:lnTo>
                  <a:lnTo>
                    <a:pt x="5790" y="8975"/>
                  </a:lnTo>
                  <a:lnTo>
                    <a:pt x="5813" y="9009"/>
                  </a:lnTo>
                  <a:lnTo>
                    <a:pt x="5836" y="9032"/>
                  </a:lnTo>
                  <a:lnTo>
                    <a:pt x="5870" y="9055"/>
                  </a:lnTo>
                  <a:lnTo>
                    <a:pt x="5904" y="9078"/>
                  </a:lnTo>
                  <a:lnTo>
                    <a:pt x="5938" y="9089"/>
                  </a:lnTo>
                  <a:lnTo>
                    <a:pt x="6018" y="9089"/>
                  </a:lnTo>
                  <a:lnTo>
                    <a:pt x="6052" y="9078"/>
                  </a:lnTo>
                  <a:lnTo>
                    <a:pt x="6086" y="9055"/>
                  </a:lnTo>
                  <a:lnTo>
                    <a:pt x="6109" y="9032"/>
                  </a:lnTo>
                  <a:lnTo>
                    <a:pt x="6132" y="9009"/>
                  </a:lnTo>
                  <a:lnTo>
                    <a:pt x="6154" y="8975"/>
                  </a:lnTo>
                  <a:lnTo>
                    <a:pt x="6166" y="8941"/>
                  </a:lnTo>
                  <a:lnTo>
                    <a:pt x="6166" y="8896"/>
                  </a:lnTo>
                  <a:lnTo>
                    <a:pt x="6166" y="8861"/>
                  </a:lnTo>
                  <a:lnTo>
                    <a:pt x="6154" y="8827"/>
                  </a:lnTo>
                  <a:lnTo>
                    <a:pt x="8134" y="7678"/>
                  </a:lnTo>
                  <a:lnTo>
                    <a:pt x="8179" y="7724"/>
                  </a:lnTo>
                  <a:lnTo>
                    <a:pt x="8225" y="7769"/>
                  </a:lnTo>
                  <a:lnTo>
                    <a:pt x="8282" y="7792"/>
                  </a:lnTo>
                  <a:lnTo>
                    <a:pt x="8395" y="7792"/>
                  </a:lnTo>
                  <a:lnTo>
                    <a:pt x="8441" y="7781"/>
                  </a:lnTo>
                  <a:lnTo>
                    <a:pt x="8486" y="7758"/>
                  </a:lnTo>
                  <a:lnTo>
                    <a:pt x="8520" y="7724"/>
                  </a:lnTo>
                  <a:lnTo>
                    <a:pt x="8543" y="7690"/>
                  </a:lnTo>
                  <a:lnTo>
                    <a:pt x="8566" y="7644"/>
                  </a:lnTo>
                  <a:lnTo>
                    <a:pt x="8589" y="7599"/>
                  </a:lnTo>
                  <a:lnTo>
                    <a:pt x="8589" y="7553"/>
                  </a:lnTo>
                  <a:lnTo>
                    <a:pt x="8589" y="7508"/>
                  </a:lnTo>
                  <a:lnTo>
                    <a:pt x="8577" y="7462"/>
                  </a:lnTo>
                  <a:lnTo>
                    <a:pt x="8555" y="7417"/>
                  </a:lnTo>
                  <a:lnTo>
                    <a:pt x="8532" y="7383"/>
                  </a:lnTo>
                  <a:lnTo>
                    <a:pt x="8498" y="7360"/>
                  </a:lnTo>
                  <a:lnTo>
                    <a:pt x="8452" y="7326"/>
                  </a:lnTo>
                  <a:lnTo>
                    <a:pt x="8418" y="7314"/>
                  </a:lnTo>
                  <a:lnTo>
                    <a:pt x="8373" y="7303"/>
                  </a:lnTo>
                  <a:lnTo>
                    <a:pt x="8373" y="4971"/>
                  </a:lnTo>
                  <a:lnTo>
                    <a:pt x="8429" y="4948"/>
                  </a:lnTo>
                  <a:lnTo>
                    <a:pt x="8475" y="4903"/>
                  </a:lnTo>
                  <a:lnTo>
                    <a:pt x="8509" y="4857"/>
                  </a:lnTo>
                  <a:lnTo>
                    <a:pt x="8520" y="4789"/>
                  </a:lnTo>
                  <a:lnTo>
                    <a:pt x="8520" y="4755"/>
                  </a:lnTo>
                  <a:lnTo>
                    <a:pt x="8509" y="4721"/>
                  </a:lnTo>
                  <a:lnTo>
                    <a:pt x="8475" y="4664"/>
                  </a:lnTo>
                  <a:lnTo>
                    <a:pt x="8418" y="4630"/>
                  </a:lnTo>
                  <a:lnTo>
                    <a:pt x="8384" y="4618"/>
                  </a:lnTo>
                  <a:lnTo>
                    <a:pt x="8304" y="4618"/>
                  </a:lnTo>
                  <a:lnTo>
                    <a:pt x="8270" y="4630"/>
                  </a:lnTo>
                  <a:lnTo>
                    <a:pt x="8236" y="4653"/>
                  </a:lnTo>
                  <a:lnTo>
                    <a:pt x="8202" y="4687"/>
                  </a:lnTo>
                  <a:lnTo>
                    <a:pt x="6177" y="3515"/>
                  </a:lnTo>
                  <a:lnTo>
                    <a:pt x="6188" y="3447"/>
                  </a:lnTo>
                  <a:lnTo>
                    <a:pt x="6188" y="3401"/>
                  </a:lnTo>
                  <a:lnTo>
                    <a:pt x="6177" y="3367"/>
                  </a:lnTo>
                  <a:lnTo>
                    <a:pt x="6154" y="3333"/>
                  </a:lnTo>
                  <a:lnTo>
                    <a:pt x="6132" y="3299"/>
                  </a:lnTo>
                  <a:lnTo>
                    <a:pt x="6109" y="3276"/>
                  </a:lnTo>
                  <a:lnTo>
                    <a:pt x="6075" y="3253"/>
                  </a:lnTo>
                  <a:lnTo>
                    <a:pt x="6041" y="3242"/>
                  </a:lnTo>
                  <a:lnTo>
                    <a:pt x="5995" y="3231"/>
                  </a:lnTo>
                  <a:lnTo>
                    <a:pt x="5995" y="933"/>
                  </a:lnTo>
                  <a:lnTo>
                    <a:pt x="6041" y="921"/>
                  </a:lnTo>
                  <a:lnTo>
                    <a:pt x="6086" y="899"/>
                  </a:lnTo>
                  <a:lnTo>
                    <a:pt x="6120" y="876"/>
                  </a:lnTo>
                  <a:lnTo>
                    <a:pt x="6154" y="853"/>
                  </a:lnTo>
                  <a:lnTo>
                    <a:pt x="6177" y="819"/>
                  </a:lnTo>
                  <a:lnTo>
                    <a:pt x="6200" y="774"/>
                  </a:lnTo>
                  <a:lnTo>
                    <a:pt x="6211" y="739"/>
                  </a:lnTo>
                  <a:lnTo>
                    <a:pt x="6223" y="683"/>
                  </a:lnTo>
                  <a:lnTo>
                    <a:pt x="6211" y="637"/>
                  </a:lnTo>
                  <a:lnTo>
                    <a:pt x="6200" y="592"/>
                  </a:lnTo>
                  <a:lnTo>
                    <a:pt x="6177" y="557"/>
                  </a:lnTo>
                  <a:lnTo>
                    <a:pt x="6143" y="512"/>
                  </a:lnTo>
                  <a:lnTo>
                    <a:pt x="6109" y="489"/>
                  </a:lnTo>
                  <a:lnTo>
                    <a:pt x="6075" y="466"/>
                  </a:lnTo>
                  <a:lnTo>
                    <a:pt x="6029" y="444"/>
                  </a:lnTo>
                  <a:lnTo>
                    <a:pt x="5972" y="444"/>
                  </a:lnTo>
                  <a:lnTo>
                    <a:pt x="5915" y="455"/>
                  </a:lnTo>
                  <a:lnTo>
                    <a:pt x="5859" y="478"/>
                  </a:lnTo>
                  <a:lnTo>
                    <a:pt x="5813" y="501"/>
                  </a:lnTo>
                  <a:lnTo>
                    <a:pt x="5779" y="546"/>
                  </a:lnTo>
                  <a:lnTo>
                    <a:pt x="4835" y="0"/>
                  </a:lnTo>
                  <a:lnTo>
                    <a:pt x="4744" y="0"/>
                  </a:lnTo>
                  <a:lnTo>
                    <a:pt x="5756" y="580"/>
                  </a:lnTo>
                  <a:lnTo>
                    <a:pt x="5733" y="637"/>
                  </a:lnTo>
                  <a:lnTo>
                    <a:pt x="5733" y="683"/>
                  </a:lnTo>
                  <a:lnTo>
                    <a:pt x="5733" y="739"/>
                  </a:lnTo>
                  <a:lnTo>
                    <a:pt x="5745" y="774"/>
                  </a:lnTo>
                  <a:lnTo>
                    <a:pt x="5768" y="819"/>
                  </a:lnTo>
                  <a:lnTo>
                    <a:pt x="5790" y="853"/>
                  </a:lnTo>
                  <a:lnTo>
                    <a:pt x="5824" y="887"/>
                  </a:lnTo>
                  <a:lnTo>
                    <a:pt x="5870" y="910"/>
                  </a:lnTo>
                  <a:lnTo>
                    <a:pt x="5904" y="921"/>
                  </a:lnTo>
                  <a:lnTo>
                    <a:pt x="5950" y="933"/>
                  </a:lnTo>
                  <a:lnTo>
                    <a:pt x="5950" y="3231"/>
                  </a:lnTo>
                  <a:lnTo>
                    <a:pt x="5915" y="3242"/>
                  </a:lnTo>
                  <a:lnTo>
                    <a:pt x="5881" y="3253"/>
                  </a:lnTo>
                  <a:lnTo>
                    <a:pt x="5847" y="3276"/>
                  </a:lnTo>
                  <a:lnTo>
                    <a:pt x="5813" y="3299"/>
                  </a:lnTo>
                  <a:lnTo>
                    <a:pt x="5790" y="3333"/>
                  </a:lnTo>
                  <a:lnTo>
                    <a:pt x="5768" y="3367"/>
                  </a:lnTo>
                  <a:lnTo>
                    <a:pt x="5756" y="3401"/>
                  </a:lnTo>
                  <a:lnTo>
                    <a:pt x="5756" y="3447"/>
                  </a:lnTo>
                  <a:lnTo>
                    <a:pt x="5756" y="3481"/>
                  </a:lnTo>
                  <a:lnTo>
                    <a:pt x="5768" y="3515"/>
                  </a:lnTo>
                  <a:lnTo>
                    <a:pt x="3811" y="4653"/>
                  </a:lnTo>
                  <a:lnTo>
                    <a:pt x="3766" y="4607"/>
                  </a:lnTo>
                  <a:lnTo>
                    <a:pt x="3720" y="4573"/>
                  </a:lnTo>
                  <a:lnTo>
                    <a:pt x="3663" y="4550"/>
                  </a:lnTo>
                  <a:lnTo>
                    <a:pt x="3549" y="4550"/>
                  </a:lnTo>
                  <a:lnTo>
                    <a:pt x="3493" y="4573"/>
                  </a:lnTo>
                  <a:lnTo>
                    <a:pt x="3447" y="4607"/>
                  </a:lnTo>
                  <a:lnTo>
                    <a:pt x="3402" y="4653"/>
                  </a:lnTo>
                  <a:lnTo>
                    <a:pt x="1445" y="3526"/>
                  </a:lnTo>
                  <a:lnTo>
                    <a:pt x="1456" y="3481"/>
                  </a:lnTo>
                  <a:lnTo>
                    <a:pt x="1456" y="3447"/>
                  </a:lnTo>
                  <a:lnTo>
                    <a:pt x="1456" y="3401"/>
                  </a:lnTo>
                  <a:lnTo>
                    <a:pt x="1445" y="3367"/>
                  </a:lnTo>
                  <a:lnTo>
                    <a:pt x="1422" y="3322"/>
                  </a:lnTo>
                  <a:lnTo>
                    <a:pt x="1399" y="3299"/>
                  </a:lnTo>
                  <a:lnTo>
                    <a:pt x="1377" y="3265"/>
                  </a:lnTo>
                  <a:lnTo>
                    <a:pt x="1343" y="3242"/>
                  </a:lnTo>
                  <a:lnTo>
                    <a:pt x="1297" y="3231"/>
                  </a:lnTo>
                  <a:lnTo>
                    <a:pt x="1263" y="3219"/>
                  </a:lnTo>
                  <a:lnTo>
                    <a:pt x="1263" y="933"/>
                  </a:lnTo>
                  <a:lnTo>
                    <a:pt x="1308" y="921"/>
                  </a:lnTo>
                  <a:lnTo>
                    <a:pt x="1343" y="910"/>
                  </a:lnTo>
                  <a:lnTo>
                    <a:pt x="1388" y="887"/>
                  </a:lnTo>
                  <a:lnTo>
                    <a:pt x="1422" y="853"/>
                  </a:lnTo>
                  <a:lnTo>
                    <a:pt x="1445" y="819"/>
                  </a:lnTo>
                  <a:lnTo>
                    <a:pt x="1468" y="785"/>
                  </a:lnTo>
                  <a:lnTo>
                    <a:pt x="1479" y="739"/>
                  </a:lnTo>
                  <a:lnTo>
                    <a:pt x="1479" y="683"/>
                  </a:lnTo>
                  <a:lnTo>
                    <a:pt x="1479" y="637"/>
                  </a:lnTo>
                  <a:lnTo>
                    <a:pt x="1456" y="580"/>
                  </a:lnTo>
                  <a:lnTo>
                    <a:pt x="2469" y="0"/>
                  </a:lnTo>
                  <a:lnTo>
                    <a:pt x="2378" y="0"/>
                  </a:lnTo>
                  <a:lnTo>
                    <a:pt x="1434" y="546"/>
                  </a:lnTo>
                  <a:lnTo>
                    <a:pt x="1399" y="501"/>
                  </a:lnTo>
                  <a:lnTo>
                    <a:pt x="1354" y="466"/>
                  </a:lnTo>
                  <a:lnTo>
                    <a:pt x="1297" y="444"/>
                  </a:lnTo>
                  <a:lnTo>
                    <a:pt x="1172" y="444"/>
                  </a:lnTo>
                  <a:lnTo>
                    <a:pt x="1115" y="466"/>
                  </a:lnTo>
                  <a:lnTo>
                    <a:pt x="1070" y="501"/>
                  </a:lnTo>
                  <a:lnTo>
                    <a:pt x="1035" y="546"/>
                  </a:lnTo>
                  <a:lnTo>
                    <a:pt x="91"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0" y="2054909"/>
              <a:ext cx="2243285" cy="3088559"/>
            </a:xfrm>
            <a:custGeom>
              <a:avLst/>
              <a:gdLst/>
              <a:ahLst/>
              <a:cxnLst/>
              <a:rect l="l" t="t" r="r" b="b"/>
              <a:pathLst>
                <a:path w="21433" h="29509" extrusionOk="0">
                  <a:moveTo>
                    <a:pt x="4813" y="354"/>
                  </a:moveTo>
                  <a:lnTo>
                    <a:pt x="6803" y="1514"/>
                  </a:lnTo>
                  <a:lnTo>
                    <a:pt x="6792" y="1548"/>
                  </a:lnTo>
                  <a:lnTo>
                    <a:pt x="6792" y="1582"/>
                  </a:lnTo>
                  <a:lnTo>
                    <a:pt x="6803" y="1650"/>
                  </a:lnTo>
                  <a:lnTo>
                    <a:pt x="6837" y="1707"/>
                  </a:lnTo>
                  <a:lnTo>
                    <a:pt x="6894" y="1753"/>
                  </a:lnTo>
                  <a:lnTo>
                    <a:pt x="6963" y="1764"/>
                  </a:lnTo>
                  <a:lnTo>
                    <a:pt x="6963" y="4096"/>
                  </a:lnTo>
                  <a:lnTo>
                    <a:pt x="6917" y="4107"/>
                  </a:lnTo>
                  <a:lnTo>
                    <a:pt x="6872" y="4119"/>
                  </a:lnTo>
                  <a:lnTo>
                    <a:pt x="6837" y="4142"/>
                  </a:lnTo>
                  <a:lnTo>
                    <a:pt x="6803" y="4176"/>
                  </a:lnTo>
                  <a:lnTo>
                    <a:pt x="6781" y="4210"/>
                  </a:lnTo>
                  <a:lnTo>
                    <a:pt x="6758" y="4244"/>
                  </a:lnTo>
                  <a:lnTo>
                    <a:pt x="6746" y="4289"/>
                  </a:lnTo>
                  <a:lnTo>
                    <a:pt x="6746" y="4335"/>
                  </a:lnTo>
                  <a:lnTo>
                    <a:pt x="6746" y="4380"/>
                  </a:lnTo>
                  <a:lnTo>
                    <a:pt x="6758" y="4426"/>
                  </a:lnTo>
                  <a:lnTo>
                    <a:pt x="4790" y="5563"/>
                  </a:lnTo>
                  <a:lnTo>
                    <a:pt x="4756" y="5518"/>
                  </a:lnTo>
                  <a:lnTo>
                    <a:pt x="4722" y="5495"/>
                  </a:lnTo>
                  <a:lnTo>
                    <a:pt x="4665" y="5472"/>
                  </a:lnTo>
                  <a:lnTo>
                    <a:pt x="4619" y="5461"/>
                  </a:lnTo>
                  <a:lnTo>
                    <a:pt x="4562" y="5472"/>
                  </a:lnTo>
                  <a:lnTo>
                    <a:pt x="4517" y="5495"/>
                  </a:lnTo>
                  <a:lnTo>
                    <a:pt x="4471" y="5518"/>
                  </a:lnTo>
                  <a:lnTo>
                    <a:pt x="4437" y="5563"/>
                  </a:lnTo>
                  <a:lnTo>
                    <a:pt x="2424" y="4403"/>
                  </a:lnTo>
                  <a:lnTo>
                    <a:pt x="2435" y="4335"/>
                  </a:lnTo>
                  <a:lnTo>
                    <a:pt x="2435" y="4301"/>
                  </a:lnTo>
                  <a:lnTo>
                    <a:pt x="2424" y="4267"/>
                  </a:lnTo>
                  <a:lnTo>
                    <a:pt x="2390" y="4210"/>
                  </a:lnTo>
                  <a:lnTo>
                    <a:pt x="2333" y="4164"/>
                  </a:lnTo>
                  <a:lnTo>
                    <a:pt x="2265" y="4142"/>
                  </a:lnTo>
                  <a:lnTo>
                    <a:pt x="2265" y="1832"/>
                  </a:lnTo>
                  <a:lnTo>
                    <a:pt x="2310" y="1821"/>
                  </a:lnTo>
                  <a:lnTo>
                    <a:pt x="2356" y="1798"/>
                  </a:lnTo>
                  <a:lnTo>
                    <a:pt x="2390" y="1775"/>
                  </a:lnTo>
                  <a:lnTo>
                    <a:pt x="2424" y="1753"/>
                  </a:lnTo>
                  <a:lnTo>
                    <a:pt x="2458" y="1719"/>
                  </a:lnTo>
                  <a:lnTo>
                    <a:pt x="2481" y="1673"/>
                  </a:lnTo>
                  <a:lnTo>
                    <a:pt x="2492" y="1628"/>
                  </a:lnTo>
                  <a:lnTo>
                    <a:pt x="2492" y="1582"/>
                  </a:lnTo>
                  <a:lnTo>
                    <a:pt x="2492" y="1525"/>
                  </a:lnTo>
                  <a:lnTo>
                    <a:pt x="2469" y="1480"/>
                  </a:lnTo>
                  <a:lnTo>
                    <a:pt x="4415" y="354"/>
                  </a:lnTo>
                  <a:lnTo>
                    <a:pt x="4449" y="399"/>
                  </a:lnTo>
                  <a:lnTo>
                    <a:pt x="4494" y="445"/>
                  </a:lnTo>
                  <a:lnTo>
                    <a:pt x="4551" y="467"/>
                  </a:lnTo>
                  <a:lnTo>
                    <a:pt x="4619" y="467"/>
                  </a:lnTo>
                  <a:lnTo>
                    <a:pt x="4676" y="456"/>
                  </a:lnTo>
                  <a:lnTo>
                    <a:pt x="4733" y="445"/>
                  </a:lnTo>
                  <a:lnTo>
                    <a:pt x="4779" y="399"/>
                  </a:lnTo>
                  <a:lnTo>
                    <a:pt x="4813" y="354"/>
                  </a:lnTo>
                  <a:close/>
                  <a:moveTo>
                    <a:pt x="18998" y="342"/>
                  </a:moveTo>
                  <a:lnTo>
                    <a:pt x="21011" y="1502"/>
                  </a:lnTo>
                  <a:lnTo>
                    <a:pt x="21000" y="1537"/>
                  </a:lnTo>
                  <a:lnTo>
                    <a:pt x="21000" y="1582"/>
                  </a:lnTo>
                  <a:lnTo>
                    <a:pt x="21000" y="1616"/>
                  </a:lnTo>
                  <a:lnTo>
                    <a:pt x="21011" y="1650"/>
                  </a:lnTo>
                  <a:lnTo>
                    <a:pt x="21034" y="1684"/>
                  </a:lnTo>
                  <a:lnTo>
                    <a:pt x="21057" y="1719"/>
                  </a:lnTo>
                  <a:lnTo>
                    <a:pt x="21114" y="1764"/>
                  </a:lnTo>
                  <a:lnTo>
                    <a:pt x="21148" y="1775"/>
                  </a:lnTo>
                  <a:lnTo>
                    <a:pt x="21182" y="1787"/>
                  </a:lnTo>
                  <a:lnTo>
                    <a:pt x="21182" y="4142"/>
                  </a:lnTo>
                  <a:lnTo>
                    <a:pt x="21148" y="4142"/>
                  </a:lnTo>
                  <a:lnTo>
                    <a:pt x="21114" y="4153"/>
                  </a:lnTo>
                  <a:lnTo>
                    <a:pt x="21057" y="4198"/>
                  </a:lnTo>
                  <a:lnTo>
                    <a:pt x="21011" y="4267"/>
                  </a:lnTo>
                  <a:lnTo>
                    <a:pt x="21000" y="4301"/>
                  </a:lnTo>
                  <a:lnTo>
                    <a:pt x="21000" y="4335"/>
                  </a:lnTo>
                  <a:lnTo>
                    <a:pt x="21000" y="4369"/>
                  </a:lnTo>
                  <a:lnTo>
                    <a:pt x="21011" y="4403"/>
                  </a:lnTo>
                  <a:lnTo>
                    <a:pt x="18975" y="5586"/>
                  </a:lnTo>
                  <a:lnTo>
                    <a:pt x="18952" y="5552"/>
                  </a:lnTo>
                  <a:lnTo>
                    <a:pt x="18918" y="5529"/>
                  </a:lnTo>
                  <a:lnTo>
                    <a:pt x="18873" y="5507"/>
                  </a:lnTo>
                  <a:lnTo>
                    <a:pt x="18793" y="5507"/>
                  </a:lnTo>
                  <a:lnTo>
                    <a:pt x="18748" y="5529"/>
                  </a:lnTo>
                  <a:lnTo>
                    <a:pt x="18713" y="5552"/>
                  </a:lnTo>
                  <a:lnTo>
                    <a:pt x="18691" y="5575"/>
                  </a:lnTo>
                  <a:lnTo>
                    <a:pt x="16689" y="4426"/>
                  </a:lnTo>
                  <a:lnTo>
                    <a:pt x="16700" y="4380"/>
                  </a:lnTo>
                  <a:lnTo>
                    <a:pt x="16700" y="4335"/>
                  </a:lnTo>
                  <a:lnTo>
                    <a:pt x="16700" y="4289"/>
                  </a:lnTo>
                  <a:lnTo>
                    <a:pt x="16689" y="4255"/>
                  </a:lnTo>
                  <a:lnTo>
                    <a:pt x="16666" y="4210"/>
                  </a:lnTo>
                  <a:lnTo>
                    <a:pt x="16643" y="4176"/>
                  </a:lnTo>
                  <a:lnTo>
                    <a:pt x="16609" y="4153"/>
                  </a:lnTo>
                  <a:lnTo>
                    <a:pt x="16575" y="4130"/>
                  </a:lnTo>
                  <a:lnTo>
                    <a:pt x="16529" y="4107"/>
                  </a:lnTo>
                  <a:lnTo>
                    <a:pt x="16495" y="4096"/>
                  </a:lnTo>
                  <a:lnTo>
                    <a:pt x="16495" y="1775"/>
                  </a:lnTo>
                  <a:lnTo>
                    <a:pt x="16563" y="1753"/>
                  </a:lnTo>
                  <a:lnTo>
                    <a:pt x="16609" y="1707"/>
                  </a:lnTo>
                  <a:lnTo>
                    <a:pt x="16654" y="1650"/>
                  </a:lnTo>
                  <a:lnTo>
                    <a:pt x="16654" y="1616"/>
                  </a:lnTo>
                  <a:lnTo>
                    <a:pt x="16666" y="1582"/>
                  </a:lnTo>
                  <a:lnTo>
                    <a:pt x="16654" y="1537"/>
                  </a:lnTo>
                  <a:lnTo>
                    <a:pt x="16654" y="1502"/>
                  </a:lnTo>
                  <a:lnTo>
                    <a:pt x="18668" y="342"/>
                  </a:lnTo>
                  <a:lnTo>
                    <a:pt x="18702" y="376"/>
                  </a:lnTo>
                  <a:lnTo>
                    <a:pt x="18736" y="410"/>
                  </a:lnTo>
                  <a:lnTo>
                    <a:pt x="18782" y="422"/>
                  </a:lnTo>
                  <a:lnTo>
                    <a:pt x="18839" y="433"/>
                  </a:lnTo>
                  <a:lnTo>
                    <a:pt x="18884" y="422"/>
                  </a:lnTo>
                  <a:lnTo>
                    <a:pt x="18930" y="410"/>
                  </a:lnTo>
                  <a:lnTo>
                    <a:pt x="18975" y="376"/>
                  </a:lnTo>
                  <a:lnTo>
                    <a:pt x="18998" y="342"/>
                  </a:lnTo>
                  <a:close/>
                  <a:moveTo>
                    <a:pt x="16666" y="4460"/>
                  </a:moveTo>
                  <a:lnTo>
                    <a:pt x="18668" y="5620"/>
                  </a:lnTo>
                  <a:lnTo>
                    <a:pt x="18657" y="5689"/>
                  </a:lnTo>
                  <a:lnTo>
                    <a:pt x="18668" y="5757"/>
                  </a:lnTo>
                  <a:lnTo>
                    <a:pt x="18702" y="5802"/>
                  </a:lnTo>
                  <a:lnTo>
                    <a:pt x="18748" y="5848"/>
                  </a:lnTo>
                  <a:lnTo>
                    <a:pt x="18816" y="5859"/>
                  </a:lnTo>
                  <a:lnTo>
                    <a:pt x="18816" y="8248"/>
                  </a:lnTo>
                  <a:lnTo>
                    <a:pt x="18782" y="8248"/>
                  </a:lnTo>
                  <a:lnTo>
                    <a:pt x="18748" y="8259"/>
                  </a:lnTo>
                  <a:lnTo>
                    <a:pt x="18679" y="8305"/>
                  </a:lnTo>
                  <a:lnTo>
                    <a:pt x="18645" y="8373"/>
                  </a:lnTo>
                  <a:lnTo>
                    <a:pt x="18634" y="8407"/>
                  </a:lnTo>
                  <a:lnTo>
                    <a:pt x="18634" y="8441"/>
                  </a:lnTo>
                  <a:lnTo>
                    <a:pt x="18634" y="8476"/>
                  </a:lnTo>
                  <a:lnTo>
                    <a:pt x="18645" y="8510"/>
                  </a:lnTo>
                  <a:lnTo>
                    <a:pt x="16666" y="9659"/>
                  </a:lnTo>
                  <a:lnTo>
                    <a:pt x="16632" y="9613"/>
                  </a:lnTo>
                  <a:lnTo>
                    <a:pt x="16575" y="9579"/>
                  </a:lnTo>
                  <a:lnTo>
                    <a:pt x="16529" y="9556"/>
                  </a:lnTo>
                  <a:lnTo>
                    <a:pt x="16461" y="9545"/>
                  </a:lnTo>
                  <a:lnTo>
                    <a:pt x="16404" y="9556"/>
                  </a:lnTo>
                  <a:lnTo>
                    <a:pt x="16347" y="9579"/>
                  </a:lnTo>
                  <a:lnTo>
                    <a:pt x="16302" y="9613"/>
                  </a:lnTo>
                  <a:lnTo>
                    <a:pt x="16268" y="9659"/>
                  </a:lnTo>
                  <a:lnTo>
                    <a:pt x="14300" y="8521"/>
                  </a:lnTo>
                  <a:lnTo>
                    <a:pt x="14300" y="8476"/>
                  </a:lnTo>
                  <a:lnTo>
                    <a:pt x="14311" y="8441"/>
                  </a:lnTo>
                  <a:lnTo>
                    <a:pt x="14300" y="8407"/>
                  </a:lnTo>
                  <a:lnTo>
                    <a:pt x="14288" y="8362"/>
                  </a:lnTo>
                  <a:lnTo>
                    <a:pt x="14277" y="8328"/>
                  </a:lnTo>
                  <a:lnTo>
                    <a:pt x="14254" y="8305"/>
                  </a:lnTo>
                  <a:lnTo>
                    <a:pt x="14197" y="8259"/>
                  </a:lnTo>
                  <a:lnTo>
                    <a:pt x="14163" y="8237"/>
                  </a:lnTo>
                  <a:lnTo>
                    <a:pt x="14118" y="8237"/>
                  </a:lnTo>
                  <a:lnTo>
                    <a:pt x="14118" y="5927"/>
                  </a:lnTo>
                  <a:lnTo>
                    <a:pt x="14163" y="5927"/>
                  </a:lnTo>
                  <a:lnTo>
                    <a:pt x="14209" y="5905"/>
                  </a:lnTo>
                  <a:lnTo>
                    <a:pt x="14243" y="5882"/>
                  </a:lnTo>
                  <a:lnTo>
                    <a:pt x="14277" y="5848"/>
                  </a:lnTo>
                  <a:lnTo>
                    <a:pt x="14300" y="5814"/>
                  </a:lnTo>
                  <a:lnTo>
                    <a:pt x="14322" y="5780"/>
                  </a:lnTo>
                  <a:lnTo>
                    <a:pt x="14334" y="5734"/>
                  </a:lnTo>
                  <a:lnTo>
                    <a:pt x="14345" y="5689"/>
                  </a:lnTo>
                  <a:lnTo>
                    <a:pt x="14334" y="5632"/>
                  </a:lnTo>
                  <a:lnTo>
                    <a:pt x="14322" y="5586"/>
                  </a:lnTo>
                  <a:lnTo>
                    <a:pt x="16268" y="4471"/>
                  </a:lnTo>
                  <a:lnTo>
                    <a:pt x="16302" y="4506"/>
                  </a:lnTo>
                  <a:lnTo>
                    <a:pt x="16347" y="4540"/>
                  </a:lnTo>
                  <a:lnTo>
                    <a:pt x="16404" y="4562"/>
                  </a:lnTo>
                  <a:lnTo>
                    <a:pt x="16461" y="4574"/>
                  </a:lnTo>
                  <a:lnTo>
                    <a:pt x="16529" y="4562"/>
                  </a:lnTo>
                  <a:lnTo>
                    <a:pt x="16586" y="4540"/>
                  </a:lnTo>
                  <a:lnTo>
                    <a:pt x="16632" y="4506"/>
                  </a:lnTo>
                  <a:lnTo>
                    <a:pt x="16666" y="4460"/>
                  </a:lnTo>
                  <a:close/>
                  <a:moveTo>
                    <a:pt x="11911" y="4460"/>
                  </a:moveTo>
                  <a:lnTo>
                    <a:pt x="13867" y="5586"/>
                  </a:lnTo>
                  <a:lnTo>
                    <a:pt x="13856" y="5632"/>
                  </a:lnTo>
                  <a:lnTo>
                    <a:pt x="13845" y="5689"/>
                  </a:lnTo>
                  <a:lnTo>
                    <a:pt x="13856" y="5734"/>
                  </a:lnTo>
                  <a:lnTo>
                    <a:pt x="13867" y="5780"/>
                  </a:lnTo>
                  <a:lnTo>
                    <a:pt x="13890" y="5814"/>
                  </a:lnTo>
                  <a:lnTo>
                    <a:pt x="13913" y="5859"/>
                  </a:lnTo>
                  <a:lnTo>
                    <a:pt x="13947" y="5882"/>
                  </a:lnTo>
                  <a:lnTo>
                    <a:pt x="13981" y="5905"/>
                  </a:lnTo>
                  <a:lnTo>
                    <a:pt x="14027" y="5927"/>
                  </a:lnTo>
                  <a:lnTo>
                    <a:pt x="14072" y="5927"/>
                  </a:lnTo>
                  <a:lnTo>
                    <a:pt x="14072" y="8225"/>
                  </a:lnTo>
                  <a:lnTo>
                    <a:pt x="14038" y="8237"/>
                  </a:lnTo>
                  <a:lnTo>
                    <a:pt x="13993" y="8248"/>
                  </a:lnTo>
                  <a:lnTo>
                    <a:pt x="13970" y="8271"/>
                  </a:lnTo>
                  <a:lnTo>
                    <a:pt x="13936" y="8294"/>
                  </a:lnTo>
                  <a:lnTo>
                    <a:pt x="13913" y="8328"/>
                  </a:lnTo>
                  <a:lnTo>
                    <a:pt x="13890" y="8362"/>
                  </a:lnTo>
                  <a:lnTo>
                    <a:pt x="13879" y="8407"/>
                  </a:lnTo>
                  <a:lnTo>
                    <a:pt x="13879" y="8441"/>
                  </a:lnTo>
                  <a:lnTo>
                    <a:pt x="13879" y="8487"/>
                  </a:lnTo>
                  <a:lnTo>
                    <a:pt x="13890" y="8521"/>
                  </a:lnTo>
                  <a:lnTo>
                    <a:pt x="11900" y="9670"/>
                  </a:lnTo>
                  <a:lnTo>
                    <a:pt x="11865" y="9636"/>
                  </a:lnTo>
                  <a:lnTo>
                    <a:pt x="11820" y="9602"/>
                  </a:lnTo>
                  <a:lnTo>
                    <a:pt x="11774" y="9590"/>
                  </a:lnTo>
                  <a:lnTo>
                    <a:pt x="11729" y="9579"/>
                  </a:lnTo>
                  <a:lnTo>
                    <a:pt x="11672" y="9590"/>
                  </a:lnTo>
                  <a:lnTo>
                    <a:pt x="11627" y="9602"/>
                  </a:lnTo>
                  <a:lnTo>
                    <a:pt x="11581" y="9636"/>
                  </a:lnTo>
                  <a:lnTo>
                    <a:pt x="11547" y="9670"/>
                  </a:lnTo>
                  <a:lnTo>
                    <a:pt x="9590" y="8544"/>
                  </a:lnTo>
                  <a:lnTo>
                    <a:pt x="9613" y="8498"/>
                  </a:lnTo>
                  <a:lnTo>
                    <a:pt x="9613" y="8441"/>
                  </a:lnTo>
                  <a:lnTo>
                    <a:pt x="9613" y="8396"/>
                  </a:lnTo>
                  <a:lnTo>
                    <a:pt x="9590" y="8350"/>
                  </a:lnTo>
                  <a:lnTo>
                    <a:pt x="9568" y="8305"/>
                  </a:lnTo>
                  <a:lnTo>
                    <a:pt x="9545" y="8271"/>
                  </a:lnTo>
                  <a:lnTo>
                    <a:pt x="9511" y="8237"/>
                  </a:lnTo>
                  <a:lnTo>
                    <a:pt x="9465" y="8214"/>
                  </a:lnTo>
                  <a:lnTo>
                    <a:pt x="9431" y="8191"/>
                  </a:lnTo>
                  <a:lnTo>
                    <a:pt x="9374" y="8191"/>
                  </a:lnTo>
                  <a:lnTo>
                    <a:pt x="9374" y="5871"/>
                  </a:lnTo>
                  <a:lnTo>
                    <a:pt x="9442" y="5848"/>
                  </a:lnTo>
                  <a:lnTo>
                    <a:pt x="9499" y="5814"/>
                  </a:lnTo>
                  <a:lnTo>
                    <a:pt x="9533" y="5757"/>
                  </a:lnTo>
                  <a:lnTo>
                    <a:pt x="9545" y="5689"/>
                  </a:lnTo>
                  <a:lnTo>
                    <a:pt x="9545" y="5654"/>
                  </a:lnTo>
                  <a:lnTo>
                    <a:pt x="9533" y="5620"/>
                  </a:lnTo>
                  <a:lnTo>
                    <a:pt x="11536" y="4460"/>
                  </a:lnTo>
                  <a:lnTo>
                    <a:pt x="11570" y="4506"/>
                  </a:lnTo>
                  <a:lnTo>
                    <a:pt x="11615" y="4540"/>
                  </a:lnTo>
                  <a:lnTo>
                    <a:pt x="11661" y="4562"/>
                  </a:lnTo>
                  <a:lnTo>
                    <a:pt x="11786" y="4562"/>
                  </a:lnTo>
                  <a:lnTo>
                    <a:pt x="11831" y="4540"/>
                  </a:lnTo>
                  <a:lnTo>
                    <a:pt x="11877" y="4506"/>
                  </a:lnTo>
                  <a:lnTo>
                    <a:pt x="11911" y="4460"/>
                  </a:lnTo>
                  <a:close/>
                  <a:moveTo>
                    <a:pt x="7190" y="4460"/>
                  </a:moveTo>
                  <a:lnTo>
                    <a:pt x="9181" y="5620"/>
                  </a:lnTo>
                  <a:lnTo>
                    <a:pt x="9169" y="5654"/>
                  </a:lnTo>
                  <a:lnTo>
                    <a:pt x="9169" y="5689"/>
                  </a:lnTo>
                  <a:lnTo>
                    <a:pt x="9181" y="5757"/>
                  </a:lnTo>
                  <a:lnTo>
                    <a:pt x="9215" y="5814"/>
                  </a:lnTo>
                  <a:lnTo>
                    <a:pt x="9272" y="5848"/>
                  </a:lnTo>
                  <a:lnTo>
                    <a:pt x="9329" y="5871"/>
                  </a:lnTo>
                  <a:lnTo>
                    <a:pt x="9329" y="8191"/>
                  </a:lnTo>
                  <a:lnTo>
                    <a:pt x="9283" y="8191"/>
                  </a:lnTo>
                  <a:lnTo>
                    <a:pt x="9238" y="8214"/>
                  </a:lnTo>
                  <a:lnTo>
                    <a:pt x="9204" y="8237"/>
                  </a:lnTo>
                  <a:lnTo>
                    <a:pt x="9169" y="8271"/>
                  </a:lnTo>
                  <a:lnTo>
                    <a:pt x="9135" y="8305"/>
                  </a:lnTo>
                  <a:lnTo>
                    <a:pt x="9113" y="8350"/>
                  </a:lnTo>
                  <a:lnTo>
                    <a:pt x="9101" y="8396"/>
                  </a:lnTo>
                  <a:lnTo>
                    <a:pt x="9101" y="8441"/>
                  </a:lnTo>
                  <a:lnTo>
                    <a:pt x="9101" y="8498"/>
                  </a:lnTo>
                  <a:lnTo>
                    <a:pt x="9113" y="8544"/>
                  </a:lnTo>
                  <a:lnTo>
                    <a:pt x="7122" y="9693"/>
                  </a:lnTo>
                  <a:lnTo>
                    <a:pt x="7099" y="9670"/>
                  </a:lnTo>
                  <a:lnTo>
                    <a:pt x="7065" y="9647"/>
                  </a:lnTo>
                  <a:lnTo>
                    <a:pt x="7019" y="9624"/>
                  </a:lnTo>
                  <a:lnTo>
                    <a:pt x="6940" y="9624"/>
                  </a:lnTo>
                  <a:lnTo>
                    <a:pt x="6906" y="9647"/>
                  </a:lnTo>
                  <a:lnTo>
                    <a:pt x="6872" y="9659"/>
                  </a:lnTo>
                  <a:lnTo>
                    <a:pt x="6849" y="9693"/>
                  </a:lnTo>
                  <a:lnTo>
                    <a:pt x="4813" y="8521"/>
                  </a:lnTo>
                  <a:lnTo>
                    <a:pt x="4824" y="8476"/>
                  </a:lnTo>
                  <a:lnTo>
                    <a:pt x="4824" y="8441"/>
                  </a:lnTo>
                  <a:lnTo>
                    <a:pt x="4824" y="8407"/>
                  </a:lnTo>
                  <a:lnTo>
                    <a:pt x="4813" y="8362"/>
                  </a:lnTo>
                  <a:lnTo>
                    <a:pt x="4790" y="8328"/>
                  </a:lnTo>
                  <a:lnTo>
                    <a:pt x="4767" y="8305"/>
                  </a:lnTo>
                  <a:lnTo>
                    <a:pt x="4710" y="8259"/>
                  </a:lnTo>
                  <a:lnTo>
                    <a:pt x="4676" y="8248"/>
                  </a:lnTo>
                  <a:lnTo>
                    <a:pt x="4642" y="8237"/>
                  </a:lnTo>
                  <a:lnTo>
                    <a:pt x="4642" y="5905"/>
                  </a:lnTo>
                  <a:lnTo>
                    <a:pt x="4676" y="5893"/>
                  </a:lnTo>
                  <a:lnTo>
                    <a:pt x="4710" y="5882"/>
                  </a:lnTo>
                  <a:lnTo>
                    <a:pt x="4744" y="5859"/>
                  </a:lnTo>
                  <a:lnTo>
                    <a:pt x="4779" y="5836"/>
                  </a:lnTo>
                  <a:lnTo>
                    <a:pt x="4801" y="5802"/>
                  </a:lnTo>
                  <a:lnTo>
                    <a:pt x="4813" y="5768"/>
                  </a:lnTo>
                  <a:lnTo>
                    <a:pt x="4824" y="5723"/>
                  </a:lnTo>
                  <a:lnTo>
                    <a:pt x="4835" y="5689"/>
                  </a:lnTo>
                  <a:lnTo>
                    <a:pt x="4824" y="5643"/>
                  </a:lnTo>
                  <a:lnTo>
                    <a:pt x="4813" y="5598"/>
                  </a:lnTo>
                  <a:lnTo>
                    <a:pt x="6781" y="4471"/>
                  </a:lnTo>
                  <a:lnTo>
                    <a:pt x="6815" y="4517"/>
                  </a:lnTo>
                  <a:lnTo>
                    <a:pt x="6872" y="4551"/>
                  </a:lnTo>
                  <a:lnTo>
                    <a:pt x="6928" y="4574"/>
                  </a:lnTo>
                  <a:lnTo>
                    <a:pt x="7042" y="4574"/>
                  </a:lnTo>
                  <a:lnTo>
                    <a:pt x="7099" y="4551"/>
                  </a:lnTo>
                  <a:lnTo>
                    <a:pt x="7145" y="4506"/>
                  </a:lnTo>
                  <a:lnTo>
                    <a:pt x="7190" y="4460"/>
                  </a:lnTo>
                  <a:close/>
                  <a:moveTo>
                    <a:pt x="9568" y="8578"/>
                  </a:moveTo>
                  <a:lnTo>
                    <a:pt x="11536" y="9715"/>
                  </a:lnTo>
                  <a:lnTo>
                    <a:pt x="11524" y="9750"/>
                  </a:lnTo>
                  <a:lnTo>
                    <a:pt x="11513" y="9795"/>
                  </a:lnTo>
                  <a:lnTo>
                    <a:pt x="11513" y="9829"/>
                  </a:lnTo>
                  <a:lnTo>
                    <a:pt x="11524" y="9863"/>
                  </a:lnTo>
                  <a:lnTo>
                    <a:pt x="11547" y="9897"/>
                  </a:lnTo>
                  <a:lnTo>
                    <a:pt x="11570" y="9932"/>
                  </a:lnTo>
                  <a:lnTo>
                    <a:pt x="11627" y="9977"/>
                  </a:lnTo>
                  <a:lnTo>
                    <a:pt x="11661" y="9988"/>
                  </a:lnTo>
                  <a:lnTo>
                    <a:pt x="11706" y="10000"/>
                  </a:lnTo>
                  <a:lnTo>
                    <a:pt x="11706" y="12298"/>
                  </a:lnTo>
                  <a:lnTo>
                    <a:pt x="11661" y="12309"/>
                  </a:lnTo>
                  <a:lnTo>
                    <a:pt x="11615" y="12320"/>
                  </a:lnTo>
                  <a:lnTo>
                    <a:pt x="11570" y="12343"/>
                  </a:lnTo>
                  <a:lnTo>
                    <a:pt x="11536" y="12377"/>
                  </a:lnTo>
                  <a:lnTo>
                    <a:pt x="11513" y="12411"/>
                  </a:lnTo>
                  <a:lnTo>
                    <a:pt x="11490" y="12457"/>
                  </a:lnTo>
                  <a:lnTo>
                    <a:pt x="11479" y="12502"/>
                  </a:lnTo>
                  <a:lnTo>
                    <a:pt x="11467" y="12548"/>
                  </a:lnTo>
                  <a:lnTo>
                    <a:pt x="11479" y="12593"/>
                  </a:lnTo>
                  <a:lnTo>
                    <a:pt x="11490" y="12650"/>
                  </a:lnTo>
                  <a:lnTo>
                    <a:pt x="9533" y="13776"/>
                  </a:lnTo>
                  <a:lnTo>
                    <a:pt x="9499" y="13731"/>
                  </a:lnTo>
                  <a:lnTo>
                    <a:pt x="9454" y="13697"/>
                  </a:lnTo>
                  <a:lnTo>
                    <a:pt x="9408" y="13685"/>
                  </a:lnTo>
                  <a:lnTo>
                    <a:pt x="9351" y="13674"/>
                  </a:lnTo>
                  <a:lnTo>
                    <a:pt x="9295" y="13685"/>
                  </a:lnTo>
                  <a:lnTo>
                    <a:pt x="9249" y="13697"/>
                  </a:lnTo>
                  <a:lnTo>
                    <a:pt x="9204" y="13731"/>
                  </a:lnTo>
                  <a:lnTo>
                    <a:pt x="9169" y="13776"/>
                  </a:lnTo>
                  <a:lnTo>
                    <a:pt x="7213" y="12639"/>
                  </a:lnTo>
                  <a:lnTo>
                    <a:pt x="7224" y="12593"/>
                  </a:lnTo>
                  <a:lnTo>
                    <a:pt x="7224" y="12548"/>
                  </a:lnTo>
                  <a:lnTo>
                    <a:pt x="7224" y="12502"/>
                  </a:lnTo>
                  <a:lnTo>
                    <a:pt x="7213" y="12457"/>
                  </a:lnTo>
                  <a:lnTo>
                    <a:pt x="7190" y="12423"/>
                  </a:lnTo>
                  <a:lnTo>
                    <a:pt x="7167" y="12377"/>
                  </a:lnTo>
                  <a:lnTo>
                    <a:pt x="7133" y="12355"/>
                  </a:lnTo>
                  <a:lnTo>
                    <a:pt x="7099" y="12332"/>
                  </a:lnTo>
                  <a:lnTo>
                    <a:pt x="7054" y="12309"/>
                  </a:lnTo>
                  <a:lnTo>
                    <a:pt x="7008" y="12309"/>
                  </a:lnTo>
                  <a:lnTo>
                    <a:pt x="7008" y="9954"/>
                  </a:lnTo>
                  <a:lnTo>
                    <a:pt x="7065" y="9932"/>
                  </a:lnTo>
                  <a:lnTo>
                    <a:pt x="7110" y="9897"/>
                  </a:lnTo>
                  <a:lnTo>
                    <a:pt x="7145" y="9852"/>
                  </a:lnTo>
                  <a:lnTo>
                    <a:pt x="7156" y="9795"/>
                  </a:lnTo>
                  <a:lnTo>
                    <a:pt x="7145" y="9738"/>
                  </a:lnTo>
                  <a:lnTo>
                    <a:pt x="9135" y="8578"/>
                  </a:lnTo>
                  <a:lnTo>
                    <a:pt x="9181" y="8635"/>
                  </a:lnTo>
                  <a:lnTo>
                    <a:pt x="9226" y="8669"/>
                  </a:lnTo>
                  <a:lnTo>
                    <a:pt x="9283" y="8692"/>
                  </a:lnTo>
                  <a:lnTo>
                    <a:pt x="9351" y="8703"/>
                  </a:lnTo>
                  <a:lnTo>
                    <a:pt x="9420" y="8692"/>
                  </a:lnTo>
                  <a:lnTo>
                    <a:pt x="9477" y="8669"/>
                  </a:lnTo>
                  <a:lnTo>
                    <a:pt x="9533" y="8635"/>
                  </a:lnTo>
                  <a:lnTo>
                    <a:pt x="9568" y="8578"/>
                  </a:lnTo>
                  <a:close/>
                  <a:moveTo>
                    <a:pt x="19009" y="8555"/>
                  </a:moveTo>
                  <a:lnTo>
                    <a:pt x="20988" y="9704"/>
                  </a:lnTo>
                  <a:lnTo>
                    <a:pt x="20977" y="9738"/>
                  </a:lnTo>
                  <a:lnTo>
                    <a:pt x="20977" y="9795"/>
                  </a:lnTo>
                  <a:lnTo>
                    <a:pt x="20977" y="9829"/>
                  </a:lnTo>
                  <a:lnTo>
                    <a:pt x="20988" y="9875"/>
                  </a:lnTo>
                  <a:lnTo>
                    <a:pt x="21011" y="9909"/>
                  </a:lnTo>
                  <a:lnTo>
                    <a:pt x="21034" y="9943"/>
                  </a:lnTo>
                  <a:lnTo>
                    <a:pt x="21068" y="9977"/>
                  </a:lnTo>
                  <a:lnTo>
                    <a:pt x="21102" y="10000"/>
                  </a:lnTo>
                  <a:lnTo>
                    <a:pt x="21148" y="10011"/>
                  </a:lnTo>
                  <a:lnTo>
                    <a:pt x="21182" y="10023"/>
                  </a:lnTo>
                  <a:lnTo>
                    <a:pt x="21182" y="12355"/>
                  </a:lnTo>
                  <a:lnTo>
                    <a:pt x="21114" y="12377"/>
                  </a:lnTo>
                  <a:lnTo>
                    <a:pt x="21068" y="12423"/>
                  </a:lnTo>
                  <a:lnTo>
                    <a:pt x="21023" y="12480"/>
                  </a:lnTo>
                  <a:lnTo>
                    <a:pt x="21011" y="12514"/>
                  </a:lnTo>
                  <a:lnTo>
                    <a:pt x="21011" y="12548"/>
                  </a:lnTo>
                  <a:lnTo>
                    <a:pt x="21023" y="12616"/>
                  </a:lnTo>
                  <a:lnTo>
                    <a:pt x="19009" y="13776"/>
                  </a:lnTo>
                  <a:lnTo>
                    <a:pt x="18975" y="13742"/>
                  </a:lnTo>
                  <a:lnTo>
                    <a:pt x="18930" y="13720"/>
                  </a:lnTo>
                  <a:lnTo>
                    <a:pt x="18884" y="13697"/>
                  </a:lnTo>
                  <a:lnTo>
                    <a:pt x="18839" y="13685"/>
                  </a:lnTo>
                  <a:lnTo>
                    <a:pt x="18782" y="13697"/>
                  </a:lnTo>
                  <a:lnTo>
                    <a:pt x="18736" y="13708"/>
                  </a:lnTo>
                  <a:lnTo>
                    <a:pt x="18702" y="13742"/>
                  </a:lnTo>
                  <a:lnTo>
                    <a:pt x="18668" y="13776"/>
                  </a:lnTo>
                  <a:lnTo>
                    <a:pt x="16654" y="12616"/>
                  </a:lnTo>
                  <a:lnTo>
                    <a:pt x="16666" y="12582"/>
                  </a:lnTo>
                  <a:lnTo>
                    <a:pt x="16677" y="12548"/>
                  </a:lnTo>
                  <a:lnTo>
                    <a:pt x="16666" y="12514"/>
                  </a:lnTo>
                  <a:lnTo>
                    <a:pt x="16654" y="12468"/>
                  </a:lnTo>
                  <a:lnTo>
                    <a:pt x="16620" y="12411"/>
                  </a:lnTo>
                  <a:lnTo>
                    <a:pt x="16563" y="12366"/>
                  </a:lnTo>
                  <a:lnTo>
                    <a:pt x="16529" y="12355"/>
                  </a:lnTo>
                  <a:lnTo>
                    <a:pt x="16495" y="12343"/>
                  </a:lnTo>
                  <a:lnTo>
                    <a:pt x="16495" y="10034"/>
                  </a:lnTo>
                  <a:lnTo>
                    <a:pt x="16529" y="10023"/>
                  </a:lnTo>
                  <a:lnTo>
                    <a:pt x="16575" y="10000"/>
                  </a:lnTo>
                  <a:lnTo>
                    <a:pt x="16609" y="9977"/>
                  </a:lnTo>
                  <a:lnTo>
                    <a:pt x="16643" y="9954"/>
                  </a:lnTo>
                  <a:lnTo>
                    <a:pt x="16666" y="9920"/>
                  </a:lnTo>
                  <a:lnTo>
                    <a:pt x="16689" y="9875"/>
                  </a:lnTo>
                  <a:lnTo>
                    <a:pt x="16700" y="9841"/>
                  </a:lnTo>
                  <a:lnTo>
                    <a:pt x="16711" y="9795"/>
                  </a:lnTo>
                  <a:lnTo>
                    <a:pt x="16700" y="9738"/>
                  </a:lnTo>
                  <a:lnTo>
                    <a:pt x="16689" y="9693"/>
                  </a:lnTo>
                  <a:lnTo>
                    <a:pt x="18668" y="8555"/>
                  </a:lnTo>
                  <a:lnTo>
                    <a:pt x="18702" y="8589"/>
                  </a:lnTo>
                  <a:lnTo>
                    <a:pt x="18736" y="8623"/>
                  </a:lnTo>
                  <a:lnTo>
                    <a:pt x="18782" y="8635"/>
                  </a:lnTo>
                  <a:lnTo>
                    <a:pt x="18839" y="8646"/>
                  </a:lnTo>
                  <a:lnTo>
                    <a:pt x="18884" y="8635"/>
                  </a:lnTo>
                  <a:lnTo>
                    <a:pt x="18930" y="8623"/>
                  </a:lnTo>
                  <a:lnTo>
                    <a:pt x="18975" y="8589"/>
                  </a:lnTo>
                  <a:lnTo>
                    <a:pt x="19009" y="8555"/>
                  </a:lnTo>
                  <a:close/>
                  <a:moveTo>
                    <a:pt x="14277" y="8555"/>
                  </a:moveTo>
                  <a:lnTo>
                    <a:pt x="16245" y="9693"/>
                  </a:lnTo>
                  <a:lnTo>
                    <a:pt x="16222" y="9738"/>
                  </a:lnTo>
                  <a:lnTo>
                    <a:pt x="16222" y="9795"/>
                  </a:lnTo>
                  <a:lnTo>
                    <a:pt x="16222" y="9841"/>
                  </a:lnTo>
                  <a:lnTo>
                    <a:pt x="16245" y="9875"/>
                  </a:lnTo>
                  <a:lnTo>
                    <a:pt x="16256" y="9920"/>
                  </a:lnTo>
                  <a:lnTo>
                    <a:pt x="16290" y="9954"/>
                  </a:lnTo>
                  <a:lnTo>
                    <a:pt x="16325" y="9988"/>
                  </a:lnTo>
                  <a:lnTo>
                    <a:pt x="16359" y="10011"/>
                  </a:lnTo>
                  <a:lnTo>
                    <a:pt x="16404" y="10023"/>
                  </a:lnTo>
                  <a:lnTo>
                    <a:pt x="16450" y="10034"/>
                  </a:lnTo>
                  <a:lnTo>
                    <a:pt x="16450" y="12343"/>
                  </a:lnTo>
                  <a:lnTo>
                    <a:pt x="16404" y="12343"/>
                  </a:lnTo>
                  <a:lnTo>
                    <a:pt x="16370" y="12366"/>
                  </a:lnTo>
                  <a:lnTo>
                    <a:pt x="16336" y="12377"/>
                  </a:lnTo>
                  <a:lnTo>
                    <a:pt x="16313" y="12411"/>
                  </a:lnTo>
                  <a:lnTo>
                    <a:pt x="16290" y="12434"/>
                  </a:lnTo>
                  <a:lnTo>
                    <a:pt x="16268" y="12468"/>
                  </a:lnTo>
                  <a:lnTo>
                    <a:pt x="16256" y="12502"/>
                  </a:lnTo>
                  <a:lnTo>
                    <a:pt x="16256" y="12548"/>
                  </a:lnTo>
                  <a:lnTo>
                    <a:pt x="16256" y="12582"/>
                  </a:lnTo>
                  <a:lnTo>
                    <a:pt x="16268" y="12628"/>
                  </a:lnTo>
                  <a:lnTo>
                    <a:pt x="14254" y="13788"/>
                  </a:lnTo>
                  <a:lnTo>
                    <a:pt x="14231" y="13742"/>
                  </a:lnTo>
                  <a:lnTo>
                    <a:pt x="14186" y="13720"/>
                  </a:lnTo>
                  <a:lnTo>
                    <a:pt x="14140" y="13697"/>
                  </a:lnTo>
                  <a:lnTo>
                    <a:pt x="14049" y="13697"/>
                  </a:lnTo>
                  <a:lnTo>
                    <a:pt x="14004" y="13720"/>
                  </a:lnTo>
                  <a:lnTo>
                    <a:pt x="13958" y="13742"/>
                  </a:lnTo>
                  <a:lnTo>
                    <a:pt x="13936" y="13776"/>
                  </a:lnTo>
                  <a:lnTo>
                    <a:pt x="11956" y="12639"/>
                  </a:lnTo>
                  <a:lnTo>
                    <a:pt x="11968" y="12593"/>
                  </a:lnTo>
                  <a:lnTo>
                    <a:pt x="11979" y="12548"/>
                  </a:lnTo>
                  <a:lnTo>
                    <a:pt x="11968" y="12502"/>
                  </a:lnTo>
                  <a:lnTo>
                    <a:pt x="11956" y="12457"/>
                  </a:lnTo>
                  <a:lnTo>
                    <a:pt x="11934" y="12411"/>
                  </a:lnTo>
                  <a:lnTo>
                    <a:pt x="11911" y="12377"/>
                  </a:lnTo>
                  <a:lnTo>
                    <a:pt x="11877" y="12343"/>
                  </a:lnTo>
                  <a:lnTo>
                    <a:pt x="11843" y="12320"/>
                  </a:lnTo>
                  <a:lnTo>
                    <a:pt x="11797" y="12309"/>
                  </a:lnTo>
                  <a:lnTo>
                    <a:pt x="11752" y="12298"/>
                  </a:lnTo>
                  <a:lnTo>
                    <a:pt x="11752" y="10000"/>
                  </a:lnTo>
                  <a:lnTo>
                    <a:pt x="11786" y="9988"/>
                  </a:lnTo>
                  <a:lnTo>
                    <a:pt x="11820" y="9977"/>
                  </a:lnTo>
                  <a:lnTo>
                    <a:pt x="11877" y="9932"/>
                  </a:lnTo>
                  <a:lnTo>
                    <a:pt x="11922" y="9863"/>
                  </a:lnTo>
                  <a:lnTo>
                    <a:pt x="11934" y="9829"/>
                  </a:lnTo>
                  <a:lnTo>
                    <a:pt x="11934" y="9795"/>
                  </a:lnTo>
                  <a:lnTo>
                    <a:pt x="11934" y="9750"/>
                  </a:lnTo>
                  <a:lnTo>
                    <a:pt x="11922" y="9715"/>
                  </a:lnTo>
                  <a:lnTo>
                    <a:pt x="13913" y="8555"/>
                  </a:lnTo>
                  <a:lnTo>
                    <a:pt x="13947" y="8601"/>
                  </a:lnTo>
                  <a:lnTo>
                    <a:pt x="13993" y="8635"/>
                  </a:lnTo>
                  <a:lnTo>
                    <a:pt x="14038" y="8646"/>
                  </a:lnTo>
                  <a:lnTo>
                    <a:pt x="14095" y="8658"/>
                  </a:lnTo>
                  <a:lnTo>
                    <a:pt x="14152" y="8646"/>
                  </a:lnTo>
                  <a:lnTo>
                    <a:pt x="14197" y="8635"/>
                  </a:lnTo>
                  <a:lnTo>
                    <a:pt x="14243" y="8601"/>
                  </a:lnTo>
                  <a:lnTo>
                    <a:pt x="14277" y="8555"/>
                  </a:lnTo>
                  <a:close/>
                  <a:moveTo>
                    <a:pt x="16643" y="12662"/>
                  </a:moveTo>
                  <a:lnTo>
                    <a:pt x="18645" y="13822"/>
                  </a:lnTo>
                  <a:lnTo>
                    <a:pt x="18634" y="13856"/>
                  </a:lnTo>
                  <a:lnTo>
                    <a:pt x="18622" y="13902"/>
                  </a:lnTo>
                  <a:lnTo>
                    <a:pt x="18634" y="13936"/>
                  </a:lnTo>
                  <a:lnTo>
                    <a:pt x="18645" y="13970"/>
                  </a:lnTo>
                  <a:lnTo>
                    <a:pt x="18657" y="14004"/>
                  </a:lnTo>
                  <a:lnTo>
                    <a:pt x="18679" y="14038"/>
                  </a:lnTo>
                  <a:lnTo>
                    <a:pt x="18736" y="14084"/>
                  </a:lnTo>
                  <a:lnTo>
                    <a:pt x="18782" y="14095"/>
                  </a:lnTo>
                  <a:lnTo>
                    <a:pt x="18816" y="14106"/>
                  </a:lnTo>
                  <a:lnTo>
                    <a:pt x="18816" y="16472"/>
                  </a:lnTo>
                  <a:lnTo>
                    <a:pt x="18748" y="16495"/>
                  </a:lnTo>
                  <a:lnTo>
                    <a:pt x="18702" y="16529"/>
                  </a:lnTo>
                  <a:lnTo>
                    <a:pt x="18668" y="16586"/>
                  </a:lnTo>
                  <a:lnTo>
                    <a:pt x="18657" y="16654"/>
                  </a:lnTo>
                  <a:lnTo>
                    <a:pt x="18668" y="16711"/>
                  </a:lnTo>
                  <a:lnTo>
                    <a:pt x="16689" y="17849"/>
                  </a:lnTo>
                  <a:lnTo>
                    <a:pt x="16643" y="17803"/>
                  </a:lnTo>
                  <a:lnTo>
                    <a:pt x="16598" y="17769"/>
                  </a:lnTo>
                  <a:lnTo>
                    <a:pt x="16529" y="17735"/>
                  </a:lnTo>
                  <a:lnTo>
                    <a:pt x="16393" y="17735"/>
                  </a:lnTo>
                  <a:lnTo>
                    <a:pt x="16336" y="17758"/>
                  </a:lnTo>
                  <a:lnTo>
                    <a:pt x="16279" y="17803"/>
                  </a:lnTo>
                  <a:lnTo>
                    <a:pt x="16234" y="17849"/>
                  </a:lnTo>
                  <a:lnTo>
                    <a:pt x="14345" y="16757"/>
                  </a:lnTo>
                  <a:lnTo>
                    <a:pt x="14357" y="16711"/>
                  </a:lnTo>
                  <a:lnTo>
                    <a:pt x="14357" y="16654"/>
                  </a:lnTo>
                  <a:lnTo>
                    <a:pt x="14357" y="16598"/>
                  </a:lnTo>
                  <a:lnTo>
                    <a:pt x="14345" y="16552"/>
                  </a:lnTo>
                  <a:lnTo>
                    <a:pt x="14322" y="16507"/>
                  </a:lnTo>
                  <a:lnTo>
                    <a:pt x="14288" y="16472"/>
                  </a:lnTo>
                  <a:lnTo>
                    <a:pt x="14254" y="16438"/>
                  </a:lnTo>
                  <a:lnTo>
                    <a:pt x="14220" y="16416"/>
                  </a:lnTo>
                  <a:lnTo>
                    <a:pt x="14175" y="16393"/>
                  </a:lnTo>
                  <a:lnTo>
                    <a:pt x="14118" y="16393"/>
                  </a:lnTo>
                  <a:lnTo>
                    <a:pt x="14118" y="14095"/>
                  </a:lnTo>
                  <a:lnTo>
                    <a:pt x="14186" y="14072"/>
                  </a:lnTo>
                  <a:lnTo>
                    <a:pt x="14243" y="14027"/>
                  </a:lnTo>
                  <a:lnTo>
                    <a:pt x="14277" y="13970"/>
                  </a:lnTo>
                  <a:lnTo>
                    <a:pt x="14288" y="13936"/>
                  </a:lnTo>
                  <a:lnTo>
                    <a:pt x="14300" y="13902"/>
                  </a:lnTo>
                  <a:lnTo>
                    <a:pt x="14288" y="13856"/>
                  </a:lnTo>
                  <a:lnTo>
                    <a:pt x="14277" y="13822"/>
                  </a:lnTo>
                  <a:lnTo>
                    <a:pt x="16290" y="12662"/>
                  </a:lnTo>
                  <a:lnTo>
                    <a:pt x="16325" y="12707"/>
                  </a:lnTo>
                  <a:lnTo>
                    <a:pt x="16359" y="12730"/>
                  </a:lnTo>
                  <a:lnTo>
                    <a:pt x="16416" y="12753"/>
                  </a:lnTo>
                  <a:lnTo>
                    <a:pt x="16518" y="12753"/>
                  </a:lnTo>
                  <a:lnTo>
                    <a:pt x="16563" y="12730"/>
                  </a:lnTo>
                  <a:lnTo>
                    <a:pt x="16609" y="12696"/>
                  </a:lnTo>
                  <a:lnTo>
                    <a:pt x="16643" y="12662"/>
                  </a:lnTo>
                  <a:close/>
                  <a:moveTo>
                    <a:pt x="7190" y="12684"/>
                  </a:moveTo>
                  <a:lnTo>
                    <a:pt x="9147" y="13811"/>
                  </a:lnTo>
                  <a:lnTo>
                    <a:pt x="9135" y="13856"/>
                  </a:lnTo>
                  <a:lnTo>
                    <a:pt x="9135" y="13902"/>
                  </a:lnTo>
                  <a:lnTo>
                    <a:pt x="9135" y="13936"/>
                  </a:lnTo>
                  <a:lnTo>
                    <a:pt x="9147" y="13981"/>
                  </a:lnTo>
                  <a:lnTo>
                    <a:pt x="9169" y="14015"/>
                  </a:lnTo>
                  <a:lnTo>
                    <a:pt x="9192" y="14049"/>
                  </a:lnTo>
                  <a:lnTo>
                    <a:pt x="9226" y="14072"/>
                  </a:lnTo>
                  <a:lnTo>
                    <a:pt x="9260" y="14095"/>
                  </a:lnTo>
                  <a:lnTo>
                    <a:pt x="9295" y="14106"/>
                  </a:lnTo>
                  <a:lnTo>
                    <a:pt x="9329" y="14118"/>
                  </a:lnTo>
                  <a:lnTo>
                    <a:pt x="9329" y="16461"/>
                  </a:lnTo>
                  <a:lnTo>
                    <a:pt x="9272" y="16484"/>
                  </a:lnTo>
                  <a:lnTo>
                    <a:pt x="9215" y="16529"/>
                  </a:lnTo>
                  <a:lnTo>
                    <a:pt x="9181" y="16586"/>
                  </a:lnTo>
                  <a:lnTo>
                    <a:pt x="9169" y="16654"/>
                  </a:lnTo>
                  <a:lnTo>
                    <a:pt x="9181" y="16723"/>
                  </a:lnTo>
                  <a:lnTo>
                    <a:pt x="7167" y="17883"/>
                  </a:lnTo>
                  <a:lnTo>
                    <a:pt x="7133" y="17837"/>
                  </a:lnTo>
                  <a:lnTo>
                    <a:pt x="7088" y="17803"/>
                  </a:lnTo>
                  <a:lnTo>
                    <a:pt x="7042" y="17792"/>
                  </a:lnTo>
                  <a:lnTo>
                    <a:pt x="6985" y="17781"/>
                  </a:lnTo>
                  <a:lnTo>
                    <a:pt x="6928" y="17792"/>
                  </a:lnTo>
                  <a:lnTo>
                    <a:pt x="6883" y="17803"/>
                  </a:lnTo>
                  <a:lnTo>
                    <a:pt x="6837" y="17837"/>
                  </a:lnTo>
                  <a:lnTo>
                    <a:pt x="6803" y="17883"/>
                  </a:lnTo>
                  <a:lnTo>
                    <a:pt x="4779" y="16711"/>
                  </a:lnTo>
                  <a:lnTo>
                    <a:pt x="4790" y="16654"/>
                  </a:lnTo>
                  <a:lnTo>
                    <a:pt x="4779" y="16586"/>
                  </a:lnTo>
                  <a:lnTo>
                    <a:pt x="4744" y="16541"/>
                  </a:lnTo>
                  <a:lnTo>
                    <a:pt x="4699" y="16507"/>
                  </a:lnTo>
                  <a:lnTo>
                    <a:pt x="4642" y="16484"/>
                  </a:lnTo>
                  <a:lnTo>
                    <a:pt x="4642" y="14129"/>
                  </a:lnTo>
                  <a:lnTo>
                    <a:pt x="4676" y="14129"/>
                  </a:lnTo>
                  <a:lnTo>
                    <a:pt x="4722" y="14106"/>
                  </a:lnTo>
                  <a:lnTo>
                    <a:pt x="4756" y="14084"/>
                  </a:lnTo>
                  <a:lnTo>
                    <a:pt x="4790" y="14061"/>
                  </a:lnTo>
                  <a:lnTo>
                    <a:pt x="4813" y="14027"/>
                  </a:lnTo>
                  <a:lnTo>
                    <a:pt x="4835" y="13981"/>
                  </a:lnTo>
                  <a:lnTo>
                    <a:pt x="4847" y="13936"/>
                  </a:lnTo>
                  <a:lnTo>
                    <a:pt x="4858" y="13902"/>
                  </a:lnTo>
                  <a:lnTo>
                    <a:pt x="4847" y="13845"/>
                  </a:lnTo>
                  <a:lnTo>
                    <a:pt x="4835" y="13799"/>
                  </a:lnTo>
                  <a:lnTo>
                    <a:pt x="6781" y="12684"/>
                  </a:lnTo>
                  <a:lnTo>
                    <a:pt x="6815" y="12730"/>
                  </a:lnTo>
                  <a:lnTo>
                    <a:pt x="6860" y="12764"/>
                  </a:lnTo>
                  <a:lnTo>
                    <a:pt x="6917" y="12787"/>
                  </a:lnTo>
                  <a:lnTo>
                    <a:pt x="6985" y="12798"/>
                  </a:lnTo>
                  <a:lnTo>
                    <a:pt x="7042" y="12787"/>
                  </a:lnTo>
                  <a:lnTo>
                    <a:pt x="7099" y="12764"/>
                  </a:lnTo>
                  <a:lnTo>
                    <a:pt x="7156" y="12730"/>
                  </a:lnTo>
                  <a:lnTo>
                    <a:pt x="7190" y="12684"/>
                  </a:lnTo>
                  <a:close/>
                  <a:moveTo>
                    <a:pt x="4756" y="16745"/>
                  </a:moveTo>
                  <a:lnTo>
                    <a:pt x="6781" y="17917"/>
                  </a:lnTo>
                  <a:lnTo>
                    <a:pt x="6769" y="17963"/>
                  </a:lnTo>
                  <a:lnTo>
                    <a:pt x="6769" y="17997"/>
                  </a:lnTo>
                  <a:lnTo>
                    <a:pt x="6769" y="18042"/>
                  </a:lnTo>
                  <a:lnTo>
                    <a:pt x="6781" y="18076"/>
                  </a:lnTo>
                  <a:lnTo>
                    <a:pt x="6803" y="18111"/>
                  </a:lnTo>
                  <a:lnTo>
                    <a:pt x="6826" y="18145"/>
                  </a:lnTo>
                  <a:lnTo>
                    <a:pt x="6849" y="18179"/>
                  </a:lnTo>
                  <a:lnTo>
                    <a:pt x="6883" y="18190"/>
                  </a:lnTo>
                  <a:lnTo>
                    <a:pt x="6917" y="18213"/>
                  </a:lnTo>
                  <a:lnTo>
                    <a:pt x="6963" y="18213"/>
                  </a:lnTo>
                  <a:lnTo>
                    <a:pt x="6963" y="20511"/>
                  </a:lnTo>
                  <a:lnTo>
                    <a:pt x="6917" y="20511"/>
                  </a:lnTo>
                  <a:lnTo>
                    <a:pt x="6872" y="20533"/>
                  </a:lnTo>
                  <a:lnTo>
                    <a:pt x="6837" y="20556"/>
                  </a:lnTo>
                  <a:lnTo>
                    <a:pt x="6803" y="20590"/>
                  </a:lnTo>
                  <a:lnTo>
                    <a:pt x="6769" y="20624"/>
                  </a:lnTo>
                  <a:lnTo>
                    <a:pt x="6746" y="20670"/>
                  </a:lnTo>
                  <a:lnTo>
                    <a:pt x="6735" y="20704"/>
                  </a:lnTo>
                  <a:lnTo>
                    <a:pt x="6735" y="20761"/>
                  </a:lnTo>
                  <a:lnTo>
                    <a:pt x="6735" y="20806"/>
                  </a:lnTo>
                  <a:lnTo>
                    <a:pt x="6758" y="20852"/>
                  </a:lnTo>
                  <a:lnTo>
                    <a:pt x="4790" y="21990"/>
                  </a:lnTo>
                  <a:lnTo>
                    <a:pt x="4756" y="21955"/>
                  </a:lnTo>
                  <a:lnTo>
                    <a:pt x="4710" y="21921"/>
                  </a:lnTo>
                  <a:lnTo>
                    <a:pt x="4665" y="21910"/>
                  </a:lnTo>
                  <a:lnTo>
                    <a:pt x="4619" y="21899"/>
                  </a:lnTo>
                  <a:lnTo>
                    <a:pt x="4562" y="21910"/>
                  </a:lnTo>
                  <a:lnTo>
                    <a:pt x="4517" y="21921"/>
                  </a:lnTo>
                  <a:lnTo>
                    <a:pt x="4471" y="21955"/>
                  </a:lnTo>
                  <a:lnTo>
                    <a:pt x="4449" y="21990"/>
                  </a:lnTo>
                  <a:lnTo>
                    <a:pt x="2401" y="20806"/>
                  </a:lnTo>
                  <a:lnTo>
                    <a:pt x="2412" y="20761"/>
                  </a:lnTo>
                  <a:lnTo>
                    <a:pt x="2401" y="20704"/>
                  </a:lnTo>
                  <a:lnTo>
                    <a:pt x="2367" y="20647"/>
                  </a:lnTo>
                  <a:lnTo>
                    <a:pt x="2321" y="20613"/>
                  </a:lnTo>
                  <a:lnTo>
                    <a:pt x="2265" y="20590"/>
                  </a:lnTo>
                  <a:lnTo>
                    <a:pt x="2265" y="18270"/>
                  </a:lnTo>
                  <a:lnTo>
                    <a:pt x="2321" y="18258"/>
                  </a:lnTo>
                  <a:lnTo>
                    <a:pt x="2367" y="18236"/>
                  </a:lnTo>
                  <a:lnTo>
                    <a:pt x="2401" y="18213"/>
                  </a:lnTo>
                  <a:lnTo>
                    <a:pt x="2435" y="18179"/>
                  </a:lnTo>
                  <a:lnTo>
                    <a:pt x="2469" y="18145"/>
                  </a:lnTo>
                  <a:lnTo>
                    <a:pt x="2492" y="18099"/>
                  </a:lnTo>
                  <a:lnTo>
                    <a:pt x="2503" y="18054"/>
                  </a:lnTo>
                  <a:lnTo>
                    <a:pt x="2515" y="17997"/>
                  </a:lnTo>
                  <a:lnTo>
                    <a:pt x="2503" y="17940"/>
                  </a:lnTo>
                  <a:lnTo>
                    <a:pt x="2492" y="17894"/>
                  </a:lnTo>
                  <a:lnTo>
                    <a:pt x="4471" y="16745"/>
                  </a:lnTo>
                  <a:lnTo>
                    <a:pt x="4494" y="16780"/>
                  </a:lnTo>
                  <a:lnTo>
                    <a:pt x="4528" y="16802"/>
                  </a:lnTo>
                  <a:lnTo>
                    <a:pt x="4574" y="16825"/>
                  </a:lnTo>
                  <a:lnTo>
                    <a:pt x="4653" y="16825"/>
                  </a:lnTo>
                  <a:lnTo>
                    <a:pt x="4699" y="16802"/>
                  </a:lnTo>
                  <a:lnTo>
                    <a:pt x="4733" y="16780"/>
                  </a:lnTo>
                  <a:lnTo>
                    <a:pt x="4756" y="16745"/>
                  </a:lnTo>
                  <a:close/>
                  <a:moveTo>
                    <a:pt x="7190" y="20897"/>
                  </a:moveTo>
                  <a:lnTo>
                    <a:pt x="9192" y="22046"/>
                  </a:lnTo>
                  <a:lnTo>
                    <a:pt x="9181" y="22103"/>
                  </a:lnTo>
                  <a:lnTo>
                    <a:pt x="9192" y="22172"/>
                  </a:lnTo>
                  <a:lnTo>
                    <a:pt x="9226" y="22228"/>
                  </a:lnTo>
                  <a:lnTo>
                    <a:pt x="9272" y="22263"/>
                  </a:lnTo>
                  <a:lnTo>
                    <a:pt x="9329" y="22285"/>
                  </a:lnTo>
                  <a:lnTo>
                    <a:pt x="9329" y="24617"/>
                  </a:lnTo>
                  <a:lnTo>
                    <a:pt x="9283" y="24629"/>
                  </a:lnTo>
                  <a:lnTo>
                    <a:pt x="9238" y="24640"/>
                  </a:lnTo>
                  <a:lnTo>
                    <a:pt x="9204" y="24663"/>
                  </a:lnTo>
                  <a:lnTo>
                    <a:pt x="9169" y="24697"/>
                  </a:lnTo>
                  <a:lnTo>
                    <a:pt x="9147" y="24731"/>
                  </a:lnTo>
                  <a:lnTo>
                    <a:pt x="9124" y="24776"/>
                  </a:lnTo>
                  <a:lnTo>
                    <a:pt x="9113" y="24811"/>
                  </a:lnTo>
                  <a:lnTo>
                    <a:pt x="9101" y="24867"/>
                  </a:lnTo>
                  <a:lnTo>
                    <a:pt x="9113" y="24913"/>
                  </a:lnTo>
                  <a:lnTo>
                    <a:pt x="9124" y="24958"/>
                  </a:lnTo>
                  <a:lnTo>
                    <a:pt x="7167" y="26085"/>
                  </a:lnTo>
                  <a:lnTo>
                    <a:pt x="7133" y="26051"/>
                  </a:lnTo>
                  <a:lnTo>
                    <a:pt x="7088" y="26016"/>
                  </a:lnTo>
                  <a:lnTo>
                    <a:pt x="7042" y="25994"/>
                  </a:lnTo>
                  <a:lnTo>
                    <a:pt x="6928" y="25994"/>
                  </a:lnTo>
                  <a:lnTo>
                    <a:pt x="6883" y="26016"/>
                  </a:lnTo>
                  <a:lnTo>
                    <a:pt x="6837" y="26051"/>
                  </a:lnTo>
                  <a:lnTo>
                    <a:pt x="6803" y="26085"/>
                  </a:lnTo>
                  <a:lnTo>
                    <a:pt x="4835" y="24958"/>
                  </a:lnTo>
                  <a:lnTo>
                    <a:pt x="4847" y="24913"/>
                  </a:lnTo>
                  <a:lnTo>
                    <a:pt x="4858" y="24867"/>
                  </a:lnTo>
                  <a:lnTo>
                    <a:pt x="4847" y="24822"/>
                  </a:lnTo>
                  <a:lnTo>
                    <a:pt x="4835" y="24776"/>
                  </a:lnTo>
                  <a:lnTo>
                    <a:pt x="4824" y="24731"/>
                  </a:lnTo>
                  <a:lnTo>
                    <a:pt x="4790" y="24697"/>
                  </a:lnTo>
                  <a:lnTo>
                    <a:pt x="4756" y="24674"/>
                  </a:lnTo>
                  <a:lnTo>
                    <a:pt x="4722" y="24651"/>
                  </a:lnTo>
                  <a:lnTo>
                    <a:pt x="4688" y="24629"/>
                  </a:lnTo>
                  <a:lnTo>
                    <a:pt x="4642" y="24629"/>
                  </a:lnTo>
                  <a:lnTo>
                    <a:pt x="4642" y="22308"/>
                  </a:lnTo>
                  <a:lnTo>
                    <a:pt x="4676" y="22308"/>
                  </a:lnTo>
                  <a:lnTo>
                    <a:pt x="4710" y="22285"/>
                  </a:lnTo>
                  <a:lnTo>
                    <a:pt x="4767" y="22240"/>
                  </a:lnTo>
                  <a:lnTo>
                    <a:pt x="4801" y="22183"/>
                  </a:lnTo>
                  <a:lnTo>
                    <a:pt x="4813" y="22149"/>
                  </a:lnTo>
                  <a:lnTo>
                    <a:pt x="4824" y="22103"/>
                  </a:lnTo>
                  <a:lnTo>
                    <a:pt x="4813" y="22069"/>
                  </a:lnTo>
                  <a:lnTo>
                    <a:pt x="4801" y="22035"/>
                  </a:lnTo>
                  <a:lnTo>
                    <a:pt x="6769" y="20897"/>
                  </a:lnTo>
                  <a:lnTo>
                    <a:pt x="6815" y="20943"/>
                  </a:lnTo>
                  <a:lnTo>
                    <a:pt x="6860" y="20977"/>
                  </a:lnTo>
                  <a:lnTo>
                    <a:pt x="6917" y="21000"/>
                  </a:lnTo>
                  <a:lnTo>
                    <a:pt x="6985" y="21011"/>
                  </a:lnTo>
                  <a:lnTo>
                    <a:pt x="7054" y="21000"/>
                  </a:lnTo>
                  <a:lnTo>
                    <a:pt x="7110" y="20977"/>
                  </a:lnTo>
                  <a:lnTo>
                    <a:pt x="7156" y="20943"/>
                  </a:lnTo>
                  <a:lnTo>
                    <a:pt x="7190" y="20897"/>
                  </a:lnTo>
                  <a:close/>
                  <a:moveTo>
                    <a:pt x="16643" y="20875"/>
                  </a:moveTo>
                  <a:lnTo>
                    <a:pt x="18634" y="22024"/>
                  </a:lnTo>
                  <a:lnTo>
                    <a:pt x="18622" y="22058"/>
                  </a:lnTo>
                  <a:lnTo>
                    <a:pt x="18611" y="22103"/>
                  </a:lnTo>
                  <a:lnTo>
                    <a:pt x="18622" y="22149"/>
                  </a:lnTo>
                  <a:lnTo>
                    <a:pt x="18634" y="22183"/>
                  </a:lnTo>
                  <a:lnTo>
                    <a:pt x="18645" y="22228"/>
                  </a:lnTo>
                  <a:lnTo>
                    <a:pt x="18668" y="22251"/>
                  </a:lnTo>
                  <a:lnTo>
                    <a:pt x="18702" y="22285"/>
                  </a:lnTo>
                  <a:lnTo>
                    <a:pt x="18736" y="22308"/>
                  </a:lnTo>
                  <a:lnTo>
                    <a:pt x="18770" y="22319"/>
                  </a:lnTo>
                  <a:lnTo>
                    <a:pt x="18816" y="22319"/>
                  </a:lnTo>
                  <a:lnTo>
                    <a:pt x="18816" y="24685"/>
                  </a:lnTo>
                  <a:lnTo>
                    <a:pt x="18748" y="24708"/>
                  </a:lnTo>
                  <a:lnTo>
                    <a:pt x="18702" y="24742"/>
                  </a:lnTo>
                  <a:lnTo>
                    <a:pt x="18668" y="24799"/>
                  </a:lnTo>
                  <a:lnTo>
                    <a:pt x="18657" y="24867"/>
                  </a:lnTo>
                  <a:lnTo>
                    <a:pt x="18668" y="24924"/>
                  </a:lnTo>
                  <a:lnTo>
                    <a:pt x="16654" y="26085"/>
                  </a:lnTo>
                  <a:lnTo>
                    <a:pt x="16620" y="26051"/>
                  </a:lnTo>
                  <a:lnTo>
                    <a:pt x="16575" y="26016"/>
                  </a:lnTo>
                  <a:lnTo>
                    <a:pt x="16518" y="25994"/>
                  </a:lnTo>
                  <a:lnTo>
                    <a:pt x="16461" y="25982"/>
                  </a:lnTo>
                  <a:lnTo>
                    <a:pt x="16404" y="25994"/>
                  </a:lnTo>
                  <a:lnTo>
                    <a:pt x="16359" y="26016"/>
                  </a:lnTo>
                  <a:lnTo>
                    <a:pt x="16313" y="26039"/>
                  </a:lnTo>
                  <a:lnTo>
                    <a:pt x="16279" y="26085"/>
                  </a:lnTo>
                  <a:lnTo>
                    <a:pt x="14300" y="24947"/>
                  </a:lnTo>
                  <a:lnTo>
                    <a:pt x="14311" y="24902"/>
                  </a:lnTo>
                  <a:lnTo>
                    <a:pt x="14311" y="24867"/>
                  </a:lnTo>
                  <a:lnTo>
                    <a:pt x="14311" y="24822"/>
                  </a:lnTo>
                  <a:lnTo>
                    <a:pt x="14300" y="24788"/>
                  </a:lnTo>
                  <a:lnTo>
                    <a:pt x="14277" y="24754"/>
                  </a:lnTo>
                  <a:lnTo>
                    <a:pt x="14254" y="24720"/>
                  </a:lnTo>
                  <a:lnTo>
                    <a:pt x="14231" y="24697"/>
                  </a:lnTo>
                  <a:lnTo>
                    <a:pt x="14197" y="24674"/>
                  </a:lnTo>
                  <a:lnTo>
                    <a:pt x="14163" y="24651"/>
                  </a:lnTo>
                  <a:lnTo>
                    <a:pt x="14118" y="24651"/>
                  </a:lnTo>
                  <a:lnTo>
                    <a:pt x="14118" y="22274"/>
                  </a:lnTo>
                  <a:lnTo>
                    <a:pt x="14175" y="22263"/>
                  </a:lnTo>
                  <a:lnTo>
                    <a:pt x="14231" y="22217"/>
                  </a:lnTo>
                  <a:lnTo>
                    <a:pt x="14254" y="22172"/>
                  </a:lnTo>
                  <a:lnTo>
                    <a:pt x="14266" y="22103"/>
                  </a:lnTo>
                  <a:lnTo>
                    <a:pt x="14254" y="22046"/>
                  </a:lnTo>
                  <a:lnTo>
                    <a:pt x="16279" y="20875"/>
                  </a:lnTo>
                  <a:lnTo>
                    <a:pt x="16313" y="20920"/>
                  </a:lnTo>
                  <a:lnTo>
                    <a:pt x="16359" y="20954"/>
                  </a:lnTo>
                  <a:lnTo>
                    <a:pt x="16404" y="20966"/>
                  </a:lnTo>
                  <a:lnTo>
                    <a:pt x="16461" y="20977"/>
                  </a:lnTo>
                  <a:lnTo>
                    <a:pt x="16518" y="20966"/>
                  </a:lnTo>
                  <a:lnTo>
                    <a:pt x="16575" y="20954"/>
                  </a:lnTo>
                  <a:lnTo>
                    <a:pt x="16609" y="20920"/>
                  </a:lnTo>
                  <a:lnTo>
                    <a:pt x="16643" y="20875"/>
                  </a:lnTo>
                  <a:close/>
                  <a:moveTo>
                    <a:pt x="11877" y="20863"/>
                  </a:moveTo>
                  <a:lnTo>
                    <a:pt x="13924" y="22046"/>
                  </a:lnTo>
                  <a:lnTo>
                    <a:pt x="13913" y="22103"/>
                  </a:lnTo>
                  <a:lnTo>
                    <a:pt x="13936" y="22172"/>
                  </a:lnTo>
                  <a:lnTo>
                    <a:pt x="13958" y="22228"/>
                  </a:lnTo>
                  <a:lnTo>
                    <a:pt x="14015" y="22263"/>
                  </a:lnTo>
                  <a:lnTo>
                    <a:pt x="14072" y="22285"/>
                  </a:lnTo>
                  <a:lnTo>
                    <a:pt x="14072" y="24651"/>
                  </a:lnTo>
                  <a:lnTo>
                    <a:pt x="14038" y="24651"/>
                  </a:lnTo>
                  <a:lnTo>
                    <a:pt x="13993" y="24674"/>
                  </a:lnTo>
                  <a:lnTo>
                    <a:pt x="13958" y="24685"/>
                  </a:lnTo>
                  <a:lnTo>
                    <a:pt x="13936" y="24720"/>
                  </a:lnTo>
                  <a:lnTo>
                    <a:pt x="13913" y="24742"/>
                  </a:lnTo>
                  <a:lnTo>
                    <a:pt x="13890" y="24788"/>
                  </a:lnTo>
                  <a:lnTo>
                    <a:pt x="13879" y="24822"/>
                  </a:lnTo>
                  <a:lnTo>
                    <a:pt x="13879" y="24867"/>
                  </a:lnTo>
                  <a:lnTo>
                    <a:pt x="13879" y="24902"/>
                  </a:lnTo>
                  <a:lnTo>
                    <a:pt x="13890" y="24947"/>
                  </a:lnTo>
                  <a:lnTo>
                    <a:pt x="11865" y="26119"/>
                  </a:lnTo>
                  <a:lnTo>
                    <a:pt x="11843" y="26085"/>
                  </a:lnTo>
                  <a:lnTo>
                    <a:pt x="11809" y="26062"/>
                  </a:lnTo>
                  <a:lnTo>
                    <a:pt x="11763" y="26051"/>
                  </a:lnTo>
                  <a:lnTo>
                    <a:pt x="11729" y="26039"/>
                  </a:lnTo>
                  <a:lnTo>
                    <a:pt x="11683" y="26051"/>
                  </a:lnTo>
                  <a:lnTo>
                    <a:pt x="11649" y="26062"/>
                  </a:lnTo>
                  <a:lnTo>
                    <a:pt x="11615" y="26085"/>
                  </a:lnTo>
                  <a:lnTo>
                    <a:pt x="11581" y="26119"/>
                  </a:lnTo>
                  <a:lnTo>
                    <a:pt x="9590" y="24958"/>
                  </a:lnTo>
                  <a:lnTo>
                    <a:pt x="9602" y="24913"/>
                  </a:lnTo>
                  <a:lnTo>
                    <a:pt x="9602" y="24867"/>
                  </a:lnTo>
                  <a:lnTo>
                    <a:pt x="9602" y="24811"/>
                  </a:lnTo>
                  <a:lnTo>
                    <a:pt x="9590" y="24776"/>
                  </a:lnTo>
                  <a:lnTo>
                    <a:pt x="9568" y="24731"/>
                  </a:lnTo>
                  <a:lnTo>
                    <a:pt x="9533" y="24697"/>
                  </a:lnTo>
                  <a:lnTo>
                    <a:pt x="9511" y="24663"/>
                  </a:lnTo>
                  <a:lnTo>
                    <a:pt x="9465" y="24640"/>
                  </a:lnTo>
                  <a:lnTo>
                    <a:pt x="9420" y="24629"/>
                  </a:lnTo>
                  <a:lnTo>
                    <a:pt x="9374" y="24617"/>
                  </a:lnTo>
                  <a:lnTo>
                    <a:pt x="9374" y="22285"/>
                  </a:lnTo>
                  <a:lnTo>
                    <a:pt x="9442" y="22263"/>
                  </a:lnTo>
                  <a:lnTo>
                    <a:pt x="9488" y="22228"/>
                  </a:lnTo>
                  <a:lnTo>
                    <a:pt x="9522" y="22172"/>
                  </a:lnTo>
                  <a:lnTo>
                    <a:pt x="9533" y="22103"/>
                  </a:lnTo>
                  <a:lnTo>
                    <a:pt x="9522" y="22046"/>
                  </a:lnTo>
                  <a:lnTo>
                    <a:pt x="11570" y="20863"/>
                  </a:lnTo>
                  <a:lnTo>
                    <a:pt x="11604" y="20897"/>
                  </a:lnTo>
                  <a:lnTo>
                    <a:pt x="11638" y="20920"/>
                  </a:lnTo>
                  <a:lnTo>
                    <a:pt x="11672" y="20943"/>
                  </a:lnTo>
                  <a:lnTo>
                    <a:pt x="11774" y="20943"/>
                  </a:lnTo>
                  <a:lnTo>
                    <a:pt x="11820" y="20920"/>
                  </a:lnTo>
                  <a:lnTo>
                    <a:pt x="11854" y="20897"/>
                  </a:lnTo>
                  <a:lnTo>
                    <a:pt x="11877" y="20863"/>
                  </a:lnTo>
                  <a:close/>
                  <a:moveTo>
                    <a:pt x="1" y="1"/>
                  </a:moveTo>
                  <a:lnTo>
                    <a:pt x="1" y="467"/>
                  </a:lnTo>
                  <a:lnTo>
                    <a:pt x="58" y="422"/>
                  </a:lnTo>
                  <a:lnTo>
                    <a:pt x="103" y="376"/>
                  </a:lnTo>
                  <a:lnTo>
                    <a:pt x="2014" y="1480"/>
                  </a:lnTo>
                  <a:lnTo>
                    <a:pt x="2003" y="1525"/>
                  </a:lnTo>
                  <a:lnTo>
                    <a:pt x="1992" y="1582"/>
                  </a:lnTo>
                  <a:lnTo>
                    <a:pt x="2003" y="1628"/>
                  </a:lnTo>
                  <a:lnTo>
                    <a:pt x="2014" y="1673"/>
                  </a:lnTo>
                  <a:lnTo>
                    <a:pt x="2037" y="1719"/>
                  </a:lnTo>
                  <a:lnTo>
                    <a:pt x="2060" y="1753"/>
                  </a:lnTo>
                  <a:lnTo>
                    <a:pt x="2094" y="1775"/>
                  </a:lnTo>
                  <a:lnTo>
                    <a:pt x="2128" y="1810"/>
                  </a:lnTo>
                  <a:lnTo>
                    <a:pt x="2174" y="1821"/>
                  </a:lnTo>
                  <a:lnTo>
                    <a:pt x="2219" y="1832"/>
                  </a:lnTo>
                  <a:lnTo>
                    <a:pt x="2219" y="4142"/>
                  </a:lnTo>
                  <a:lnTo>
                    <a:pt x="2151" y="4164"/>
                  </a:lnTo>
                  <a:lnTo>
                    <a:pt x="2094" y="4210"/>
                  </a:lnTo>
                  <a:lnTo>
                    <a:pt x="2060" y="4267"/>
                  </a:lnTo>
                  <a:lnTo>
                    <a:pt x="2048" y="4301"/>
                  </a:lnTo>
                  <a:lnTo>
                    <a:pt x="2048" y="4335"/>
                  </a:lnTo>
                  <a:lnTo>
                    <a:pt x="2060" y="4403"/>
                  </a:lnTo>
                  <a:lnTo>
                    <a:pt x="35" y="5575"/>
                  </a:lnTo>
                  <a:lnTo>
                    <a:pt x="1" y="5529"/>
                  </a:lnTo>
                  <a:lnTo>
                    <a:pt x="1" y="5836"/>
                  </a:lnTo>
                  <a:lnTo>
                    <a:pt x="35" y="5802"/>
                  </a:lnTo>
                  <a:lnTo>
                    <a:pt x="58" y="5768"/>
                  </a:lnTo>
                  <a:lnTo>
                    <a:pt x="69" y="5734"/>
                  </a:lnTo>
                  <a:lnTo>
                    <a:pt x="69" y="5689"/>
                  </a:lnTo>
                  <a:lnTo>
                    <a:pt x="69" y="5643"/>
                  </a:lnTo>
                  <a:lnTo>
                    <a:pt x="58" y="5609"/>
                  </a:lnTo>
                  <a:lnTo>
                    <a:pt x="2083" y="4449"/>
                  </a:lnTo>
                  <a:lnTo>
                    <a:pt x="2117" y="4483"/>
                  </a:lnTo>
                  <a:lnTo>
                    <a:pt x="2151" y="4506"/>
                  </a:lnTo>
                  <a:lnTo>
                    <a:pt x="2196" y="4528"/>
                  </a:lnTo>
                  <a:lnTo>
                    <a:pt x="2299" y="4528"/>
                  </a:lnTo>
                  <a:lnTo>
                    <a:pt x="2333" y="4506"/>
                  </a:lnTo>
                  <a:lnTo>
                    <a:pt x="2378" y="4483"/>
                  </a:lnTo>
                  <a:lnTo>
                    <a:pt x="2412" y="4437"/>
                  </a:lnTo>
                  <a:lnTo>
                    <a:pt x="4415" y="5598"/>
                  </a:lnTo>
                  <a:lnTo>
                    <a:pt x="4403" y="5643"/>
                  </a:lnTo>
                  <a:lnTo>
                    <a:pt x="4392" y="5689"/>
                  </a:lnTo>
                  <a:lnTo>
                    <a:pt x="4403" y="5723"/>
                  </a:lnTo>
                  <a:lnTo>
                    <a:pt x="4415" y="5768"/>
                  </a:lnTo>
                  <a:lnTo>
                    <a:pt x="4426" y="5802"/>
                  </a:lnTo>
                  <a:lnTo>
                    <a:pt x="4449" y="5836"/>
                  </a:lnTo>
                  <a:lnTo>
                    <a:pt x="4483" y="5859"/>
                  </a:lnTo>
                  <a:lnTo>
                    <a:pt x="4517" y="5882"/>
                  </a:lnTo>
                  <a:lnTo>
                    <a:pt x="4551" y="5893"/>
                  </a:lnTo>
                  <a:lnTo>
                    <a:pt x="4597" y="5905"/>
                  </a:lnTo>
                  <a:lnTo>
                    <a:pt x="4597" y="8237"/>
                  </a:lnTo>
                  <a:lnTo>
                    <a:pt x="4551" y="8248"/>
                  </a:lnTo>
                  <a:lnTo>
                    <a:pt x="4517" y="8259"/>
                  </a:lnTo>
                  <a:lnTo>
                    <a:pt x="4460" y="8305"/>
                  </a:lnTo>
                  <a:lnTo>
                    <a:pt x="4437" y="8328"/>
                  </a:lnTo>
                  <a:lnTo>
                    <a:pt x="4415" y="8362"/>
                  </a:lnTo>
                  <a:lnTo>
                    <a:pt x="4403" y="8407"/>
                  </a:lnTo>
                  <a:lnTo>
                    <a:pt x="4403" y="8441"/>
                  </a:lnTo>
                  <a:lnTo>
                    <a:pt x="4403" y="8476"/>
                  </a:lnTo>
                  <a:lnTo>
                    <a:pt x="4415" y="8521"/>
                  </a:lnTo>
                  <a:lnTo>
                    <a:pt x="2412" y="9670"/>
                  </a:lnTo>
                  <a:lnTo>
                    <a:pt x="2378" y="9636"/>
                  </a:lnTo>
                  <a:lnTo>
                    <a:pt x="2344" y="9613"/>
                  </a:lnTo>
                  <a:lnTo>
                    <a:pt x="2299" y="9590"/>
                  </a:lnTo>
                  <a:lnTo>
                    <a:pt x="2196" y="9590"/>
                  </a:lnTo>
                  <a:lnTo>
                    <a:pt x="2151" y="9613"/>
                  </a:lnTo>
                  <a:lnTo>
                    <a:pt x="2105" y="9636"/>
                  </a:lnTo>
                  <a:lnTo>
                    <a:pt x="2083" y="9670"/>
                  </a:lnTo>
                  <a:lnTo>
                    <a:pt x="103" y="8532"/>
                  </a:lnTo>
                  <a:lnTo>
                    <a:pt x="115" y="8487"/>
                  </a:lnTo>
                  <a:lnTo>
                    <a:pt x="115" y="8441"/>
                  </a:lnTo>
                  <a:lnTo>
                    <a:pt x="103" y="8385"/>
                  </a:lnTo>
                  <a:lnTo>
                    <a:pt x="80" y="8328"/>
                  </a:lnTo>
                  <a:lnTo>
                    <a:pt x="46" y="8282"/>
                  </a:lnTo>
                  <a:lnTo>
                    <a:pt x="1" y="8237"/>
                  </a:lnTo>
                  <a:lnTo>
                    <a:pt x="1" y="8646"/>
                  </a:lnTo>
                  <a:lnTo>
                    <a:pt x="46" y="8612"/>
                  </a:lnTo>
                  <a:lnTo>
                    <a:pt x="80" y="8578"/>
                  </a:lnTo>
                  <a:lnTo>
                    <a:pt x="2060" y="9715"/>
                  </a:lnTo>
                  <a:lnTo>
                    <a:pt x="2048" y="9750"/>
                  </a:lnTo>
                  <a:lnTo>
                    <a:pt x="2037" y="9795"/>
                  </a:lnTo>
                  <a:lnTo>
                    <a:pt x="2048" y="9829"/>
                  </a:lnTo>
                  <a:lnTo>
                    <a:pt x="2060" y="9863"/>
                  </a:lnTo>
                  <a:lnTo>
                    <a:pt x="2094" y="9920"/>
                  </a:lnTo>
                  <a:lnTo>
                    <a:pt x="2151" y="9966"/>
                  </a:lnTo>
                  <a:lnTo>
                    <a:pt x="2185" y="9988"/>
                  </a:lnTo>
                  <a:lnTo>
                    <a:pt x="2219" y="9988"/>
                  </a:lnTo>
                  <a:lnTo>
                    <a:pt x="2219" y="12355"/>
                  </a:lnTo>
                  <a:lnTo>
                    <a:pt x="2151" y="12377"/>
                  </a:lnTo>
                  <a:lnTo>
                    <a:pt x="2105" y="12423"/>
                  </a:lnTo>
                  <a:lnTo>
                    <a:pt x="2060" y="12480"/>
                  </a:lnTo>
                  <a:lnTo>
                    <a:pt x="2048" y="12514"/>
                  </a:lnTo>
                  <a:lnTo>
                    <a:pt x="2048" y="12548"/>
                  </a:lnTo>
                  <a:lnTo>
                    <a:pt x="2060" y="12616"/>
                  </a:lnTo>
                  <a:lnTo>
                    <a:pt x="35" y="13788"/>
                  </a:lnTo>
                  <a:lnTo>
                    <a:pt x="1" y="13742"/>
                  </a:lnTo>
                  <a:lnTo>
                    <a:pt x="1" y="14049"/>
                  </a:lnTo>
                  <a:lnTo>
                    <a:pt x="35" y="14015"/>
                  </a:lnTo>
                  <a:lnTo>
                    <a:pt x="58" y="13981"/>
                  </a:lnTo>
                  <a:lnTo>
                    <a:pt x="69" y="13936"/>
                  </a:lnTo>
                  <a:lnTo>
                    <a:pt x="69" y="13902"/>
                  </a:lnTo>
                  <a:lnTo>
                    <a:pt x="69" y="13856"/>
                  </a:lnTo>
                  <a:lnTo>
                    <a:pt x="58" y="13822"/>
                  </a:lnTo>
                  <a:lnTo>
                    <a:pt x="2083" y="12650"/>
                  </a:lnTo>
                  <a:lnTo>
                    <a:pt x="2117" y="12696"/>
                  </a:lnTo>
                  <a:lnTo>
                    <a:pt x="2151" y="12719"/>
                  </a:lnTo>
                  <a:lnTo>
                    <a:pt x="2196" y="12730"/>
                  </a:lnTo>
                  <a:lnTo>
                    <a:pt x="2242" y="12741"/>
                  </a:lnTo>
                  <a:lnTo>
                    <a:pt x="2287" y="12741"/>
                  </a:lnTo>
                  <a:lnTo>
                    <a:pt x="2321" y="12730"/>
                  </a:lnTo>
                  <a:lnTo>
                    <a:pt x="2356" y="12707"/>
                  </a:lnTo>
                  <a:lnTo>
                    <a:pt x="2378" y="12684"/>
                  </a:lnTo>
                  <a:lnTo>
                    <a:pt x="2401" y="12650"/>
                  </a:lnTo>
                  <a:lnTo>
                    <a:pt x="2424" y="12628"/>
                  </a:lnTo>
                  <a:lnTo>
                    <a:pt x="2435" y="12582"/>
                  </a:lnTo>
                  <a:lnTo>
                    <a:pt x="2435" y="12548"/>
                  </a:lnTo>
                  <a:lnTo>
                    <a:pt x="2435" y="12514"/>
                  </a:lnTo>
                  <a:lnTo>
                    <a:pt x="2424" y="12480"/>
                  </a:lnTo>
                  <a:lnTo>
                    <a:pt x="2390" y="12423"/>
                  </a:lnTo>
                  <a:lnTo>
                    <a:pt x="2333" y="12377"/>
                  </a:lnTo>
                  <a:lnTo>
                    <a:pt x="2265" y="12355"/>
                  </a:lnTo>
                  <a:lnTo>
                    <a:pt x="2265" y="9988"/>
                  </a:lnTo>
                  <a:lnTo>
                    <a:pt x="2299" y="9988"/>
                  </a:lnTo>
                  <a:lnTo>
                    <a:pt x="2333" y="9966"/>
                  </a:lnTo>
                  <a:lnTo>
                    <a:pt x="2401" y="9920"/>
                  </a:lnTo>
                  <a:lnTo>
                    <a:pt x="2435" y="9863"/>
                  </a:lnTo>
                  <a:lnTo>
                    <a:pt x="2447" y="9829"/>
                  </a:lnTo>
                  <a:lnTo>
                    <a:pt x="2447" y="9795"/>
                  </a:lnTo>
                  <a:lnTo>
                    <a:pt x="2447" y="9750"/>
                  </a:lnTo>
                  <a:lnTo>
                    <a:pt x="2435" y="9715"/>
                  </a:lnTo>
                  <a:lnTo>
                    <a:pt x="4437" y="8555"/>
                  </a:lnTo>
                  <a:lnTo>
                    <a:pt x="4471" y="8601"/>
                  </a:lnTo>
                  <a:lnTo>
                    <a:pt x="4517" y="8623"/>
                  </a:lnTo>
                  <a:lnTo>
                    <a:pt x="4562" y="8646"/>
                  </a:lnTo>
                  <a:lnTo>
                    <a:pt x="4619" y="8658"/>
                  </a:lnTo>
                  <a:lnTo>
                    <a:pt x="4665" y="8646"/>
                  </a:lnTo>
                  <a:lnTo>
                    <a:pt x="4722" y="8623"/>
                  </a:lnTo>
                  <a:lnTo>
                    <a:pt x="4756" y="8601"/>
                  </a:lnTo>
                  <a:lnTo>
                    <a:pt x="4790" y="8555"/>
                  </a:lnTo>
                  <a:lnTo>
                    <a:pt x="6826" y="9727"/>
                  </a:lnTo>
                  <a:lnTo>
                    <a:pt x="6815" y="9795"/>
                  </a:lnTo>
                  <a:lnTo>
                    <a:pt x="6826" y="9852"/>
                  </a:lnTo>
                  <a:lnTo>
                    <a:pt x="6860" y="9897"/>
                  </a:lnTo>
                  <a:lnTo>
                    <a:pt x="6906" y="9932"/>
                  </a:lnTo>
                  <a:lnTo>
                    <a:pt x="6963" y="9954"/>
                  </a:lnTo>
                  <a:lnTo>
                    <a:pt x="6963" y="12309"/>
                  </a:lnTo>
                  <a:lnTo>
                    <a:pt x="6917" y="12309"/>
                  </a:lnTo>
                  <a:lnTo>
                    <a:pt x="6872" y="12332"/>
                  </a:lnTo>
                  <a:lnTo>
                    <a:pt x="6837" y="12355"/>
                  </a:lnTo>
                  <a:lnTo>
                    <a:pt x="6803" y="12377"/>
                  </a:lnTo>
                  <a:lnTo>
                    <a:pt x="6781" y="12411"/>
                  </a:lnTo>
                  <a:lnTo>
                    <a:pt x="6758" y="12457"/>
                  </a:lnTo>
                  <a:lnTo>
                    <a:pt x="6746" y="12502"/>
                  </a:lnTo>
                  <a:lnTo>
                    <a:pt x="6735" y="12548"/>
                  </a:lnTo>
                  <a:lnTo>
                    <a:pt x="6746" y="12593"/>
                  </a:lnTo>
                  <a:lnTo>
                    <a:pt x="6758" y="12639"/>
                  </a:lnTo>
                  <a:lnTo>
                    <a:pt x="4813" y="13765"/>
                  </a:lnTo>
                  <a:lnTo>
                    <a:pt x="4779" y="13720"/>
                  </a:lnTo>
                  <a:lnTo>
                    <a:pt x="4733" y="13685"/>
                  </a:lnTo>
                  <a:lnTo>
                    <a:pt x="4676" y="13663"/>
                  </a:lnTo>
                  <a:lnTo>
                    <a:pt x="4562" y="13663"/>
                  </a:lnTo>
                  <a:lnTo>
                    <a:pt x="4517" y="13674"/>
                  </a:lnTo>
                  <a:lnTo>
                    <a:pt x="4483" y="13697"/>
                  </a:lnTo>
                  <a:lnTo>
                    <a:pt x="4449" y="13731"/>
                  </a:lnTo>
                  <a:lnTo>
                    <a:pt x="4415" y="13765"/>
                  </a:lnTo>
                  <a:lnTo>
                    <a:pt x="4392" y="13799"/>
                  </a:lnTo>
                  <a:lnTo>
                    <a:pt x="4380" y="13845"/>
                  </a:lnTo>
                  <a:lnTo>
                    <a:pt x="4380" y="13902"/>
                  </a:lnTo>
                  <a:lnTo>
                    <a:pt x="4380" y="13947"/>
                  </a:lnTo>
                  <a:lnTo>
                    <a:pt x="4392" y="13981"/>
                  </a:lnTo>
                  <a:lnTo>
                    <a:pt x="4415" y="14027"/>
                  </a:lnTo>
                  <a:lnTo>
                    <a:pt x="4437" y="14061"/>
                  </a:lnTo>
                  <a:lnTo>
                    <a:pt x="4471" y="14084"/>
                  </a:lnTo>
                  <a:lnTo>
                    <a:pt x="4506" y="14106"/>
                  </a:lnTo>
                  <a:lnTo>
                    <a:pt x="4551" y="14129"/>
                  </a:lnTo>
                  <a:lnTo>
                    <a:pt x="4597" y="14129"/>
                  </a:lnTo>
                  <a:lnTo>
                    <a:pt x="4597" y="16484"/>
                  </a:lnTo>
                  <a:lnTo>
                    <a:pt x="4528" y="16495"/>
                  </a:lnTo>
                  <a:lnTo>
                    <a:pt x="4483" y="16541"/>
                  </a:lnTo>
                  <a:lnTo>
                    <a:pt x="4449" y="16586"/>
                  </a:lnTo>
                  <a:lnTo>
                    <a:pt x="4437" y="16654"/>
                  </a:lnTo>
                  <a:lnTo>
                    <a:pt x="4449" y="16711"/>
                  </a:lnTo>
                  <a:lnTo>
                    <a:pt x="2469" y="17849"/>
                  </a:lnTo>
                  <a:lnTo>
                    <a:pt x="2424" y="17803"/>
                  </a:lnTo>
                  <a:lnTo>
                    <a:pt x="2378" y="17769"/>
                  </a:lnTo>
                  <a:lnTo>
                    <a:pt x="2310" y="17746"/>
                  </a:lnTo>
                  <a:lnTo>
                    <a:pt x="2242" y="17735"/>
                  </a:lnTo>
                  <a:lnTo>
                    <a:pt x="2185" y="17735"/>
                  </a:lnTo>
                  <a:lnTo>
                    <a:pt x="2139" y="17758"/>
                  </a:lnTo>
                  <a:lnTo>
                    <a:pt x="2094" y="17781"/>
                  </a:lnTo>
                  <a:lnTo>
                    <a:pt x="2060" y="17815"/>
                  </a:lnTo>
                  <a:lnTo>
                    <a:pt x="2026" y="17849"/>
                  </a:lnTo>
                  <a:lnTo>
                    <a:pt x="2003" y="17894"/>
                  </a:lnTo>
                  <a:lnTo>
                    <a:pt x="1980" y="17951"/>
                  </a:lnTo>
                  <a:lnTo>
                    <a:pt x="1980" y="17997"/>
                  </a:lnTo>
                  <a:lnTo>
                    <a:pt x="1980" y="18054"/>
                  </a:lnTo>
                  <a:lnTo>
                    <a:pt x="1992" y="18099"/>
                  </a:lnTo>
                  <a:lnTo>
                    <a:pt x="2014" y="18145"/>
                  </a:lnTo>
                  <a:lnTo>
                    <a:pt x="2048" y="18179"/>
                  </a:lnTo>
                  <a:lnTo>
                    <a:pt x="2083" y="18213"/>
                  </a:lnTo>
                  <a:lnTo>
                    <a:pt x="2128" y="18236"/>
                  </a:lnTo>
                  <a:lnTo>
                    <a:pt x="2174" y="18258"/>
                  </a:lnTo>
                  <a:lnTo>
                    <a:pt x="2219" y="18270"/>
                  </a:lnTo>
                  <a:lnTo>
                    <a:pt x="2219" y="20590"/>
                  </a:lnTo>
                  <a:lnTo>
                    <a:pt x="2162" y="20613"/>
                  </a:lnTo>
                  <a:lnTo>
                    <a:pt x="2117" y="20647"/>
                  </a:lnTo>
                  <a:lnTo>
                    <a:pt x="2094" y="20704"/>
                  </a:lnTo>
                  <a:lnTo>
                    <a:pt x="2083" y="20761"/>
                  </a:lnTo>
                  <a:lnTo>
                    <a:pt x="2094" y="20806"/>
                  </a:lnTo>
                  <a:lnTo>
                    <a:pt x="92" y="21967"/>
                  </a:lnTo>
                  <a:lnTo>
                    <a:pt x="46" y="21921"/>
                  </a:lnTo>
                  <a:lnTo>
                    <a:pt x="1" y="21887"/>
                  </a:lnTo>
                  <a:lnTo>
                    <a:pt x="1" y="22331"/>
                  </a:lnTo>
                  <a:lnTo>
                    <a:pt x="58" y="22285"/>
                  </a:lnTo>
                  <a:lnTo>
                    <a:pt x="92" y="22240"/>
                  </a:lnTo>
                  <a:lnTo>
                    <a:pt x="126" y="22172"/>
                  </a:lnTo>
                  <a:lnTo>
                    <a:pt x="137" y="22103"/>
                  </a:lnTo>
                  <a:lnTo>
                    <a:pt x="126" y="22058"/>
                  </a:lnTo>
                  <a:lnTo>
                    <a:pt x="115" y="22001"/>
                  </a:lnTo>
                  <a:lnTo>
                    <a:pt x="2105" y="20852"/>
                  </a:lnTo>
                  <a:lnTo>
                    <a:pt x="2139" y="20886"/>
                  </a:lnTo>
                  <a:lnTo>
                    <a:pt x="2162" y="20909"/>
                  </a:lnTo>
                  <a:lnTo>
                    <a:pt x="2208" y="20920"/>
                  </a:lnTo>
                  <a:lnTo>
                    <a:pt x="2287" y="20920"/>
                  </a:lnTo>
                  <a:lnTo>
                    <a:pt x="2321" y="20909"/>
                  </a:lnTo>
                  <a:lnTo>
                    <a:pt x="2356" y="20886"/>
                  </a:lnTo>
                  <a:lnTo>
                    <a:pt x="2378" y="20852"/>
                  </a:lnTo>
                  <a:lnTo>
                    <a:pt x="4426" y="22035"/>
                  </a:lnTo>
                  <a:lnTo>
                    <a:pt x="4415" y="22069"/>
                  </a:lnTo>
                  <a:lnTo>
                    <a:pt x="4403" y="22103"/>
                  </a:lnTo>
                  <a:lnTo>
                    <a:pt x="4415" y="22149"/>
                  </a:lnTo>
                  <a:lnTo>
                    <a:pt x="4426" y="22183"/>
                  </a:lnTo>
                  <a:lnTo>
                    <a:pt x="4460" y="22240"/>
                  </a:lnTo>
                  <a:lnTo>
                    <a:pt x="4517" y="22285"/>
                  </a:lnTo>
                  <a:lnTo>
                    <a:pt x="4551" y="22308"/>
                  </a:lnTo>
                  <a:lnTo>
                    <a:pt x="4597" y="22308"/>
                  </a:lnTo>
                  <a:lnTo>
                    <a:pt x="4597" y="24629"/>
                  </a:lnTo>
                  <a:lnTo>
                    <a:pt x="4551" y="24629"/>
                  </a:lnTo>
                  <a:lnTo>
                    <a:pt x="4506" y="24651"/>
                  </a:lnTo>
                  <a:lnTo>
                    <a:pt x="4471" y="24674"/>
                  </a:lnTo>
                  <a:lnTo>
                    <a:pt x="4437" y="24697"/>
                  </a:lnTo>
                  <a:lnTo>
                    <a:pt x="4415" y="24731"/>
                  </a:lnTo>
                  <a:lnTo>
                    <a:pt x="4392" y="24776"/>
                  </a:lnTo>
                  <a:lnTo>
                    <a:pt x="4380" y="24822"/>
                  </a:lnTo>
                  <a:lnTo>
                    <a:pt x="4369" y="24867"/>
                  </a:lnTo>
                  <a:lnTo>
                    <a:pt x="4380" y="24913"/>
                  </a:lnTo>
                  <a:lnTo>
                    <a:pt x="4392" y="24958"/>
                  </a:lnTo>
                  <a:lnTo>
                    <a:pt x="2447" y="26073"/>
                  </a:lnTo>
                  <a:lnTo>
                    <a:pt x="2412" y="26028"/>
                  </a:lnTo>
                  <a:lnTo>
                    <a:pt x="2367" y="25994"/>
                  </a:lnTo>
                  <a:lnTo>
                    <a:pt x="2310" y="25971"/>
                  </a:lnTo>
                  <a:lnTo>
                    <a:pt x="2185" y="25971"/>
                  </a:lnTo>
                  <a:lnTo>
                    <a:pt x="2128" y="25994"/>
                  </a:lnTo>
                  <a:lnTo>
                    <a:pt x="2083" y="26028"/>
                  </a:lnTo>
                  <a:lnTo>
                    <a:pt x="2037" y="26073"/>
                  </a:lnTo>
                  <a:lnTo>
                    <a:pt x="69" y="24936"/>
                  </a:lnTo>
                  <a:lnTo>
                    <a:pt x="80" y="24902"/>
                  </a:lnTo>
                  <a:lnTo>
                    <a:pt x="92" y="24867"/>
                  </a:lnTo>
                  <a:lnTo>
                    <a:pt x="80" y="24811"/>
                  </a:lnTo>
                  <a:lnTo>
                    <a:pt x="58" y="24765"/>
                  </a:lnTo>
                  <a:lnTo>
                    <a:pt x="35" y="24731"/>
                  </a:lnTo>
                  <a:lnTo>
                    <a:pt x="1" y="24697"/>
                  </a:lnTo>
                  <a:lnTo>
                    <a:pt x="1" y="25038"/>
                  </a:lnTo>
                  <a:lnTo>
                    <a:pt x="46" y="24981"/>
                  </a:lnTo>
                  <a:lnTo>
                    <a:pt x="2014" y="26119"/>
                  </a:lnTo>
                  <a:lnTo>
                    <a:pt x="2003" y="26164"/>
                  </a:lnTo>
                  <a:lnTo>
                    <a:pt x="2003" y="26210"/>
                  </a:lnTo>
                  <a:lnTo>
                    <a:pt x="2003" y="26255"/>
                  </a:lnTo>
                  <a:lnTo>
                    <a:pt x="2014" y="26301"/>
                  </a:lnTo>
                  <a:lnTo>
                    <a:pt x="2037" y="26335"/>
                  </a:lnTo>
                  <a:lnTo>
                    <a:pt x="2060" y="26380"/>
                  </a:lnTo>
                  <a:lnTo>
                    <a:pt x="2094" y="26403"/>
                  </a:lnTo>
                  <a:lnTo>
                    <a:pt x="2139" y="26426"/>
                  </a:lnTo>
                  <a:lnTo>
                    <a:pt x="2174" y="26449"/>
                  </a:lnTo>
                  <a:lnTo>
                    <a:pt x="2219" y="26449"/>
                  </a:lnTo>
                  <a:lnTo>
                    <a:pt x="2219" y="28746"/>
                  </a:lnTo>
                  <a:lnTo>
                    <a:pt x="2185" y="28758"/>
                  </a:lnTo>
                  <a:lnTo>
                    <a:pt x="2139" y="28769"/>
                  </a:lnTo>
                  <a:lnTo>
                    <a:pt x="2105" y="28792"/>
                  </a:lnTo>
                  <a:lnTo>
                    <a:pt x="2083" y="28815"/>
                  </a:lnTo>
                  <a:lnTo>
                    <a:pt x="2060" y="28849"/>
                  </a:lnTo>
                  <a:lnTo>
                    <a:pt x="2037" y="28883"/>
                  </a:lnTo>
                  <a:lnTo>
                    <a:pt x="2026" y="28928"/>
                  </a:lnTo>
                  <a:lnTo>
                    <a:pt x="2026" y="28963"/>
                  </a:lnTo>
                  <a:lnTo>
                    <a:pt x="2026" y="29008"/>
                  </a:lnTo>
                  <a:lnTo>
                    <a:pt x="2037" y="29054"/>
                  </a:lnTo>
                  <a:lnTo>
                    <a:pt x="2060" y="29088"/>
                  </a:lnTo>
                  <a:lnTo>
                    <a:pt x="2083" y="29122"/>
                  </a:lnTo>
                  <a:lnTo>
                    <a:pt x="2117" y="29156"/>
                  </a:lnTo>
                  <a:lnTo>
                    <a:pt x="2162" y="29179"/>
                  </a:lnTo>
                  <a:lnTo>
                    <a:pt x="2196" y="29190"/>
                  </a:lnTo>
                  <a:lnTo>
                    <a:pt x="2242" y="29190"/>
                  </a:lnTo>
                  <a:lnTo>
                    <a:pt x="2299" y="29179"/>
                  </a:lnTo>
                  <a:lnTo>
                    <a:pt x="2356" y="29167"/>
                  </a:lnTo>
                  <a:lnTo>
                    <a:pt x="2390" y="29133"/>
                  </a:lnTo>
                  <a:lnTo>
                    <a:pt x="2435" y="29088"/>
                  </a:lnTo>
                  <a:lnTo>
                    <a:pt x="3152" y="29509"/>
                  </a:lnTo>
                  <a:lnTo>
                    <a:pt x="3243" y="29509"/>
                  </a:lnTo>
                  <a:lnTo>
                    <a:pt x="2447" y="29054"/>
                  </a:lnTo>
                  <a:lnTo>
                    <a:pt x="2458" y="29008"/>
                  </a:lnTo>
                  <a:lnTo>
                    <a:pt x="2469" y="28963"/>
                  </a:lnTo>
                  <a:lnTo>
                    <a:pt x="2458" y="28928"/>
                  </a:lnTo>
                  <a:lnTo>
                    <a:pt x="2447" y="28883"/>
                  </a:lnTo>
                  <a:lnTo>
                    <a:pt x="2435" y="28849"/>
                  </a:lnTo>
                  <a:lnTo>
                    <a:pt x="2412" y="28815"/>
                  </a:lnTo>
                  <a:lnTo>
                    <a:pt x="2378" y="28792"/>
                  </a:lnTo>
                  <a:lnTo>
                    <a:pt x="2344" y="28769"/>
                  </a:lnTo>
                  <a:lnTo>
                    <a:pt x="2310" y="28758"/>
                  </a:lnTo>
                  <a:lnTo>
                    <a:pt x="2265" y="28746"/>
                  </a:lnTo>
                  <a:lnTo>
                    <a:pt x="2265" y="26449"/>
                  </a:lnTo>
                  <a:lnTo>
                    <a:pt x="2310" y="26449"/>
                  </a:lnTo>
                  <a:lnTo>
                    <a:pt x="2356" y="26426"/>
                  </a:lnTo>
                  <a:lnTo>
                    <a:pt x="2390" y="26403"/>
                  </a:lnTo>
                  <a:lnTo>
                    <a:pt x="2424" y="26369"/>
                  </a:lnTo>
                  <a:lnTo>
                    <a:pt x="2447" y="26335"/>
                  </a:lnTo>
                  <a:lnTo>
                    <a:pt x="2469" y="26301"/>
                  </a:lnTo>
                  <a:lnTo>
                    <a:pt x="2481" y="26255"/>
                  </a:lnTo>
                  <a:lnTo>
                    <a:pt x="2492" y="26210"/>
                  </a:lnTo>
                  <a:lnTo>
                    <a:pt x="2481" y="26164"/>
                  </a:lnTo>
                  <a:lnTo>
                    <a:pt x="2469" y="26119"/>
                  </a:lnTo>
                  <a:lnTo>
                    <a:pt x="4415" y="24993"/>
                  </a:lnTo>
                  <a:lnTo>
                    <a:pt x="4449" y="25038"/>
                  </a:lnTo>
                  <a:lnTo>
                    <a:pt x="4494" y="25072"/>
                  </a:lnTo>
                  <a:lnTo>
                    <a:pt x="4551" y="25095"/>
                  </a:lnTo>
                  <a:lnTo>
                    <a:pt x="4619" y="25106"/>
                  </a:lnTo>
                  <a:lnTo>
                    <a:pt x="4676" y="25095"/>
                  </a:lnTo>
                  <a:lnTo>
                    <a:pt x="4733" y="25072"/>
                  </a:lnTo>
                  <a:lnTo>
                    <a:pt x="4779" y="25038"/>
                  </a:lnTo>
                  <a:lnTo>
                    <a:pt x="4813" y="24993"/>
                  </a:lnTo>
                  <a:lnTo>
                    <a:pt x="6781" y="26130"/>
                  </a:lnTo>
                  <a:lnTo>
                    <a:pt x="6769" y="26164"/>
                  </a:lnTo>
                  <a:lnTo>
                    <a:pt x="6769" y="26210"/>
                  </a:lnTo>
                  <a:lnTo>
                    <a:pt x="6769" y="26255"/>
                  </a:lnTo>
                  <a:lnTo>
                    <a:pt x="6781" y="26289"/>
                  </a:lnTo>
                  <a:lnTo>
                    <a:pt x="6792" y="26324"/>
                  </a:lnTo>
                  <a:lnTo>
                    <a:pt x="6826" y="26358"/>
                  </a:lnTo>
                  <a:lnTo>
                    <a:pt x="6849" y="26380"/>
                  </a:lnTo>
                  <a:lnTo>
                    <a:pt x="6883" y="26403"/>
                  </a:lnTo>
                  <a:lnTo>
                    <a:pt x="6917" y="26426"/>
                  </a:lnTo>
                  <a:lnTo>
                    <a:pt x="6963" y="26426"/>
                  </a:lnTo>
                  <a:lnTo>
                    <a:pt x="6963" y="28746"/>
                  </a:lnTo>
                  <a:lnTo>
                    <a:pt x="6917" y="28758"/>
                  </a:lnTo>
                  <a:lnTo>
                    <a:pt x="6883" y="28769"/>
                  </a:lnTo>
                  <a:lnTo>
                    <a:pt x="6849" y="28792"/>
                  </a:lnTo>
                  <a:lnTo>
                    <a:pt x="6826" y="28815"/>
                  </a:lnTo>
                  <a:lnTo>
                    <a:pt x="6792" y="28849"/>
                  </a:lnTo>
                  <a:lnTo>
                    <a:pt x="6781" y="28883"/>
                  </a:lnTo>
                  <a:lnTo>
                    <a:pt x="6769" y="28928"/>
                  </a:lnTo>
                  <a:lnTo>
                    <a:pt x="6769" y="28963"/>
                  </a:lnTo>
                  <a:lnTo>
                    <a:pt x="6769" y="29008"/>
                  </a:lnTo>
                  <a:lnTo>
                    <a:pt x="6781" y="29054"/>
                  </a:lnTo>
                  <a:lnTo>
                    <a:pt x="5984" y="29509"/>
                  </a:lnTo>
                  <a:lnTo>
                    <a:pt x="6075" y="29509"/>
                  </a:lnTo>
                  <a:lnTo>
                    <a:pt x="6803" y="29088"/>
                  </a:lnTo>
                  <a:lnTo>
                    <a:pt x="6837" y="29133"/>
                  </a:lnTo>
                  <a:lnTo>
                    <a:pt x="6883" y="29167"/>
                  </a:lnTo>
                  <a:lnTo>
                    <a:pt x="6928" y="29179"/>
                  </a:lnTo>
                  <a:lnTo>
                    <a:pt x="6985" y="29190"/>
                  </a:lnTo>
                  <a:lnTo>
                    <a:pt x="7031" y="29179"/>
                  </a:lnTo>
                  <a:lnTo>
                    <a:pt x="7065" y="29167"/>
                  </a:lnTo>
                  <a:lnTo>
                    <a:pt x="7110" y="29156"/>
                  </a:lnTo>
                  <a:lnTo>
                    <a:pt x="7145" y="29122"/>
                  </a:lnTo>
                  <a:lnTo>
                    <a:pt x="7167" y="29088"/>
                  </a:lnTo>
                  <a:lnTo>
                    <a:pt x="7190" y="29054"/>
                  </a:lnTo>
                  <a:lnTo>
                    <a:pt x="7201" y="29008"/>
                  </a:lnTo>
                  <a:lnTo>
                    <a:pt x="7201" y="28963"/>
                  </a:lnTo>
                  <a:lnTo>
                    <a:pt x="7201" y="28928"/>
                  </a:lnTo>
                  <a:lnTo>
                    <a:pt x="7190" y="28883"/>
                  </a:lnTo>
                  <a:lnTo>
                    <a:pt x="7167" y="28849"/>
                  </a:lnTo>
                  <a:lnTo>
                    <a:pt x="7145" y="28826"/>
                  </a:lnTo>
                  <a:lnTo>
                    <a:pt x="7122" y="28792"/>
                  </a:lnTo>
                  <a:lnTo>
                    <a:pt x="7088" y="28769"/>
                  </a:lnTo>
                  <a:lnTo>
                    <a:pt x="7054" y="28758"/>
                  </a:lnTo>
                  <a:lnTo>
                    <a:pt x="7008" y="28746"/>
                  </a:lnTo>
                  <a:lnTo>
                    <a:pt x="7008" y="26426"/>
                  </a:lnTo>
                  <a:lnTo>
                    <a:pt x="7054" y="26415"/>
                  </a:lnTo>
                  <a:lnTo>
                    <a:pt x="7088" y="26403"/>
                  </a:lnTo>
                  <a:lnTo>
                    <a:pt x="7122" y="26380"/>
                  </a:lnTo>
                  <a:lnTo>
                    <a:pt x="7145" y="26358"/>
                  </a:lnTo>
                  <a:lnTo>
                    <a:pt x="7167" y="26324"/>
                  </a:lnTo>
                  <a:lnTo>
                    <a:pt x="7190" y="26289"/>
                  </a:lnTo>
                  <a:lnTo>
                    <a:pt x="7201" y="26255"/>
                  </a:lnTo>
                  <a:lnTo>
                    <a:pt x="7201" y="26210"/>
                  </a:lnTo>
                  <a:lnTo>
                    <a:pt x="7201" y="26164"/>
                  </a:lnTo>
                  <a:lnTo>
                    <a:pt x="7190" y="26130"/>
                  </a:lnTo>
                  <a:lnTo>
                    <a:pt x="9147" y="25004"/>
                  </a:lnTo>
                  <a:lnTo>
                    <a:pt x="9181" y="25049"/>
                  </a:lnTo>
                  <a:lnTo>
                    <a:pt x="9238" y="25084"/>
                  </a:lnTo>
                  <a:lnTo>
                    <a:pt x="9295" y="25106"/>
                  </a:lnTo>
                  <a:lnTo>
                    <a:pt x="9351" y="25118"/>
                  </a:lnTo>
                  <a:lnTo>
                    <a:pt x="9420" y="25106"/>
                  </a:lnTo>
                  <a:lnTo>
                    <a:pt x="9477" y="25084"/>
                  </a:lnTo>
                  <a:lnTo>
                    <a:pt x="9522" y="25049"/>
                  </a:lnTo>
                  <a:lnTo>
                    <a:pt x="9568" y="25004"/>
                  </a:lnTo>
                  <a:lnTo>
                    <a:pt x="11570" y="26153"/>
                  </a:lnTo>
                  <a:lnTo>
                    <a:pt x="11558" y="26210"/>
                  </a:lnTo>
                  <a:lnTo>
                    <a:pt x="11558" y="26244"/>
                  </a:lnTo>
                  <a:lnTo>
                    <a:pt x="11570" y="26278"/>
                  </a:lnTo>
                  <a:lnTo>
                    <a:pt x="11604" y="26335"/>
                  </a:lnTo>
                  <a:lnTo>
                    <a:pt x="11661" y="26369"/>
                  </a:lnTo>
                  <a:lnTo>
                    <a:pt x="11695" y="26380"/>
                  </a:lnTo>
                  <a:lnTo>
                    <a:pt x="11763" y="26380"/>
                  </a:lnTo>
                  <a:lnTo>
                    <a:pt x="11786" y="26369"/>
                  </a:lnTo>
                  <a:lnTo>
                    <a:pt x="11843" y="26335"/>
                  </a:lnTo>
                  <a:lnTo>
                    <a:pt x="11877" y="26278"/>
                  </a:lnTo>
                  <a:lnTo>
                    <a:pt x="11888" y="26244"/>
                  </a:lnTo>
                  <a:lnTo>
                    <a:pt x="11888" y="26210"/>
                  </a:lnTo>
                  <a:lnTo>
                    <a:pt x="11888" y="26153"/>
                  </a:lnTo>
                  <a:lnTo>
                    <a:pt x="13913" y="24981"/>
                  </a:lnTo>
                  <a:lnTo>
                    <a:pt x="13947" y="25027"/>
                  </a:lnTo>
                  <a:lnTo>
                    <a:pt x="13993" y="25061"/>
                  </a:lnTo>
                  <a:lnTo>
                    <a:pt x="14038" y="25072"/>
                  </a:lnTo>
                  <a:lnTo>
                    <a:pt x="14095" y="25084"/>
                  </a:lnTo>
                  <a:lnTo>
                    <a:pt x="14152" y="25072"/>
                  </a:lnTo>
                  <a:lnTo>
                    <a:pt x="14197" y="25049"/>
                  </a:lnTo>
                  <a:lnTo>
                    <a:pt x="14243" y="25027"/>
                  </a:lnTo>
                  <a:lnTo>
                    <a:pt x="14277" y="24981"/>
                  </a:lnTo>
                  <a:lnTo>
                    <a:pt x="16256" y="26130"/>
                  </a:lnTo>
                  <a:lnTo>
                    <a:pt x="16245" y="26164"/>
                  </a:lnTo>
                  <a:lnTo>
                    <a:pt x="16234" y="26210"/>
                  </a:lnTo>
                  <a:lnTo>
                    <a:pt x="16245" y="26255"/>
                  </a:lnTo>
                  <a:lnTo>
                    <a:pt x="16256" y="26301"/>
                  </a:lnTo>
                  <a:lnTo>
                    <a:pt x="16279" y="26335"/>
                  </a:lnTo>
                  <a:lnTo>
                    <a:pt x="16302" y="26369"/>
                  </a:lnTo>
                  <a:lnTo>
                    <a:pt x="16336" y="26403"/>
                  </a:lnTo>
                  <a:lnTo>
                    <a:pt x="16381" y="26415"/>
                  </a:lnTo>
                  <a:lnTo>
                    <a:pt x="16416" y="26437"/>
                  </a:lnTo>
                  <a:lnTo>
                    <a:pt x="16507" y="26437"/>
                  </a:lnTo>
                  <a:lnTo>
                    <a:pt x="16552" y="26415"/>
                  </a:lnTo>
                  <a:lnTo>
                    <a:pt x="16586" y="26403"/>
                  </a:lnTo>
                  <a:lnTo>
                    <a:pt x="16620" y="26369"/>
                  </a:lnTo>
                  <a:lnTo>
                    <a:pt x="16654" y="26335"/>
                  </a:lnTo>
                  <a:lnTo>
                    <a:pt x="16677" y="26301"/>
                  </a:lnTo>
                  <a:lnTo>
                    <a:pt x="16689" y="26255"/>
                  </a:lnTo>
                  <a:lnTo>
                    <a:pt x="16689" y="26210"/>
                  </a:lnTo>
                  <a:lnTo>
                    <a:pt x="16689" y="26164"/>
                  </a:lnTo>
                  <a:lnTo>
                    <a:pt x="16677" y="26130"/>
                  </a:lnTo>
                  <a:lnTo>
                    <a:pt x="18691" y="24970"/>
                  </a:lnTo>
                  <a:lnTo>
                    <a:pt x="18713" y="24993"/>
                  </a:lnTo>
                  <a:lnTo>
                    <a:pt x="18748" y="25015"/>
                  </a:lnTo>
                  <a:lnTo>
                    <a:pt x="18793" y="25038"/>
                  </a:lnTo>
                  <a:lnTo>
                    <a:pt x="18873" y="25038"/>
                  </a:lnTo>
                  <a:lnTo>
                    <a:pt x="18907" y="25027"/>
                  </a:lnTo>
                  <a:lnTo>
                    <a:pt x="18964" y="24993"/>
                  </a:lnTo>
                  <a:lnTo>
                    <a:pt x="18998" y="24936"/>
                  </a:lnTo>
                  <a:lnTo>
                    <a:pt x="19009" y="24902"/>
                  </a:lnTo>
                  <a:lnTo>
                    <a:pt x="19009" y="24867"/>
                  </a:lnTo>
                  <a:lnTo>
                    <a:pt x="18998" y="24799"/>
                  </a:lnTo>
                  <a:lnTo>
                    <a:pt x="18964" y="24742"/>
                  </a:lnTo>
                  <a:lnTo>
                    <a:pt x="18918" y="24708"/>
                  </a:lnTo>
                  <a:lnTo>
                    <a:pt x="18861" y="24685"/>
                  </a:lnTo>
                  <a:lnTo>
                    <a:pt x="18861" y="22319"/>
                  </a:lnTo>
                  <a:lnTo>
                    <a:pt x="18895" y="22319"/>
                  </a:lnTo>
                  <a:lnTo>
                    <a:pt x="18941" y="22297"/>
                  </a:lnTo>
                  <a:lnTo>
                    <a:pt x="18975" y="22274"/>
                  </a:lnTo>
                  <a:lnTo>
                    <a:pt x="18998" y="22251"/>
                  </a:lnTo>
                  <a:lnTo>
                    <a:pt x="19021" y="22217"/>
                  </a:lnTo>
                  <a:lnTo>
                    <a:pt x="19043" y="22183"/>
                  </a:lnTo>
                  <a:lnTo>
                    <a:pt x="19055" y="22149"/>
                  </a:lnTo>
                  <a:lnTo>
                    <a:pt x="19055" y="22103"/>
                  </a:lnTo>
                  <a:lnTo>
                    <a:pt x="19055" y="22058"/>
                  </a:lnTo>
                  <a:lnTo>
                    <a:pt x="19032" y="22024"/>
                  </a:lnTo>
                  <a:lnTo>
                    <a:pt x="19021" y="21978"/>
                  </a:lnTo>
                  <a:lnTo>
                    <a:pt x="18986" y="21955"/>
                  </a:lnTo>
                  <a:lnTo>
                    <a:pt x="18952" y="21921"/>
                  </a:lnTo>
                  <a:lnTo>
                    <a:pt x="18918" y="21899"/>
                  </a:lnTo>
                  <a:lnTo>
                    <a:pt x="18884" y="21887"/>
                  </a:lnTo>
                  <a:lnTo>
                    <a:pt x="18782" y="21887"/>
                  </a:lnTo>
                  <a:lnTo>
                    <a:pt x="18725" y="21910"/>
                  </a:lnTo>
                  <a:lnTo>
                    <a:pt x="18691" y="21944"/>
                  </a:lnTo>
                  <a:lnTo>
                    <a:pt x="18657" y="21978"/>
                  </a:lnTo>
                  <a:lnTo>
                    <a:pt x="16666" y="20841"/>
                  </a:lnTo>
                  <a:lnTo>
                    <a:pt x="16677" y="20795"/>
                  </a:lnTo>
                  <a:lnTo>
                    <a:pt x="16677" y="20761"/>
                  </a:lnTo>
                  <a:lnTo>
                    <a:pt x="16677" y="20715"/>
                  </a:lnTo>
                  <a:lnTo>
                    <a:pt x="16666" y="20670"/>
                  </a:lnTo>
                  <a:lnTo>
                    <a:pt x="16643" y="20636"/>
                  </a:lnTo>
                  <a:lnTo>
                    <a:pt x="16620" y="20602"/>
                  </a:lnTo>
                  <a:lnTo>
                    <a:pt x="16586" y="20579"/>
                  </a:lnTo>
                  <a:lnTo>
                    <a:pt x="16552" y="20556"/>
                  </a:lnTo>
                  <a:lnTo>
                    <a:pt x="16507" y="20545"/>
                  </a:lnTo>
                  <a:lnTo>
                    <a:pt x="16416" y="20545"/>
                  </a:lnTo>
                  <a:lnTo>
                    <a:pt x="16381" y="20556"/>
                  </a:lnTo>
                  <a:lnTo>
                    <a:pt x="16347" y="20579"/>
                  </a:lnTo>
                  <a:lnTo>
                    <a:pt x="16313" y="20602"/>
                  </a:lnTo>
                  <a:lnTo>
                    <a:pt x="16279" y="20636"/>
                  </a:lnTo>
                  <a:lnTo>
                    <a:pt x="16268" y="20670"/>
                  </a:lnTo>
                  <a:lnTo>
                    <a:pt x="16245" y="20715"/>
                  </a:lnTo>
                  <a:lnTo>
                    <a:pt x="16245" y="20761"/>
                  </a:lnTo>
                  <a:lnTo>
                    <a:pt x="16245" y="20795"/>
                  </a:lnTo>
                  <a:lnTo>
                    <a:pt x="16256" y="20841"/>
                  </a:lnTo>
                  <a:lnTo>
                    <a:pt x="14243" y="22012"/>
                  </a:lnTo>
                  <a:lnTo>
                    <a:pt x="14209" y="21978"/>
                  </a:lnTo>
                  <a:lnTo>
                    <a:pt x="14175" y="21955"/>
                  </a:lnTo>
                  <a:lnTo>
                    <a:pt x="14140" y="21933"/>
                  </a:lnTo>
                  <a:lnTo>
                    <a:pt x="14049" y="21933"/>
                  </a:lnTo>
                  <a:lnTo>
                    <a:pt x="14015" y="21955"/>
                  </a:lnTo>
                  <a:lnTo>
                    <a:pt x="13981" y="21978"/>
                  </a:lnTo>
                  <a:lnTo>
                    <a:pt x="13947" y="22001"/>
                  </a:lnTo>
                  <a:lnTo>
                    <a:pt x="11900" y="20818"/>
                  </a:lnTo>
                  <a:lnTo>
                    <a:pt x="11911" y="20761"/>
                  </a:lnTo>
                  <a:lnTo>
                    <a:pt x="11911" y="20715"/>
                  </a:lnTo>
                  <a:lnTo>
                    <a:pt x="11900" y="20681"/>
                  </a:lnTo>
                  <a:lnTo>
                    <a:pt x="11877" y="20647"/>
                  </a:lnTo>
                  <a:lnTo>
                    <a:pt x="11854" y="20624"/>
                  </a:lnTo>
                  <a:lnTo>
                    <a:pt x="11831" y="20602"/>
                  </a:lnTo>
                  <a:lnTo>
                    <a:pt x="11797" y="20579"/>
                  </a:lnTo>
                  <a:lnTo>
                    <a:pt x="11763" y="20568"/>
                  </a:lnTo>
                  <a:lnTo>
                    <a:pt x="11683" y="20568"/>
                  </a:lnTo>
                  <a:lnTo>
                    <a:pt x="11649" y="20579"/>
                  </a:lnTo>
                  <a:lnTo>
                    <a:pt x="11615" y="20602"/>
                  </a:lnTo>
                  <a:lnTo>
                    <a:pt x="11592" y="20624"/>
                  </a:lnTo>
                  <a:lnTo>
                    <a:pt x="11570" y="20647"/>
                  </a:lnTo>
                  <a:lnTo>
                    <a:pt x="11547" y="20681"/>
                  </a:lnTo>
                  <a:lnTo>
                    <a:pt x="11536" y="20715"/>
                  </a:lnTo>
                  <a:lnTo>
                    <a:pt x="11536" y="20761"/>
                  </a:lnTo>
                  <a:lnTo>
                    <a:pt x="11547" y="20818"/>
                  </a:lnTo>
                  <a:lnTo>
                    <a:pt x="9499" y="22001"/>
                  </a:lnTo>
                  <a:lnTo>
                    <a:pt x="9477" y="21978"/>
                  </a:lnTo>
                  <a:lnTo>
                    <a:pt x="9442" y="21944"/>
                  </a:lnTo>
                  <a:lnTo>
                    <a:pt x="9397" y="21933"/>
                  </a:lnTo>
                  <a:lnTo>
                    <a:pt x="9306" y="21933"/>
                  </a:lnTo>
                  <a:lnTo>
                    <a:pt x="9272" y="21944"/>
                  </a:lnTo>
                  <a:lnTo>
                    <a:pt x="9238" y="21978"/>
                  </a:lnTo>
                  <a:lnTo>
                    <a:pt x="9204" y="22001"/>
                  </a:lnTo>
                  <a:lnTo>
                    <a:pt x="7213" y="20852"/>
                  </a:lnTo>
                  <a:lnTo>
                    <a:pt x="7236" y="20806"/>
                  </a:lnTo>
                  <a:lnTo>
                    <a:pt x="7236" y="20761"/>
                  </a:lnTo>
                  <a:lnTo>
                    <a:pt x="7236" y="20715"/>
                  </a:lnTo>
                  <a:lnTo>
                    <a:pt x="7213" y="20670"/>
                  </a:lnTo>
                  <a:lnTo>
                    <a:pt x="7201" y="20624"/>
                  </a:lnTo>
                  <a:lnTo>
                    <a:pt x="7167" y="20590"/>
                  </a:lnTo>
                  <a:lnTo>
                    <a:pt x="7133" y="20556"/>
                  </a:lnTo>
                  <a:lnTo>
                    <a:pt x="7099" y="20533"/>
                  </a:lnTo>
                  <a:lnTo>
                    <a:pt x="7054" y="20522"/>
                  </a:lnTo>
                  <a:lnTo>
                    <a:pt x="7008" y="20511"/>
                  </a:lnTo>
                  <a:lnTo>
                    <a:pt x="7008" y="18213"/>
                  </a:lnTo>
                  <a:lnTo>
                    <a:pt x="7054" y="18213"/>
                  </a:lnTo>
                  <a:lnTo>
                    <a:pt x="7088" y="18190"/>
                  </a:lnTo>
                  <a:lnTo>
                    <a:pt x="7122" y="18167"/>
                  </a:lnTo>
                  <a:lnTo>
                    <a:pt x="7145" y="18145"/>
                  </a:lnTo>
                  <a:lnTo>
                    <a:pt x="7167" y="18111"/>
                  </a:lnTo>
                  <a:lnTo>
                    <a:pt x="7190" y="18076"/>
                  </a:lnTo>
                  <a:lnTo>
                    <a:pt x="7201" y="18042"/>
                  </a:lnTo>
                  <a:lnTo>
                    <a:pt x="7201" y="17997"/>
                  </a:lnTo>
                  <a:lnTo>
                    <a:pt x="7201" y="17963"/>
                  </a:lnTo>
                  <a:lnTo>
                    <a:pt x="7190" y="17917"/>
                  </a:lnTo>
                  <a:lnTo>
                    <a:pt x="9192" y="16757"/>
                  </a:lnTo>
                  <a:lnTo>
                    <a:pt x="9226" y="16791"/>
                  </a:lnTo>
                  <a:lnTo>
                    <a:pt x="9260" y="16825"/>
                  </a:lnTo>
                  <a:lnTo>
                    <a:pt x="9306" y="16836"/>
                  </a:lnTo>
                  <a:lnTo>
                    <a:pt x="9351" y="16848"/>
                  </a:lnTo>
                  <a:lnTo>
                    <a:pt x="9397" y="16836"/>
                  </a:lnTo>
                  <a:lnTo>
                    <a:pt x="9431" y="16825"/>
                  </a:lnTo>
                  <a:lnTo>
                    <a:pt x="9465" y="16814"/>
                  </a:lnTo>
                  <a:lnTo>
                    <a:pt x="9488" y="16791"/>
                  </a:lnTo>
                  <a:lnTo>
                    <a:pt x="9511" y="16757"/>
                  </a:lnTo>
                  <a:lnTo>
                    <a:pt x="9533" y="16723"/>
                  </a:lnTo>
                  <a:lnTo>
                    <a:pt x="9545" y="16689"/>
                  </a:lnTo>
                  <a:lnTo>
                    <a:pt x="9545" y="16654"/>
                  </a:lnTo>
                  <a:lnTo>
                    <a:pt x="9533" y="16586"/>
                  </a:lnTo>
                  <a:lnTo>
                    <a:pt x="9499" y="16529"/>
                  </a:lnTo>
                  <a:lnTo>
                    <a:pt x="9442" y="16484"/>
                  </a:lnTo>
                  <a:lnTo>
                    <a:pt x="9374" y="16461"/>
                  </a:lnTo>
                  <a:lnTo>
                    <a:pt x="9374" y="14118"/>
                  </a:lnTo>
                  <a:lnTo>
                    <a:pt x="9420" y="14106"/>
                  </a:lnTo>
                  <a:lnTo>
                    <a:pt x="9454" y="14095"/>
                  </a:lnTo>
                  <a:lnTo>
                    <a:pt x="9488" y="14072"/>
                  </a:lnTo>
                  <a:lnTo>
                    <a:pt x="9522" y="14038"/>
                  </a:lnTo>
                  <a:lnTo>
                    <a:pt x="9545" y="14015"/>
                  </a:lnTo>
                  <a:lnTo>
                    <a:pt x="9556" y="13981"/>
                  </a:lnTo>
                  <a:lnTo>
                    <a:pt x="9568" y="13936"/>
                  </a:lnTo>
                  <a:lnTo>
                    <a:pt x="9579" y="13902"/>
                  </a:lnTo>
                  <a:lnTo>
                    <a:pt x="9568" y="13856"/>
                  </a:lnTo>
                  <a:lnTo>
                    <a:pt x="9556" y="13811"/>
                  </a:lnTo>
                  <a:lnTo>
                    <a:pt x="11513" y="12684"/>
                  </a:lnTo>
                  <a:lnTo>
                    <a:pt x="11547" y="12730"/>
                  </a:lnTo>
                  <a:lnTo>
                    <a:pt x="11604" y="12764"/>
                  </a:lnTo>
                  <a:lnTo>
                    <a:pt x="11661" y="12787"/>
                  </a:lnTo>
                  <a:lnTo>
                    <a:pt x="11729" y="12798"/>
                  </a:lnTo>
                  <a:lnTo>
                    <a:pt x="11786" y="12787"/>
                  </a:lnTo>
                  <a:lnTo>
                    <a:pt x="11843" y="12764"/>
                  </a:lnTo>
                  <a:lnTo>
                    <a:pt x="11900" y="12730"/>
                  </a:lnTo>
                  <a:lnTo>
                    <a:pt x="11934" y="12684"/>
                  </a:lnTo>
                  <a:lnTo>
                    <a:pt x="13913" y="13822"/>
                  </a:lnTo>
                  <a:lnTo>
                    <a:pt x="13902" y="13856"/>
                  </a:lnTo>
                  <a:lnTo>
                    <a:pt x="13890" y="13902"/>
                  </a:lnTo>
                  <a:lnTo>
                    <a:pt x="13902" y="13936"/>
                  </a:lnTo>
                  <a:lnTo>
                    <a:pt x="13913" y="13970"/>
                  </a:lnTo>
                  <a:lnTo>
                    <a:pt x="13947" y="14027"/>
                  </a:lnTo>
                  <a:lnTo>
                    <a:pt x="14004" y="14072"/>
                  </a:lnTo>
                  <a:lnTo>
                    <a:pt x="14038" y="14084"/>
                  </a:lnTo>
                  <a:lnTo>
                    <a:pt x="14072" y="14095"/>
                  </a:lnTo>
                  <a:lnTo>
                    <a:pt x="14072" y="16381"/>
                  </a:lnTo>
                  <a:lnTo>
                    <a:pt x="14027" y="16393"/>
                  </a:lnTo>
                  <a:lnTo>
                    <a:pt x="13981" y="16416"/>
                  </a:lnTo>
                  <a:lnTo>
                    <a:pt x="13936" y="16438"/>
                  </a:lnTo>
                  <a:lnTo>
                    <a:pt x="13902" y="16472"/>
                  </a:lnTo>
                  <a:lnTo>
                    <a:pt x="13867" y="16507"/>
                  </a:lnTo>
                  <a:lnTo>
                    <a:pt x="13845" y="16552"/>
                  </a:lnTo>
                  <a:lnTo>
                    <a:pt x="13833" y="16598"/>
                  </a:lnTo>
                  <a:lnTo>
                    <a:pt x="13822" y="16654"/>
                  </a:lnTo>
                  <a:lnTo>
                    <a:pt x="13833" y="16711"/>
                  </a:lnTo>
                  <a:lnTo>
                    <a:pt x="13845" y="16757"/>
                  </a:lnTo>
                  <a:lnTo>
                    <a:pt x="13867" y="16802"/>
                  </a:lnTo>
                  <a:lnTo>
                    <a:pt x="13902" y="16848"/>
                  </a:lnTo>
                  <a:lnTo>
                    <a:pt x="13947" y="16871"/>
                  </a:lnTo>
                  <a:lnTo>
                    <a:pt x="13993" y="16905"/>
                  </a:lnTo>
                  <a:lnTo>
                    <a:pt x="14038" y="16916"/>
                  </a:lnTo>
                  <a:lnTo>
                    <a:pt x="14163" y="16916"/>
                  </a:lnTo>
                  <a:lnTo>
                    <a:pt x="14220" y="16882"/>
                  </a:lnTo>
                  <a:lnTo>
                    <a:pt x="14277" y="16848"/>
                  </a:lnTo>
                  <a:lnTo>
                    <a:pt x="14322" y="16791"/>
                  </a:lnTo>
                  <a:lnTo>
                    <a:pt x="16222" y="17894"/>
                  </a:lnTo>
                  <a:lnTo>
                    <a:pt x="16199" y="17940"/>
                  </a:lnTo>
                  <a:lnTo>
                    <a:pt x="16199" y="17997"/>
                  </a:lnTo>
                  <a:lnTo>
                    <a:pt x="16199" y="18054"/>
                  </a:lnTo>
                  <a:lnTo>
                    <a:pt x="16211" y="18111"/>
                  </a:lnTo>
                  <a:lnTo>
                    <a:pt x="16245" y="18156"/>
                  </a:lnTo>
                  <a:lnTo>
                    <a:pt x="16268" y="18190"/>
                  </a:lnTo>
                  <a:lnTo>
                    <a:pt x="16313" y="18224"/>
                  </a:lnTo>
                  <a:lnTo>
                    <a:pt x="16359" y="18247"/>
                  </a:lnTo>
                  <a:lnTo>
                    <a:pt x="16404" y="18270"/>
                  </a:lnTo>
                  <a:lnTo>
                    <a:pt x="16518" y="18270"/>
                  </a:lnTo>
                  <a:lnTo>
                    <a:pt x="16575" y="18247"/>
                  </a:lnTo>
                  <a:lnTo>
                    <a:pt x="16620" y="18224"/>
                  </a:lnTo>
                  <a:lnTo>
                    <a:pt x="16654" y="18190"/>
                  </a:lnTo>
                  <a:lnTo>
                    <a:pt x="16689" y="18156"/>
                  </a:lnTo>
                  <a:lnTo>
                    <a:pt x="16711" y="18111"/>
                  </a:lnTo>
                  <a:lnTo>
                    <a:pt x="16734" y="18054"/>
                  </a:lnTo>
                  <a:lnTo>
                    <a:pt x="16734" y="17997"/>
                  </a:lnTo>
                  <a:lnTo>
                    <a:pt x="16734" y="17940"/>
                  </a:lnTo>
                  <a:lnTo>
                    <a:pt x="16711" y="17894"/>
                  </a:lnTo>
                  <a:lnTo>
                    <a:pt x="18691" y="16757"/>
                  </a:lnTo>
                  <a:lnTo>
                    <a:pt x="18713" y="16791"/>
                  </a:lnTo>
                  <a:lnTo>
                    <a:pt x="18748" y="16814"/>
                  </a:lnTo>
                  <a:lnTo>
                    <a:pt x="18793" y="16825"/>
                  </a:lnTo>
                  <a:lnTo>
                    <a:pt x="18839" y="16836"/>
                  </a:lnTo>
                  <a:lnTo>
                    <a:pt x="18873" y="16825"/>
                  </a:lnTo>
                  <a:lnTo>
                    <a:pt x="18907" y="16814"/>
                  </a:lnTo>
                  <a:lnTo>
                    <a:pt x="18964" y="16780"/>
                  </a:lnTo>
                  <a:lnTo>
                    <a:pt x="18998" y="16723"/>
                  </a:lnTo>
                  <a:lnTo>
                    <a:pt x="19009" y="16689"/>
                  </a:lnTo>
                  <a:lnTo>
                    <a:pt x="19009" y="16654"/>
                  </a:lnTo>
                  <a:lnTo>
                    <a:pt x="18998" y="16586"/>
                  </a:lnTo>
                  <a:lnTo>
                    <a:pt x="18964" y="16541"/>
                  </a:lnTo>
                  <a:lnTo>
                    <a:pt x="18918" y="16495"/>
                  </a:lnTo>
                  <a:lnTo>
                    <a:pt x="18861" y="16472"/>
                  </a:lnTo>
                  <a:lnTo>
                    <a:pt x="18861" y="14095"/>
                  </a:lnTo>
                  <a:lnTo>
                    <a:pt x="18895" y="14095"/>
                  </a:lnTo>
                  <a:lnTo>
                    <a:pt x="18930" y="14072"/>
                  </a:lnTo>
                  <a:lnTo>
                    <a:pt x="18986" y="14038"/>
                  </a:lnTo>
                  <a:lnTo>
                    <a:pt x="19032" y="13970"/>
                  </a:lnTo>
                  <a:lnTo>
                    <a:pt x="19032" y="13936"/>
                  </a:lnTo>
                  <a:lnTo>
                    <a:pt x="19043" y="13902"/>
                  </a:lnTo>
                  <a:lnTo>
                    <a:pt x="19032" y="13856"/>
                  </a:lnTo>
                  <a:lnTo>
                    <a:pt x="19032" y="13822"/>
                  </a:lnTo>
                  <a:lnTo>
                    <a:pt x="21045" y="12650"/>
                  </a:lnTo>
                  <a:lnTo>
                    <a:pt x="21079" y="12684"/>
                  </a:lnTo>
                  <a:lnTo>
                    <a:pt x="21114" y="12719"/>
                  </a:lnTo>
                  <a:lnTo>
                    <a:pt x="21159" y="12730"/>
                  </a:lnTo>
                  <a:lnTo>
                    <a:pt x="21205" y="12741"/>
                  </a:lnTo>
                  <a:lnTo>
                    <a:pt x="21239" y="12730"/>
                  </a:lnTo>
                  <a:lnTo>
                    <a:pt x="21284" y="12730"/>
                  </a:lnTo>
                  <a:lnTo>
                    <a:pt x="21307" y="12707"/>
                  </a:lnTo>
                  <a:lnTo>
                    <a:pt x="21341" y="12684"/>
                  </a:lnTo>
                  <a:lnTo>
                    <a:pt x="21364" y="12650"/>
                  </a:lnTo>
                  <a:lnTo>
                    <a:pt x="21387" y="12628"/>
                  </a:lnTo>
                  <a:lnTo>
                    <a:pt x="21398" y="12582"/>
                  </a:lnTo>
                  <a:lnTo>
                    <a:pt x="21398" y="12548"/>
                  </a:lnTo>
                  <a:lnTo>
                    <a:pt x="21387" y="12480"/>
                  </a:lnTo>
                  <a:lnTo>
                    <a:pt x="21352" y="12423"/>
                  </a:lnTo>
                  <a:lnTo>
                    <a:pt x="21296" y="12377"/>
                  </a:lnTo>
                  <a:lnTo>
                    <a:pt x="21227" y="12355"/>
                  </a:lnTo>
                  <a:lnTo>
                    <a:pt x="21227" y="10023"/>
                  </a:lnTo>
                  <a:lnTo>
                    <a:pt x="21273" y="10011"/>
                  </a:lnTo>
                  <a:lnTo>
                    <a:pt x="21307" y="9988"/>
                  </a:lnTo>
                  <a:lnTo>
                    <a:pt x="21341" y="9966"/>
                  </a:lnTo>
                  <a:lnTo>
                    <a:pt x="21375" y="9943"/>
                  </a:lnTo>
                  <a:lnTo>
                    <a:pt x="21398" y="9909"/>
                  </a:lnTo>
                  <a:lnTo>
                    <a:pt x="21421" y="9875"/>
                  </a:lnTo>
                  <a:lnTo>
                    <a:pt x="21432" y="9829"/>
                  </a:lnTo>
                  <a:lnTo>
                    <a:pt x="21432" y="9795"/>
                  </a:lnTo>
                  <a:lnTo>
                    <a:pt x="21432" y="9738"/>
                  </a:lnTo>
                  <a:lnTo>
                    <a:pt x="21421" y="9704"/>
                  </a:lnTo>
                  <a:lnTo>
                    <a:pt x="21398" y="9659"/>
                  </a:lnTo>
                  <a:lnTo>
                    <a:pt x="21364" y="9624"/>
                  </a:lnTo>
                  <a:lnTo>
                    <a:pt x="21330" y="9602"/>
                  </a:lnTo>
                  <a:lnTo>
                    <a:pt x="21296" y="9579"/>
                  </a:lnTo>
                  <a:lnTo>
                    <a:pt x="21250" y="9568"/>
                  </a:lnTo>
                  <a:lnTo>
                    <a:pt x="21205" y="9556"/>
                  </a:lnTo>
                  <a:lnTo>
                    <a:pt x="21148" y="9568"/>
                  </a:lnTo>
                  <a:lnTo>
                    <a:pt x="21091" y="9590"/>
                  </a:lnTo>
                  <a:lnTo>
                    <a:pt x="21057" y="9624"/>
                  </a:lnTo>
                  <a:lnTo>
                    <a:pt x="21011" y="9659"/>
                  </a:lnTo>
                  <a:lnTo>
                    <a:pt x="19021" y="8510"/>
                  </a:lnTo>
                  <a:lnTo>
                    <a:pt x="19032" y="8441"/>
                  </a:lnTo>
                  <a:lnTo>
                    <a:pt x="19032" y="8407"/>
                  </a:lnTo>
                  <a:lnTo>
                    <a:pt x="19021" y="8373"/>
                  </a:lnTo>
                  <a:lnTo>
                    <a:pt x="18986" y="8305"/>
                  </a:lnTo>
                  <a:lnTo>
                    <a:pt x="18930" y="8271"/>
                  </a:lnTo>
                  <a:lnTo>
                    <a:pt x="18861" y="8248"/>
                  </a:lnTo>
                  <a:lnTo>
                    <a:pt x="18861" y="5859"/>
                  </a:lnTo>
                  <a:lnTo>
                    <a:pt x="18918" y="5836"/>
                  </a:lnTo>
                  <a:lnTo>
                    <a:pt x="18975" y="5802"/>
                  </a:lnTo>
                  <a:lnTo>
                    <a:pt x="18998" y="5745"/>
                  </a:lnTo>
                  <a:lnTo>
                    <a:pt x="19009" y="5689"/>
                  </a:lnTo>
                  <a:lnTo>
                    <a:pt x="18998" y="5620"/>
                  </a:lnTo>
                  <a:lnTo>
                    <a:pt x="21034" y="4449"/>
                  </a:lnTo>
                  <a:lnTo>
                    <a:pt x="21068" y="4483"/>
                  </a:lnTo>
                  <a:lnTo>
                    <a:pt x="21102" y="4517"/>
                  </a:lnTo>
                  <a:lnTo>
                    <a:pt x="21148" y="4528"/>
                  </a:lnTo>
                  <a:lnTo>
                    <a:pt x="21205" y="4540"/>
                  </a:lnTo>
                  <a:lnTo>
                    <a:pt x="21250" y="4540"/>
                  </a:lnTo>
                  <a:lnTo>
                    <a:pt x="21284" y="4528"/>
                  </a:lnTo>
                  <a:lnTo>
                    <a:pt x="21318" y="4506"/>
                  </a:lnTo>
                  <a:lnTo>
                    <a:pt x="21352" y="4483"/>
                  </a:lnTo>
                  <a:lnTo>
                    <a:pt x="21375" y="4449"/>
                  </a:lnTo>
                  <a:lnTo>
                    <a:pt x="21387" y="4415"/>
                  </a:lnTo>
                  <a:lnTo>
                    <a:pt x="21398" y="4380"/>
                  </a:lnTo>
                  <a:lnTo>
                    <a:pt x="21409" y="4335"/>
                  </a:lnTo>
                  <a:lnTo>
                    <a:pt x="21398" y="4301"/>
                  </a:lnTo>
                  <a:lnTo>
                    <a:pt x="21398" y="4267"/>
                  </a:lnTo>
                  <a:lnTo>
                    <a:pt x="21352" y="4198"/>
                  </a:lnTo>
                  <a:lnTo>
                    <a:pt x="21296" y="4164"/>
                  </a:lnTo>
                  <a:lnTo>
                    <a:pt x="21227" y="4142"/>
                  </a:lnTo>
                  <a:lnTo>
                    <a:pt x="21227" y="1775"/>
                  </a:lnTo>
                  <a:lnTo>
                    <a:pt x="21296" y="1764"/>
                  </a:lnTo>
                  <a:lnTo>
                    <a:pt x="21352" y="1719"/>
                  </a:lnTo>
                  <a:lnTo>
                    <a:pt x="21398" y="1650"/>
                  </a:lnTo>
                  <a:lnTo>
                    <a:pt x="21409" y="1616"/>
                  </a:lnTo>
                  <a:lnTo>
                    <a:pt x="21409" y="1582"/>
                  </a:lnTo>
                  <a:lnTo>
                    <a:pt x="21409" y="1537"/>
                  </a:lnTo>
                  <a:lnTo>
                    <a:pt x="21387" y="1502"/>
                  </a:lnTo>
                  <a:lnTo>
                    <a:pt x="21375" y="1468"/>
                  </a:lnTo>
                  <a:lnTo>
                    <a:pt x="21352" y="1434"/>
                  </a:lnTo>
                  <a:lnTo>
                    <a:pt x="21318" y="1411"/>
                  </a:lnTo>
                  <a:lnTo>
                    <a:pt x="21284" y="1389"/>
                  </a:lnTo>
                  <a:lnTo>
                    <a:pt x="21250" y="1377"/>
                  </a:lnTo>
                  <a:lnTo>
                    <a:pt x="21159" y="1377"/>
                  </a:lnTo>
                  <a:lnTo>
                    <a:pt x="21114" y="1400"/>
                  </a:lnTo>
                  <a:lnTo>
                    <a:pt x="21068" y="1423"/>
                  </a:lnTo>
                  <a:lnTo>
                    <a:pt x="21034" y="1457"/>
                  </a:lnTo>
                  <a:lnTo>
                    <a:pt x="19021" y="297"/>
                  </a:lnTo>
                  <a:lnTo>
                    <a:pt x="19032" y="228"/>
                  </a:lnTo>
                  <a:lnTo>
                    <a:pt x="19032" y="194"/>
                  </a:lnTo>
                  <a:lnTo>
                    <a:pt x="19021" y="160"/>
                  </a:lnTo>
                  <a:lnTo>
                    <a:pt x="18998" y="126"/>
                  </a:lnTo>
                  <a:lnTo>
                    <a:pt x="18975" y="92"/>
                  </a:lnTo>
                  <a:lnTo>
                    <a:pt x="18941" y="69"/>
                  </a:lnTo>
                  <a:lnTo>
                    <a:pt x="18907" y="46"/>
                  </a:lnTo>
                  <a:lnTo>
                    <a:pt x="18873" y="35"/>
                  </a:lnTo>
                  <a:lnTo>
                    <a:pt x="18793" y="35"/>
                  </a:lnTo>
                  <a:lnTo>
                    <a:pt x="18759" y="46"/>
                  </a:lnTo>
                  <a:lnTo>
                    <a:pt x="18725" y="69"/>
                  </a:lnTo>
                  <a:lnTo>
                    <a:pt x="18691" y="92"/>
                  </a:lnTo>
                  <a:lnTo>
                    <a:pt x="18668" y="126"/>
                  </a:lnTo>
                  <a:lnTo>
                    <a:pt x="18645" y="160"/>
                  </a:lnTo>
                  <a:lnTo>
                    <a:pt x="18634" y="194"/>
                  </a:lnTo>
                  <a:lnTo>
                    <a:pt x="18634" y="228"/>
                  </a:lnTo>
                  <a:lnTo>
                    <a:pt x="18645" y="297"/>
                  </a:lnTo>
                  <a:lnTo>
                    <a:pt x="16632" y="1468"/>
                  </a:lnTo>
                  <a:lnTo>
                    <a:pt x="16598" y="1434"/>
                  </a:lnTo>
                  <a:lnTo>
                    <a:pt x="16563" y="1400"/>
                  </a:lnTo>
                  <a:lnTo>
                    <a:pt x="16518" y="1389"/>
                  </a:lnTo>
                  <a:lnTo>
                    <a:pt x="16461" y="1377"/>
                  </a:lnTo>
                  <a:lnTo>
                    <a:pt x="16427" y="1389"/>
                  </a:lnTo>
                  <a:lnTo>
                    <a:pt x="16381" y="1400"/>
                  </a:lnTo>
                  <a:lnTo>
                    <a:pt x="16359" y="1411"/>
                  </a:lnTo>
                  <a:lnTo>
                    <a:pt x="16325" y="1434"/>
                  </a:lnTo>
                  <a:lnTo>
                    <a:pt x="16302" y="1468"/>
                  </a:lnTo>
                  <a:lnTo>
                    <a:pt x="16279" y="1502"/>
                  </a:lnTo>
                  <a:lnTo>
                    <a:pt x="16268" y="1537"/>
                  </a:lnTo>
                  <a:lnTo>
                    <a:pt x="16268" y="1582"/>
                  </a:lnTo>
                  <a:lnTo>
                    <a:pt x="16268" y="1616"/>
                  </a:lnTo>
                  <a:lnTo>
                    <a:pt x="16279" y="1650"/>
                  </a:lnTo>
                  <a:lnTo>
                    <a:pt x="16313" y="1719"/>
                  </a:lnTo>
                  <a:lnTo>
                    <a:pt x="16370" y="1753"/>
                  </a:lnTo>
                  <a:lnTo>
                    <a:pt x="16404" y="1764"/>
                  </a:lnTo>
                  <a:lnTo>
                    <a:pt x="16450" y="1775"/>
                  </a:lnTo>
                  <a:lnTo>
                    <a:pt x="16450" y="4096"/>
                  </a:lnTo>
                  <a:lnTo>
                    <a:pt x="16404" y="4107"/>
                  </a:lnTo>
                  <a:lnTo>
                    <a:pt x="16359" y="4130"/>
                  </a:lnTo>
                  <a:lnTo>
                    <a:pt x="16325" y="4153"/>
                  </a:lnTo>
                  <a:lnTo>
                    <a:pt x="16290" y="4176"/>
                  </a:lnTo>
                  <a:lnTo>
                    <a:pt x="16268" y="4210"/>
                  </a:lnTo>
                  <a:lnTo>
                    <a:pt x="16245" y="4244"/>
                  </a:lnTo>
                  <a:lnTo>
                    <a:pt x="16234" y="4289"/>
                  </a:lnTo>
                  <a:lnTo>
                    <a:pt x="16222" y="4335"/>
                  </a:lnTo>
                  <a:lnTo>
                    <a:pt x="16234" y="4380"/>
                  </a:lnTo>
                  <a:lnTo>
                    <a:pt x="16245" y="4426"/>
                  </a:lnTo>
                  <a:lnTo>
                    <a:pt x="14300" y="5552"/>
                  </a:lnTo>
                  <a:lnTo>
                    <a:pt x="14266" y="5507"/>
                  </a:lnTo>
                  <a:lnTo>
                    <a:pt x="14209" y="5472"/>
                  </a:lnTo>
                  <a:lnTo>
                    <a:pt x="14152" y="5450"/>
                  </a:lnTo>
                  <a:lnTo>
                    <a:pt x="14095" y="5438"/>
                  </a:lnTo>
                  <a:lnTo>
                    <a:pt x="14038" y="5450"/>
                  </a:lnTo>
                  <a:lnTo>
                    <a:pt x="13981" y="5472"/>
                  </a:lnTo>
                  <a:lnTo>
                    <a:pt x="13924" y="5507"/>
                  </a:lnTo>
                  <a:lnTo>
                    <a:pt x="13890" y="5541"/>
                  </a:lnTo>
                  <a:lnTo>
                    <a:pt x="11934" y="4415"/>
                  </a:lnTo>
                  <a:lnTo>
                    <a:pt x="11945" y="4380"/>
                  </a:lnTo>
                  <a:lnTo>
                    <a:pt x="11956" y="4335"/>
                  </a:lnTo>
                  <a:lnTo>
                    <a:pt x="11945" y="4289"/>
                  </a:lnTo>
                  <a:lnTo>
                    <a:pt x="11934" y="4244"/>
                  </a:lnTo>
                  <a:lnTo>
                    <a:pt x="11911" y="4210"/>
                  </a:lnTo>
                  <a:lnTo>
                    <a:pt x="11888" y="4176"/>
                  </a:lnTo>
                  <a:lnTo>
                    <a:pt x="11854" y="4153"/>
                  </a:lnTo>
                  <a:lnTo>
                    <a:pt x="11809" y="4130"/>
                  </a:lnTo>
                  <a:lnTo>
                    <a:pt x="11774" y="4119"/>
                  </a:lnTo>
                  <a:lnTo>
                    <a:pt x="11729" y="4107"/>
                  </a:lnTo>
                  <a:lnTo>
                    <a:pt x="11683" y="4119"/>
                  </a:lnTo>
                  <a:lnTo>
                    <a:pt x="11638" y="4130"/>
                  </a:lnTo>
                  <a:lnTo>
                    <a:pt x="11592" y="4153"/>
                  </a:lnTo>
                  <a:lnTo>
                    <a:pt x="11558" y="4176"/>
                  </a:lnTo>
                  <a:lnTo>
                    <a:pt x="11536" y="4210"/>
                  </a:lnTo>
                  <a:lnTo>
                    <a:pt x="11513" y="4244"/>
                  </a:lnTo>
                  <a:lnTo>
                    <a:pt x="11501" y="4289"/>
                  </a:lnTo>
                  <a:lnTo>
                    <a:pt x="11501" y="4335"/>
                  </a:lnTo>
                  <a:lnTo>
                    <a:pt x="11501" y="4380"/>
                  </a:lnTo>
                  <a:lnTo>
                    <a:pt x="11513" y="4415"/>
                  </a:lnTo>
                  <a:lnTo>
                    <a:pt x="9511" y="5575"/>
                  </a:lnTo>
                  <a:lnTo>
                    <a:pt x="9477" y="5541"/>
                  </a:lnTo>
                  <a:lnTo>
                    <a:pt x="9442" y="5518"/>
                  </a:lnTo>
                  <a:lnTo>
                    <a:pt x="9397" y="5507"/>
                  </a:lnTo>
                  <a:lnTo>
                    <a:pt x="9351" y="5495"/>
                  </a:lnTo>
                  <a:lnTo>
                    <a:pt x="9306" y="5507"/>
                  </a:lnTo>
                  <a:lnTo>
                    <a:pt x="9272" y="5518"/>
                  </a:lnTo>
                  <a:lnTo>
                    <a:pt x="9226" y="5541"/>
                  </a:lnTo>
                  <a:lnTo>
                    <a:pt x="9204" y="5575"/>
                  </a:lnTo>
                  <a:lnTo>
                    <a:pt x="7201" y="4426"/>
                  </a:lnTo>
                  <a:lnTo>
                    <a:pt x="7224" y="4380"/>
                  </a:lnTo>
                  <a:lnTo>
                    <a:pt x="7224" y="4335"/>
                  </a:lnTo>
                  <a:lnTo>
                    <a:pt x="7224" y="4289"/>
                  </a:lnTo>
                  <a:lnTo>
                    <a:pt x="7201" y="4244"/>
                  </a:lnTo>
                  <a:lnTo>
                    <a:pt x="7190" y="4210"/>
                  </a:lnTo>
                  <a:lnTo>
                    <a:pt x="7156" y="4176"/>
                  </a:lnTo>
                  <a:lnTo>
                    <a:pt x="7133" y="4153"/>
                  </a:lnTo>
                  <a:lnTo>
                    <a:pt x="7088" y="4130"/>
                  </a:lnTo>
                  <a:lnTo>
                    <a:pt x="7054" y="4107"/>
                  </a:lnTo>
                  <a:lnTo>
                    <a:pt x="7008" y="4096"/>
                  </a:lnTo>
                  <a:lnTo>
                    <a:pt x="7008" y="1764"/>
                  </a:lnTo>
                  <a:lnTo>
                    <a:pt x="7076" y="1753"/>
                  </a:lnTo>
                  <a:lnTo>
                    <a:pt x="7122" y="1707"/>
                  </a:lnTo>
                  <a:lnTo>
                    <a:pt x="7167" y="1650"/>
                  </a:lnTo>
                  <a:lnTo>
                    <a:pt x="7179" y="1582"/>
                  </a:lnTo>
                  <a:lnTo>
                    <a:pt x="7167" y="1537"/>
                  </a:lnTo>
                  <a:lnTo>
                    <a:pt x="7156" y="1502"/>
                  </a:lnTo>
                  <a:lnTo>
                    <a:pt x="7145" y="1468"/>
                  </a:lnTo>
                  <a:lnTo>
                    <a:pt x="7122" y="1446"/>
                  </a:lnTo>
                  <a:lnTo>
                    <a:pt x="7088" y="1423"/>
                  </a:lnTo>
                  <a:lnTo>
                    <a:pt x="7054" y="1400"/>
                  </a:lnTo>
                  <a:lnTo>
                    <a:pt x="7019" y="1389"/>
                  </a:lnTo>
                  <a:lnTo>
                    <a:pt x="6985" y="1389"/>
                  </a:lnTo>
                  <a:lnTo>
                    <a:pt x="6940" y="1400"/>
                  </a:lnTo>
                  <a:lnTo>
                    <a:pt x="6894" y="1411"/>
                  </a:lnTo>
                  <a:lnTo>
                    <a:pt x="6860" y="1434"/>
                  </a:lnTo>
                  <a:lnTo>
                    <a:pt x="6826" y="1468"/>
                  </a:lnTo>
                  <a:lnTo>
                    <a:pt x="4835" y="319"/>
                  </a:lnTo>
                  <a:lnTo>
                    <a:pt x="4847" y="274"/>
                  </a:lnTo>
                  <a:lnTo>
                    <a:pt x="4847" y="228"/>
                  </a:lnTo>
                  <a:lnTo>
                    <a:pt x="4847" y="183"/>
                  </a:lnTo>
                  <a:lnTo>
                    <a:pt x="4835" y="137"/>
                  </a:lnTo>
                  <a:lnTo>
                    <a:pt x="4813" y="103"/>
                  </a:lnTo>
                  <a:lnTo>
                    <a:pt x="4779" y="69"/>
                  </a:lnTo>
                  <a:lnTo>
                    <a:pt x="4744" y="35"/>
                  </a:lnTo>
                  <a:lnTo>
                    <a:pt x="4710" y="12"/>
                  </a:lnTo>
                  <a:lnTo>
                    <a:pt x="4665" y="1"/>
                  </a:lnTo>
                  <a:lnTo>
                    <a:pt x="4562" y="1"/>
                  </a:lnTo>
                  <a:lnTo>
                    <a:pt x="4517" y="12"/>
                  </a:lnTo>
                  <a:lnTo>
                    <a:pt x="4483" y="35"/>
                  </a:lnTo>
                  <a:lnTo>
                    <a:pt x="4449" y="69"/>
                  </a:lnTo>
                  <a:lnTo>
                    <a:pt x="4415" y="103"/>
                  </a:lnTo>
                  <a:lnTo>
                    <a:pt x="4392" y="137"/>
                  </a:lnTo>
                  <a:lnTo>
                    <a:pt x="4380" y="183"/>
                  </a:lnTo>
                  <a:lnTo>
                    <a:pt x="4380" y="228"/>
                  </a:lnTo>
                  <a:lnTo>
                    <a:pt x="4380" y="274"/>
                  </a:lnTo>
                  <a:lnTo>
                    <a:pt x="4392" y="319"/>
                  </a:lnTo>
                  <a:lnTo>
                    <a:pt x="2447" y="1434"/>
                  </a:lnTo>
                  <a:lnTo>
                    <a:pt x="2412" y="1389"/>
                  </a:lnTo>
                  <a:lnTo>
                    <a:pt x="2367" y="1355"/>
                  </a:lnTo>
                  <a:lnTo>
                    <a:pt x="2310" y="1332"/>
                  </a:lnTo>
                  <a:lnTo>
                    <a:pt x="2185" y="1332"/>
                  </a:lnTo>
                  <a:lnTo>
                    <a:pt x="2128" y="1355"/>
                  </a:lnTo>
                  <a:lnTo>
                    <a:pt x="2071" y="1389"/>
                  </a:lnTo>
                  <a:lnTo>
                    <a:pt x="2037" y="1434"/>
                  </a:lnTo>
                  <a:lnTo>
                    <a:pt x="115" y="331"/>
                  </a:lnTo>
                  <a:lnTo>
                    <a:pt x="137" y="285"/>
                  </a:lnTo>
                  <a:lnTo>
                    <a:pt x="137" y="228"/>
                  </a:lnTo>
                  <a:lnTo>
                    <a:pt x="126" y="160"/>
                  </a:lnTo>
                  <a:lnTo>
                    <a:pt x="103" y="92"/>
                  </a:lnTo>
                  <a:lnTo>
                    <a:pt x="58" y="46"/>
                  </a:lnTo>
                  <a:lnTo>
                    <a:pt x="1"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5917401" y="2488331"/>
              <a:ext cx="543002" cy="612081"/>
            </a:xfrm>
            <a:custGeom>
              <a:avLst/>
              <a:gdLst/>
              <a:ahLst/>
              <a:cxnLst/>
              <a:rect l="l" t="t" r="r" b="b"/>
              <a:pathLst>
                <a:path w="5188" h="5848" extrusionOk="0">
                  <a:moveTo>
                    <a:pt x="2765" y="296"/>
                  </a:moveTo>
                  <a:lnTo>
                    <a:pt x="4767" y="1457"/>
                  </a:lnTo>
                  <a:lnTo>
                    <a:pt x="4756" y="1502"/>
                  </a:lnTo>
                  <a:lnTo>
                    <a:pt x="4756" y="1548"/>
                  </a:lnTo>
                  <a:lnTo>
                    <a:pt x="4756" y="1582"/>
                  </a:lnTo>
                  <a:lnTo>
                    <a:pt x="4767" y="1627"/>
                  </a:lnTo>
                  <a:lnTo>
                    <a:pt x="4778" y="1661"/>
                  </a:lnTo>
                  <a:lnTo>
                    <a:pt x="4812" y="1695"/>
                  </a:lnTo>
                  <a:lnTo>
                    <a:pt x="4835" y="1718"/>
                  </a:lnTo>
                  <a:lnTo>
                    <a:pt x="4869" y="1741"/>
                  </a:lnTo>
                  <a:lnTo>
                    <a:pt x="4903" y="1752"/>
                  </a:lnTo>
                  <a:lnTo>
                    <a:pt x="4949" y="1764"/>
                  </a:lnTo>
                  <a:lnTo>
                    <a:pt x="4949" y="4096"/>
                  </a:lnTo>
                  <a:lnTo>
                    <a:pt x="4915" y="4107"/>
                  </a:lnTo>
                  <a:lnTo>
                    <a:pt x="4869" y="4118"/>
                  </a:lnTo>
                  <a:lnTo>
                    <a:pt x="4812" y="4164"/>
                  </a:lnTo>
                  <a:lnTo>
                    <a:pt x="4790" y="4187"/>
                  </a:lnTo>
                  <a:lnTo>
                    <a:pt x="4778" y="4221"/>
                  </a:lnTo>
                  <a:lnTo>
                    <a:pt x="4767" y="4266"/>
                  </a:lnTo>
                  <a:lnTo>
                    <a:pt x="4756" y="4300"/>
                  </a:lnTo>
                  <a:lnTo>
                    <a:pt x="4767" y="4335"/>
                  </a:lnTo>
                  <a:lnTo>
                    <a:pt x="4778" y="4380"/>
                  </a:lnTo>
                  <a:lnTo>
                    <a:pt x="2765" y="5529"/>
                  </a:lnTo>
                  <a:lnTo>
                    <a:pt x="2731" y="5495"/>
                  </a:lnTo>
                  <a:lnTo>
                    <a:pt x="2697" y="5472"/>
                  </a:lnTo>
                  <a:lnTo>
                    <a:pt x="2651" y="5449"/>
                  </a:lnTo>
                  <a:lnTo>
                    <a:pt x="2549" y="5449"/>
                  </a:lnTo>
                  <a:lnTo>
                    <a:pt x="2503" y="5472"/>
                  </a:lnTo>
                  <a:lnTo>
                    <a:pt x="2469" y="5495"/>
                  </a:lnTo>
                  <a:lnTo>
                    <a:pt x="2435" y="5529"/>
                  </a:lnTo>
                  <a:lnTo>
                    <a:pt x="433" y="4380"/>
                  </a:lnTo>
                  <a:lnTo>
                    <a:pt x="433" y="4335"/>
                  </a:lnTo>
                  <a:lnTo>
                    <a:pt x="444" y="4300"/>
                  </a:lnTo>
                  <a:lnTo>
                    <a:pt x="433" y="4266"/>
                  </a:lnTo>
                  <a:lnTo>
                    <a:pt x="421" y="4221"/>
                  </a:lnTo>
                  <a:lnTo>
                    <a:pt x="410" y="4187"/>
                  </a:lnTo>
                  <a:lnTo>
                    <a:pt x="387" y="4153"/>
                  </a:lnTo>
                  <a:lnTo>
                    <a:pt x="330" y="4107"/>
                  </a:lnTo>
                  <a:lnTo>
                    <a:pt x="296" y="4096"/>
                  </a:lnTo>
                  <a:lnTo>
                    <a:pt x="251" y="4084"/>
                  </a:lnTo>
                  <a:lnTo>
                    <a:pt x="251" y="1718"/>
                  </a:lnTo>
                  <a:lnTo>
                    <a:pt x="308" y="1695"/>
                  </a:lnTo>
                  <a:lnTo>
                    <a:pt x="353" y="1661"/>
                  </a:lnTo>
                  <a:lnTo>
                    <a:pt x="387" y="1604"/>
                  </a:lnTo>
                  <a:lnTo>
                    <a:pt x="399" y="1548"/>
                  </a:lnTo>
                  <a:lnTo>
                    <a:pt x="387" y="1491"/>
                  </a:lnTo>
                  <a:lnTo>
                    <a:pt x="2435" y="308"/>
                  </a:lnTo>
                  <a:lnTo>
                    <a:pt x="2469" y="342"/>
                  </a:lnTo>
                  <a:lnTo>
                    <a:pt x="2503" y="365"/>
                  </a:lnTo>
                  <a:lnTo>
                    <a:pt x="2549" y="387"/>
                  </a:lnTo>
                  <a:lnTo>
                    <a:pt x="2651" y="387"/>
                  </a:lnTo>
                  <a:lnTo>
                    <a:pt x="2697" y="365"/>
                  </a:lnTo>
                  <a:lnTo>
                    <a:pt x="2731" y="342"/>
                  </a:lnTo>
                  <a:lnTo>
                    <a:pt x="2765" y="296"/>
                  </a:lnTo>
                  <a:close/>
                  <a:moveTo>
                    <a:pt x="2560" y="1"/>
                  </a:moveTo>
                  <a:lnTo>
                    <a:pt x="2526" y="12"/>
                  </a:lnTo>
                  <a:lnTo>
                    <a:pt x="2492" y="35"/>
                  </a:lnTo>
                  <a:lnTo>
                    <a:pt x="2458" y="57"/>
                  </a:lnTo>
                  <a:lnTo>
                    <a:pt x="2435" y="92"/>
                  </a:lnTo>
                  <a:lnTo>
                    <a:pt x="2424" y="126"/>
                  </a:lnTo>
                  <a:lnTo>
                    <a:pt x="2412" y="160"/>
                  </a:lnTo>
                  <a:lnTo>
                    <a:pt x="2401" y="194"/>
                  </a:lnTo>
                  <a:lnTo>
                    <a:pt x="2412" y="262"/>
                  </a:lnTo>
                  <a:lnTo>
                    <a:pt x="365" y="1445"/>
                  </a:lnTo>
                  <a:lnTo>
                    <a:pt x="342" y="1411"/>
                  </a:lnTo>
                  <a:lnTo>
                    <a:pt x="308" y="1388"/>
                  </a:lnTo>
                  <a:lnTo>
                    <a:pt x="262" y="1377"/>
                  </a:lnTo>
                  <a:lnTo>
                    <a:pt x="217" y="1366"/>
                  </a:lnTo>
                  <a:lnTo>
                    <a:pt x="183" y="1377"/>
                  </a:lnTo>
                  <a:lnTo>
                    <a:pt x="148" y="1377"/>
                  </a:lnTo>
                  <a:lnTo>
                    <a:pt x="92" y="1422"/>
                  </a:lnTo>
                  <a:lnTo>
                    <a:pt x="57" y="1479"/>
                  </a:lnTo>
                  <a:lnTo>
                    <a:pt x="46" y="1513"/>
                  </a:lnTo>
                  <a:lnTo>
                    <a:pt x="46" y="1548"/>
                  </a:lnTo>
                  <a:lnTo>
                    <a:pt x="57" y="1616"/>
                  </a:lnTo>
                  <a:lnTo>
                    <a:pt x="92" y="1661"/>
                  </a:lnTo>
                  <a:lnTo>
                    <a:pt x="148" y="1707"/>
                  </a:lnTo>
                  <a:lnTo>
                    <a:pt x="205" y="1718"/>
                  </a:lnTo>
                  <a:lnTo>
                    <a:pt x="205" y="4084"/>
                  </a:lnTo>
                  <a:lnTo>
                    <a:pt x="160" y="4096"/>
                  </a:lnTo>
                  <a:lnTo>
                    <a:pt x="126" y="4107"/>
                  </a:lnTo>
                  <a:lnTo>
                    <a:pt x="92" y="4130"/>
                  </a:lnTo>
                  <a:lnTo>
                    <a:pt x="57" y="4153"/>
                  </a:lnTo>
                  <a:lnTo>
                    <a:pt x="35" y="4187"/>
                  </a:lnTo>
                  <a:lnTo>
                    <a:pt x="12" y="4221"/>
                  </a:lnTo>
                  <a:lnTo>
                    <a:pt x="1" y="4255"/>
                  </a:lnTo>
                  <a:lnTo>
                    <a:pt x="1" y="4300"/>
                  </a:lnTo>
                  <a:lnTo>
                    <a:pt x="1" y="4346"/>
                  </a:lnTo>
                  <a:lnTo>
                    <a:pt x="23" y="4391"/>
                  </a:lnTo>
                  <a:lnTo>
                    <a:pt x="35" y="4426"/>
                  </a:lnTo>
                  <a:lnTo>
                    <a:pt x="69" y="4460"/>
                  </a:lnTo>
                  <a:lnTo>
                    <a:pt x="103" y="4482"/>
                  </a:lnTo>
                  <a:lnTo>
                    <a:pt x="137" y="4505"/>
                  </a:lnTo>
                  <a:lnTo>
                    <a:pt x="171" y="4517"/>
                  </a:lnTo>
                  <a:lnTo>
                    <a:pt x="217" y="4528"/>
                  </a:lnTo>
                  <a:lnTo>
                    <a:pt x="274" y="4517"/>
                  </a:lnTo>
                  <a:lnTo>
                    <a:pt x="330" y="4494"/>
                  </a:lnTo>
                  <a:lnTo>
                    <a:pt x="376" y="4460"/>
                  </a:lnTo>
                  <a:lnTo>
                    <a:pt x="410" y="4414"/>
                  </a:lnTo>
                  <a:lnTo>
                    <a:pt x="2412" y="5574"/>
                  </a:lnTo>
                  <a:lnTo>
                    <a:pt x="2401" y="5609"/>
                  </a:lnTo>
                  <a:lnTo>
                    <a:pt x="2401" y="5654"/>
                  </a:lnTo>
                  <a:lnTo>
                    <a:pt x="2401" y="5688"/>
                  </a:lnTo>
                  <a:lnTo>
                    <a:pt x="2412" y="5734"/>
                  </a:lnTo>
                  <a:lnTo>
                    <a:pt x="2435" y="5768"/>
                  </a:lnTo>
                  <a:lnTo>
                    <a:pt x="2458" y="5791"/>
                  </a:lnTo>
                  <a:lnTo>
                    <a:pt x="2480" y="5813"/>
                  </a:lnTo>
                  <a:lnTo>
                    <a:pt x="2526" y="5836"/>
                  </a:lnTo>
                  <a:lnTo>
                    <a:pt x="2560" y="5847"/>
                  </a:lnTo>
                  <a:lnTo>
                    <a:pt x="2640" y="5847"/>
                  </a:lnTo>
                  <a:lnTo>
                    <a:pt x="2674" y="5836"/>
                  </a:lnTo>
                  <a:lnTo>
                    <a:pt x="2708" y="5813"/>
                  </a:lnTo>
                  <a:lnTo>
                    <a:pt x="2742" y="5791"/>
                  </a:lnTo>
                  <a:lnTo>
                    <a:pt x="2765" y="5768"/>
                  </a:lnTo>
                  <a:lnTo>
                    <a:pt x="2788" y="5734"/>
                  </a:lnTo>
                  <a:lnTo>
                    <a:pt x="2799" y="5688"/>
                  </a:lnTo>
                  <a:lnTo>
                    <a:pt x="2799" y="5654"/>
                  </a:lnTo>
                  <a:lnTo>
                    <a:pt x="2799" y="5609"/>
                  </a:lnTo>
                  <a:lnTo>
                    <a:pt x="2788" y="5574"/>
                  </a:lnTo>
                  <a:lnTo>
                    <a:pt x="4790" y="4414"/>
                  </a:lnTo>
                  <a:lnTo>
                    <a:pt x="4824" y="4460"/>
                  </a:lnTo>
                  <a:lnTo>
                    <a:pt x="4869" y="4482"/>
                  </a:lnTo>
                  <a:lnTo>
                    <a:pt x="4915" y="4505"/>
                  </a:lnTo>
                  <a:lnTo>
                    <a:pt x="4972" y="4517"/>
                  </a:lnTo>
                  <a:lnTo>
                    <a:pt x="5017" y="4505"/>
                  </a:lnTo>
                  <a:lnTo>
                    <a:pt x="5051" y="4494"/>
                  </a:lnTo>
                  <a:lnTo>
                    <a:pt x="5085" y="4471"/>
                  </a:lnTo>
                  <a:lnTo>
                    <a:pt x="5120" y="4448"/>
                  </a:lnTo>
                  <a:lnTo>
                    <a:pt x="5142" y="4414"/>
                  </a:lnTo>
                  <a:lnTo>
                    <a:pt x="5165" y="4380"/>
                  </a:lnTo>
                  <a:lnTo>
                    <a:pt x="5176" y="4346"/>
                  </a:lnTo>
                  <a:lnTo>
                    <a:pt x="5176" y="4300"/>
                  </a:lnTo>
                  <a:lnTo>
                    <a:pt x="5176" y="4266"/>
                  </a:lnTo>
                  <a:lnTo>
                    <a:pt x="5165" y="4221"/>
                  </a:lnTo>
                  <a:lnTo>
                    <a:pt x="5154" y="4187"/>
                  </a:lnTo>
                  <a:lnTo>
                    <a:pt x="5131" y="4164"/>
                  </a:lnTo>
                  <a:lnTo>
                    <a:pt x="5063" y="4118"/>
                  </a:lnTo>
                  <a:lnTo>
                    <a:pt x="5029" y="4107"/>
                  </a:lnTo>
                  <a:lnTo>
                    <a:pt x="4994" y="4096"/>
                  </a:lnTo>
                  <a:lnTo>
                    <a:pt x="4994" y="1764"/>
                  </a:lnTo>
                  <a:lnTo>
                    <a:pt x="5029" y="1752"/>
                  </a:lnTo>
                  <a:lnTo>
                    <a:pt x="5074" y="1741"/>
                  </a:lnTo>
                  <a:lnTo>
                    <a:pt x="5108" y="1718"/>
                  </a:lnTo>
                  <a:lnTo>
                    <a:pt x="5131" y="1695"/>
                  </a:lnTo>
                  <a:lnTo>
                    <a:pt x="5154" y="1661"/>
                  </a:lnTo>
                  <a:lnTo>
                    <a:pt x="5176" y="1627"/>
                  </a:lnTo>
                  <a:lnTo>
                    <a:pt x="5188" y="1582"/>
                  </a:lnTo>
                  <a:lnTo>
                    <a:pt x="5188" y="1548"/>
                  </a:lnTo>
                  <a:lnTo>
                    <a:pt x="5188" y="1502"/>
                  </a:lnTo>
                  <a:lnTo>
                    <a:pt x="5176" y="1457"/>
                  </a:lnTo>
                  <a:lnTo>
                    <a:pt x="5154" y="1422"/>
                  </a:lnTo>
                  <a:lnTo>
                    <a:pt x="5120" y="1388"/>
                  </a:lnTo>
                  <a:lnTo>
                    <a:pt x="5097" y="1366"/>
                  </a:lnTo>
                  <a:lnTo>
                    <a:pt x="5051" y="1343"/>
                  </a:lnTo>
                  <a:lnTo>
                    <a:pt x="5017" y="1331"/>
                  </a:lnTo>
                  <a:lnTo>
                    <a:pt x="4972" y="1320"/>
                  </a:lnTo>
                  <a:lnTo>
                    <a:pt x="4915" y="1331"/>
                  </a:lnTo>
                  <a:lnTo>
                    <a:pt x="4869" y="1354"/>
                  </a:lnTo>
                  <a:lnTo>
                    <a:pt x="4824" y="1377"/>
                  </a:lnTo>
                  <a:lnTo>
                    <a:pt x="4790" y="1422"/>
                  </a:lnTo>
                  <a:lnTo>
                    <a:pt x="2788" y="262"/>
                  </a:lnTo>
                  <a:lnTo>
                    <a:pt x="2799" y="194"/>
                  </a:lnTo>
                  <a:lnTo>
                    <a:pt x="2788" y="160"/>
                  </a:lnTo>
                  <a:lnTo>
                    <a:pt x="2776" y="126"/>
                  </a:lnTo>
                  <a:lnTo>
                    <a:pt x="2765" y="92"/>
                  </a:lnTo>
                  <a:lnTo>
                    <a:pt x="2742" y="57"/>
                  </a:lnTo>
                  <a:lnTo>
                    <a:pt x="2708" y="35"/>
                  </a:lnTo>
                  <a:lnTo>
                    <a:pt x="2674" y="12"/>
                  </a:lnTo>
                  <a:lnTo>
                    <a:pt x="2640"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3"/>
          <p:cNvSpPr/>
          <p:nvPr/>
        </p:nvSpPr>
        <p:spPr>
          <a:xfrm>
            <a:off x="9061884" y="5072013"/>
            <a:ext cx="82162" cy="71486"/>
          </a:xfrm>
          <a:custGeom>
            <a:avLst/>
            <a:gdLst/>
            <a:ahLst/>
            <a:cxnLst/>
            <a:rect l="l" t="t" r="r" b="b"/>
            <a:pathLst>
              <a:path w="785" h="683" extrusionOk="0">
                <a:moveTo>
                  <a:pt x="785" y="0"/>
                </a:moveTo>
                <a:lnTo>
                  <a:pt x="751" y="68"/>
                </a:lnTo>
                <a:lnTo>
                  <a:pt x="739" y="137"/>
                </a:lnTo>
                <a:lnTo>
                  <a:pt x="751" y="193"/>
                </a:lnTo>
                <a:lnTo>
                  <a:pt x="762" y="239"/>
                </a:lnTo>
                <a:lnTo>
                  <a:pt x="0" y="683"/>
                </a:lnTo>
                <a:lnTo>
                  <a:pt x="91" y="683"/>
                </a:lnTo>
                <a:lnTo>
                  <a:pt x="785" y="284"/>
                </a:lnTo>
                <a:lnTo>
                  <a:pt x="785"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0" y="0"/>
            <a:ext cx="116806" cy="92943"/>
          </a:xfrm>
          <a:custGeom>
            <a:avLst/>
            <a:gdLst/>
            <a:ahLst/>
            <a:cxnLst/>
            <a:rect l="l" t="t" r="r" b="b"/>
            <a:pathLst>
              <a:path w="1116" h="888" extrusionOk="0">
                <a:moveTo>
                  <a:pt x="1025" y="0"/>
                </a:moveTo>
                <a:lnTo>
                  <a:pt x="69" y="546"/>
                </a:lnTo>
                <a:lnTo>
                  <a:pt x="35" y="523"/>
                </a:lnTo>
                <a:lnTo>
                  <a:pt x="1" y="489"/>
                </a:lnTo>
                <a:lnTo>
                  <a:pt x="1" y="887"/>
                </a:lnTo>
                <a:lnTo>
                  <a:pt x="46" y="853"/>
                </a:lnTo>
                <a:lnTo>
                  <a:pt x="80" y="808"/>
                </a:lnTo>
                <a:lnTo>
                  <a:pt x="103" y="751"/>
                </a:lnTo>
                <a:lnTo>
                  <a:pt x="115" y="683"/>
                </a:lnTo>
                <a:lnTo>
                  <a:pt x="103" y="637"/>
                </a:lnTo>
                <a:lnTo>
                  <a:pt x="92" y="592"/>
                </a:lnTo>
                <a:lnTo>
                  <a:pt x="111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8147416" y="0"/>
            <a:ext cx="996620" cy="953707"/>
          </a:xfrm>
          <a:custGeom>
            <a:avLst/>
            <a:gdLst/>
            <a:ahLst/>
            <a:cxnLst/>
            <a:rect l="l" t="t" r="r" b="b"/>
            <a:pathLst>
              <a:path w="9522" h="9112" extrusionOk="0">
                <a:moveTo>
                  <a:pt x="2833" y="3572"/>
                </a:moveTo>
                <a:lnTo>
                  <a:pt x="4801" y="4709"/>
                </a:lnTo>
                <a:lnTo>
                  <a:pt x="4778" y="4744"/>
                </a:lnTo>
                <a:lnTo>
                  <a:pt x="4778" y="4789"/>
                </a:lnTo>
                <a:lnTo>
                  <a:pt x="4778" y="4835"/>
                </a:lnTo>
                <a:lnTo>
                  <a:pt x="4790" y="4869"/>
                </a:lnTo>
                <a:lnTo>
                  <a:pt x="4813" y="4903"/>
                </a:lnTo>
                <a:lnTo>
                  <a:pt x="4835" y="4937"/>
                </a:lnTo>
                <a:lnTo>
                  <a:pt x="4869" y="4960"/>
                </a:lnTo>
                <a:lnTo>
                  <a:pt x="4904" y="4982"/>
                </a:lnTo>
                <a:lnTo>
                  <a:pt x="4938" y="4994"/>
                </a:lnTo>
                <a:lnTo>
                  <a:pt x="4972" y="5005"/>
                </a:lnTo>
                <a:lnTo>
                  <a:pt x="4972" y="7371"/>
                </a:lnTo>
                <a:lnTo>
                  <a:pt x="4915" y="7394"/>
                </a:lnTo>
                <a:lnTo>
                  <a:pt x="4869" y="7428"/>
                </a:lnTo>
                <a:lnTo>
                  <a:pt x="4835" y="7485"/>
                </a:lnTo>
                <a:lnTo>
                  <a:pt x="4824" y="7553"/>
                </a:lnTo>
                <a:lnTo>
                  <a:pt x="4824" y="7599"/>
                </a:lnTo>
                <a:lnTo>
                  <a:pt x="2799" y="8782"/>
                </a:lnTo>
                <a:lnTo>
                  <a:pt x="2765" y="8736"/>
                </a:lnTo>
                <a:lnTo>
                  <a:pt x="2719" y="8714"/>
                </a:lnTo>
                <a:lnTo>
                  <a:pt x="2674" y="8691"/>
                </a:lnTo>
                <a:lnTo>
                  <a:pt x="2572" y="8691"/>
                </a:lnTo>
                <a:lnTo>
                  <a:pt x="2526" y="8714"/>
                </a:lnTo>
                <a:lnTo>
                  <a:pt x="2492" y="8736"/>
                </a:lnTo>
                <a:lnTo>
                  <a:pt x="2458" y="8770"/>
                </a:lnTo>
                <a:lnTo>
                  <a:pt x="433" y="7610"/>
                </a:lnTo>
                <a:lnTo>
                  <a:pt x="444" y="7553"/>
                </a:lnTo>
                <a:lnTo>
                  <a:pt x="433" y="7485"/>
                </a:lnTo>
                <a:lnTo>
                  <a:pt x="399" y="7428"/>
                </a:lnTo>
                <a:lnTo>
                  <a:pt x="342" y="7383"/>
                </a:lnTo>
                <a:lnTo>
                  <a:pt x="285" y="7360"/>
                </a:lnTo>
                <a:lnTo>
                  <a:pt x="285" y="5039"/>
                </a:lnTo>
                <a:lnTo>
                  <a:pt x="331" y="5028"/>
                </a:lnTo>
                <a:lnTo>
                  <a:pt x="365" y="5017"/>
                </a:lnTo>
                <a:lnTo>
                  <a:pt x="410" y="4994"/>
                </a:lnTo>
                <a:lnTo>
                  <a:pt x="444" y="4960"/>
                </a:lnTo>
                <a:lnTo>
                  <a:pt x="467" y="4926"/>
                </a:lnTo>
                <a:lnTo>
                  <a:pt x="490" y="4880"/>
                </a:lnTo>
                <a:lnTo>
                  <a:pt x="501" y="4835"/>
                </a:lnTo>
                <a:lnTo>
                  <a:pt x="501" y="4789"/>
                </a:lnTo>
                <a:lnTo>
                  <a:pt x="501" y="4744"/>
                </a:lnTo>
                <a:lnTo>
                  <a:pt x="478" y="4687"/>
                </a:lnTo>
                <a:lnTo>
                  <a:pt x="2424" y="3572"/>
                </a:lnTo>
                <a:lnTo>
                  <a:pt x="2458" y="3617"/>
                </a:lnTo>
                <a:lnTo>
                  <a:pt x="2503" y="3651"/>
                </a:lnTo>
                <a:lnTo>
                  <a:pt x="2560" y="3674"/>
                </a:lnTo>
                <a:lnTo>
                  <a:pt x="2628" y="3686"/>
                </a:lnTo>
                <a:lnTo>
                  <a:pt x="2685" y="3674"/>
                </a:lnTo>
                <a:lnTo>
                  <a:pt x="2742" y="3651"/>
                </a:lnTo>
                <a:lnTo>
                  <a:pt x="2788" y="3617"/>
                </a:lnTo>
                <a:lnTo>
                  <a:pt x="2833" y="3572"/>
                </a:lnTo>
                <a:close/>
                <a:moveTo>
                  <a:pt x="3777" y="0"/>
                </a:moveTo>
                <a:lnTo>
                  <a:pt x="2810" y="557"/>
                </a:lnTo>
                <a:lnTo>
                  <a:pt x="2776" y="523"/>
                </a:lnTo>
                <a:lnTo>
                  <a:pt x="2731" y="489"/>
                </a:lnTo>
                <a:lnTo>
                  <a:pt x="2674" y="466"/>
                </a:lnTo>
                <a:lnTo>
                  <a:pt x="2583" y="466"/>
                </a:lnTo>
                <a:lnTo>
                  <a:pt x="2537" y="478"/>
                </a:lnTo>
                <a:lnTo>
                  <a:pt x="2503" y="501"/>
                </a:lnTo>
                <a:lnTo>
                  <a:pt x="2469" y="535"/>
                </a:lnTo>
                <a:lnTo>
                  <a:pt x="2435" y="557"/>
                </a:lnTo>
                <a:lnTo>
                  <a:pt x="2412" y="603"/>
                </a:lnTo>
                <a:lnTo>
                  <a:pt x="2401" y="648"/>
                </a:lnTo>
                <a:lnTo>
                  <a:pt x="2401" y="683"/>
                </a:lnTo>
                <a:lnTo>
                  <a:pt x="2401" y="728"/>
                </a:lnTo>
                <a:lnTo>
                  <a:pt x="2412" y="774"/>
                </a:lnTo>
                <a:lnTo>
                  <a:pt x="2435" y="808"/>
                </a:lnTo>
                <a:lnTo>
                  <a:pt x="2458" y="842"/>
                </a:lnTo>
                <a:lnTo>
                  <a:pt x="2492" y="865"/>
                </a:lnTo>
                <a:lnTo>
                  <a:pt x="2526" y="887"/>
                </a:lnTo>
                <a:lnTo>
                  <a:pt x="2560" y="899"/>
                </a:lnTo>
                <a:lnTo>
                  <a:pt x="2606" y="910"/>
                </a:lnTo>
                <a:lnTo>
                  <a:pt x="2606" y="3208"/>
                </a:lnTo>
                <a:lnTo>
                  <a:pt x="2560" y="3219"/>
                </a:lnTo>
                <a:lnTo>
                  <a:pt x="2515" y="3231"/>
                </a:lnTo>
                <a:lnTo>
                  <a:pt x="2481" y="3253"/>
                </a:lnTo>
                <a:lnTo>
                  <a:pt x="2446" y="3276"/>
                </a:lnTo>
                <a:lnTo>
                  <a:pt x="2424" y="3322"/>
                </a:lnTo>
                <a:lnTo>
                  <a:pt x="2401" y="3356"/>
                </a:lnTo>
                <a:lnTo>
                  <a:pt x="2390" y="3401"/>
                </a:lnTo>
                <a:lnTo>
                  <a:pt x="2378" y="3447"/>
                </a:lnTo>
                <a:lnTo>
                  <a:pt x="2390" y="3492"/>
                </a:lnTo>
                <a:lnTo>
                  <a:pt x="2401" y="3526"/>
                </a:lnTo>
                <a:lnTo>
                  <a:pt x="456" y="4653"/>
                </a:lnTo>
                <a:lnTo>
                  <a:pt x="422" y="4607"/>
                </a:lnTo>
                <a:lnTo>
                  <a:pt x="376" y="4573"/>
                </a:lnTo>
                <a:lnTo>
                  <a:pt x="319" y="4550"/>
                </a:lnTo>
                <a:lnTo>
                  <a:pt x="251" y="4539"/>
                </a:lnTo>
                <a:lnTo>
                  <a:pt x="205" y="4550"/>
                </a:lnTo>
                <a:lnTo>
                  <a:pt x="160" y="4562"/>
                </a:lnTo>
                <a:lnTo>
                  <a:pt x="114" y="4584"/>
                </a:lnTo>
                <a:lnTo>
                  <a:pt x="80" y="4618"/>
                </a:lnTo>
                <a:lnTo>
                  <a:pt x="46" y="4653"/>
                </a:lnTo>
                <a:lnTo>
                  <a:pt x="23" y="4698"/>
                </a:lnTo>
                <a:lnTo>
                  <a:pt x="12" y="4744"/>
                </a:lnTo>
                <a:lnTo>
                  <a:pt x="1" y="4789"/>
                </a:lnTo>
                <a:lnTo>
                  <a:pt x="12" y="4846"/>
                </a:lnTo>
                <a:lnTo>
                  <a:pt x="23" y="4891"/>
                </a:lnTo>
                <a:lnTo>
                  <a:pt x="46" y="4926"/>
                </a:lnTo>
                <a:lnTo>
                  <a:pt x="69" y="4960"/>
                </a:lnTo>
                <a:lnTo>
                  <a:pt x="103" y="4994"/>
                </a:lnTo>
                <a:lnTo>
                  <a:pt x="149" y="5017"/>
                </a:lnTo>
                <a:lnTo>
                  <a:pt x="183" y="5039"/>
                </a:lnTo>
                <a:lnTo>
                  <a:pt x="240" y="5039"/>
                </a:lnTo>
                <a:lnTo>
                  <a:pt x="240" y="7360"/>
                </a:lnTo>
                <a:lnTo>
                  <a:pt x="171" y="7383"/>
                </a:lnTo>
                <a:lnTo>
                  <a:pt x="114" y="7417"/>
                </a:lnTo>
                <a:lnTo>
                  <a:pt x="69" y="7474"/>
                </a:lnTo>
                <a:lnTo>
                  <a:pt x="69" y="7508"/>
                </a:lnTo>
                <a:lnTo>
                  <a:pt x="58" y="7553"/>
                </a:lnTo>
                <a:lnTo>
                  <a:pt x="69" y="7587"/>
                </a:lnTo>
                <a:lnTo>
                  <a:pt x="80" y="7622"/>
                </a:lnTo>
                <a:lnTo>
                  <a:pt x="92" y="7656"/>
                </a:lnTo>
                <a:lnTo>
                  <a:pt x="114" y="7690"/>
                </a:lnTo>
                <a:lnTo>
                  <a:pt x="149" y="7713"/>
                </a:lnTo>
                <a:lnTo>
                  <a:pt x="183" y="7724"/>
                </a:lnTo>
                <a:lnTo>
                  <a:pt x="217" y="7735"/>
                </a:lnTo>
                <a:lnTo>
                  <a:pt x="251" y="7747"/>
                </a:lnTo>
                <a:lnTo>
                  <a:pt x="308" y="7735"/>
                </a:lnTo>
                <a:lnTo>
                  <a:pt x="353" y="7713"/>
                </a:lnTo>
                <a:lnTo>
                  <a:pt x="387" y="7690"/>
                </a:lnTo>
                <a:lnTo>
                  <a:pt x="422" y="7656"/>
                </a:lnTo>
                <a:lnTo>
                  <a:pt x="2435" y="8816"/>
                </a:lnTo>
                <a:lnTo>
                  <a:pt x="2424" y="8850"/>
                </a:lnTo>
                <a:lnTo>
                  <a:pt x="2412" y="8896"/>
                </a:lnTo>
                <a:lnTo>
                  <a:pt x="2424" y="8941"/>
                </a:lnTo>
                <a:lnTo>
                  <a:pt x="2435" y="8975"/>
                </a:lnTo>
                <a:lnTo>
                  <a:pt x="2446" y="9021"/>
                </a:lnTo>
                <a:lnTo>
                  <a:pt x="2481" y="9043"/>
                </a:lnTo>
                <a:lnTo>
                  <a:pt x="2503" y="9078"/>
                </a:lnTo>
                <a:lnTo>
                  <a:pt x="2537" y="9089"/>
                </a:lnTo>
                <a:lnTo>
                  <a:pt x="2583" y="9100"/>
                </a:lnTo>
                <a:lnTo>
                  <a:pt x="2628" y="9112"/>
                </a:lnTo>
                <a:lnTo>
                  <a:pt x="2663" y="9100"/>
                </a:lnTo>
                <a:lnTo>
                  <a:pt x="2708" y="9089"/>
                </a:lnTo>
                <a:lnTo>
                  <a:pt x="2742" y="9078"/>
                </a:lnTo>
                <a:lnTo>
                  <a:pt x="2776" y="9043"/>
                </a:lnTo>
                <a:lnTo>
                  <a:pt x="2799" y="9021"/>
                </a:lnTo>
                <a:lnTo>
                  <a:pt x="2822" y="8975"/>
                </a:lnTo>
                <a:lnTo>
                  <a:pt x="2833" y="8941"/>
                </a:lnTo>
                <a:lnTo>
                  <a:pt x="2833" y="8896"/>
                </a:lnTo>
                <a:lnTo>
                  <a:pt x="2833" y="8861"/>
                </a:lnTo>
                <a:lnTo>
                  <a:pt x="2822" y="8816"/>
                </a:lnTo>
                <a:lnTo>
                  <a:pt x="4847" y="7644"/>
                </a:lnTo>
                <a:lnTo>
                  <a:pt x="4869" y="7678"/>
                </a:lnTo>
                <a:lnTo>
                  <a:pt x="4915" y="7701"/>
                </a:lnTo>
                <a:lnTo>
                  <a:pt x="4949" y="7724"/>
                </a:lnTo>
                <a:lnTo>
                  <a:pt x="5029" y="7724"/>
                </a:lnTo>
                <a:lnTo>
                  <a:pt x="5063" y="7713"/>
                </a:lnTo>
                <a:lnTo>
                  <a:pt x="5120" y="7678"/>
                </a:lnTo>
                <a:lnTo>
                  <a:pt x="5154" y="7622"/>
                </a:lnTo>
                <a:lnTo>
                  <a:pt x="5165" y="7587"/>
                </a:lnTo>
                <a:lnTo>
                  <a:pt x="5165" y="7553"/>
                </a:lnTo>
                <a:lnTo>
                  <a:pt x="5154" y="7485"/>
                </a:lnTo>
                <a:lnTo>
                  <a:pt x="5131" y="7439"/>
                </a:lnTo>
                <a:lnTo>
                  <a:pt x="5074" y="7394"/>
                </a:lnTo>
                <a:lnTo>
                  <a:pt x="5017" y="7383"/>
                </a:lnTo>
                <a:lnTo>
                  <a:pt x="5017" y="5005"/>
                </a:lnTo>
                <a:lnTo>
                  <a:pt x="5063" y="4994"/>
                </a:lnTo>
                <a:lnTo>
                  <a:pt x="5097" y="4982"/>
                </a:lnTo>
                <a:lnTo>
                  <a:pt x="5154" y="4937"/>
                </a:lnTo>
                <a:lnTo>
                  <a:pt x="5177" y="4903"/>
                </a:lnTo>
                <a:lnTo>
                  <a:pt x="5199" y="4869"/>
                </a:lnTo>
                <a:lnTo>
                  <a:pt x="5199" y="4835"/>
                </a:lnTo>
                <a:lnTo>
                  <a:pt x="5211" y="4789"/>
                </a:lnTo>
                <a:lnTo>
                  <a:pt x="5199" y="4755"/>
                </a:lnTo>
                <a:lnTo>
                  <a:pt x="5188" y="4709"/>
                </a:lnTo>
                <a:lnTo>
                  <a:pt x="7167" y="3572"/>
                </a:lnTo>
                <a:lnTo>
                  <a:pt x="7201" y="3617"/>
                </a:lnTo>
                <a:lnTo>
                  <a:pt x="7247" y="3651"/>
                </a:lnTo>
                <a:lnTo>
                  <a:pt x="7304" y="3674"/>
                </a:lnTo>
                <a:lnTo>
                  <a:pt x="7361" y="3686"/>
                </a:lnTo>
                <a:lnTo>
                  <a:pt x="7429" y="3674"/>
                </a:lnTo>
                <a:lnTo>
                  <a:pt x="7486" y="3651"/>
                </a:lnTo>
                <a:lnTo>
                  <a:pt x="7531" y="3617"/>
                </a:lnTo>
                <a:lnTo>
                  <a:pt x="7565" y="3572"/>
                </a:lnTo>
                <a:lnTo>
                  <a:pt x="9522" y="4698"/>
                </a:lnTo>
                <a:lnTo>
                  <a:pt x="9522" y="4641"/>
                </a:lnTo>
                <a:lnTo>
                  <a:pt x="7588" y="3526"/>
                </a:lnTo>
                <a:lnTo>
                  <a:pt x="7599" y="3481"/>
                </a:lnTo>
                <a:lnTo>
                  <a:pt x="7599" y="3447"/>
                </a:lnTo>
                <a:lnTo>
                  <a:pt x="7599" y="3401"/>
                </a:lnTo>
                <a:lnTo>
                  <a:pt x="7588" y="3356"/>
                </a:lnTo>
                <a:lnTo>
                  <a:pt x="7565" y="3322"/>
                </a:lnTo>
                <a:lnTo>
                  <a:pt x="7543" y="3287"/>
                </a:lnTo>
                <a:lnTo>
                  <a:pt x="7508" y="3265"/>
                </a:lnTo>
                <a:lnTo>
                  <a:pt x="7474" y="3242"/>
                </a:lnTo>
                <a:lnTo>
                  <a:pt x="7440" y="3219"/>
                </a:lnTo>
                <a:lnTo>
                  <a:pt x="7395" y="3208"/>
                </a:lnTo>
                <a:lnTo>
                  <a:pt x="7395" y="921"/>
                </a:lnTo>
                <a:lnTo>
                  <a:pt x="7440" y="910"/>
                </a:lnTo>
                <a:lnTo>
                  <a:pt x="7474" y="899"/>
                </a:lnTo>
                <a:lnTo>
                  <a:pt x="7508" y="876"/>
                </a:lnTo>
                <a:lnTo>
                  <a:pt x="7543" y="842"/>
                </a:lnTo>
                <a:lnTo>
                  <a:pt x="7565" y="808"/>
                </a:lnTo>
                <a:lnTo>
                  <a:pt x="7588" y="774"/>
                </a:lnTo>
                <a:lnTo>
                  <a:pt x="7599" y="728"/>
                </a:lnTo>
                <a:lnTo>
                  <a:pt x="7599" y="683"/>
                </a:lnTo>
                <a:lnTo>
                  <a:pt x="7599" y="637"/>
                </a:lnTo>
                <a:lnTo>
                  <a:pt x="7577" y="592"/>
                </a:lnTo>
                <a:lnTo>
                  <a:pt x="8612" y="0"/>
                </a:lnTo>
                <a:lnTo>
                  <a:pt x="8521" y="0"/>
                </a:lnTo>
                <a:lnTo>
                  <a:pt x="7554" y="557"/>
                </a:lnTo>
                <a:lnTo>
                  <a:pt x="7520" y="512"/>
                </a:lnTo>
                <a:lnTo>
                  <a:pt x="7474" y="478"/>
                </a:lnTo>
                <a:lnTo>
                  <a:pt x="7417" y="455"/>
                </a:lnTo>
                <a:lnTo>
                  <a:pt x="7304" y="455"/>
                </a:lnTo>
                <a:lnTo>
                  <a:pt x="7258" y="478"/>
                </a:lnTo>
                <a:lnTo>
                  <a:pt x="7213" y="512"/>
                </a:lnTo>
                <a:lnTo>
                  <a:pt x="7179" y="546"/>
                </a:lnTo>
                <a:lnTo>
                  <a:pt x="6223" y="0"/>
                </a:lnTo>
                <a:lnTo>
                  <a:pt x="6132" y="0"/>
                </a:lnTo>
                <a:lnTo>
                  <a:pt x="7144" y="592"/>
                </a:lnTo>
                <a:lnTo>
                  <a:pt x="7133" y="637"/>
                </a:lnTo>
                <a:lnTo>
                  <a:pt x="7122" y="683"/>
                </a:lnTo>
                <a:lnTo>
                  <a:pt x="7133" y="739"/>
                </a:lnTo>
                <a:lnTo>
                  <a:pt x="7144" y="774"/>
                </a:lnTo>
                <a:lnTo>
                  <a:pt x="7167" y="819"/>
                </a:lnTo>
                <a:lnTo>
                  <a:pt x="7190" y="853"/>
                </a:lnTo>
                <a:lnTo>
                  <a:pt x="7224" y="876"/>
                </a:lnTo>
                <a:lnTo>
                  <a:pt x="7258" y="899"/>
                </a:lnTo>
                <a:lnTo>
                  <a:pt x="7304" y="921"/>
                </a:lnTo>
                <a:lnTo>
                  <a:pt x="7349" y="921"/>
                </a:lnTo>
                <a:lnTo>
                  <a:pt x="7349" y="3208"/>
                </a:lnTo>
                <a:lnTo>
                  <a:pt x="7304" y="3219"/>
                </a:lnTo>
                <a:lnTo>
                  <a:pt x="7258" y="3231"/>
                </a:lnTo>
                <a:lnTo>
                  <a:pt x="7224" y="3253"/>
                </a:lnTo>
                <a:lnTo>
                  <a:pt x="7190" y="3287"/>
                </a:lnTo>
                <a:lnTo>
                  <a:pt x="7167" y="3322"/>
                </a:lnTo>
                <a:lnTo>
                  <a:pt x="7144" y="3356"/>
                </a:lnTo>
                <a:lnTo>
                  <a:pt x="7133" y="3401"/>
                </a:lnTo>
                <a:lnTo>
                  <a:pt x="7122" y="3447"/>
                </a:lnTo>
                <a:lnTo>
                  <a:pt x="7133" y="3492"/>
                </a:lnTo>
                <a:lnTo>
                  <a:pt x="7144" y="3526"/>
                </a:lnTo>
                <a:lnTo>
                  <a:pt x="5165" y="4664"/>
                </a:lnTo>
                <a:lnTo>
                  <a:pt x="5131" y="4630"/>
                </a:lnTo>
                <a:lnTo>
                  <a:pt x="5097" y="4607"/>
                </a:lnTo>
                <a:lnTo>
                  <a:pt x="5051" y="4584"/>
                </a:lnTo>
                <a:lnTo>
                  <a:pt x="4995" y="4573"/>
                </a:lnTo>
                <a:lnTo>
                  <a:pt x="4938" y="4584"/>
                </a:lnTo>
                <a:lnTo>
                  <a:pt x="4892" y="4607"/>
                </a:lnTo>
                <a:lnTo>
                  <a:pt x="4858" y="4630"/>
                </a:lnTo>
                <a:lnTo>
                  <a:pt x="4824" y="4664"/>
                </a:lnTo>
                <a:lnTo>
                  <a:pt x="2845" y="3526"/>
                </a:lnTo>
                <a:lnTo>
                  <a:pt x="2856" y="3492"/>
                </a:lnTo>
                <a:lnTo>
                  <a:pt x="2867" y="3447"/>
                </a:lnTo>
                <a:lnTo>
                  <a:pt x="2856" y="3401"/>
                </a:lnTo>
                <a:lnTo>
                  <a:pt x="2845" y="3356"/>
                </a:lnTo>
                <a:lnTo>
                  <a:pt x="2833" y="3322"/>
                </a:lnTo>
                <a:lnTo>
                  <a:pt x="2799" y="3287"/>
                </a:lnTo>
                <a:lnTo>
                  <a:pt x="2776" y="3253"/>
                </a:lnTo>
                <a:lnTo>
                  <a:pt x="2731" y="3231"/>
                </a:lnTo>
                <a:lnTo>
                  <a:pt x="2697" y="3219"/>
                </a:lnTo>
                <a:lnTo>
                  <a:pt x="2651" y="3208"/>
                </a:lnTo>
                <a:lnTo>
                  <a:pt x="2651" y="910"/>
                </a:lnTo>
                <a:lnTo>
                  <a:pt x="2697" y="899"/>
                </a:lnTo>
                <a:lnTo>
                  <a:pt x="2731" y="887"/>
                </a:lnTo>
                <a:lnTo>
                  <a:pt x="2765" y="865"/>
                </a:lnTo>
                <a:lnTo>
                  <a:pt x="2788" y="842"/>
                </a:lnTo>
                <a:lnTo>
                  <a:pt x="2810" y="808"/>
                </a:lnTo>
                <a:lnTo>
                  <a:pt x="2833" y="774"/>
                </a:lnTo>
                <a:lnTo>
                  <a:pt x="2845" y="728"/>
                </a:lnTo>
                <a:lnTo>
                  <a:pt x="2845" y="683"/>
                </a:lnTo>
                <a:lnTo>
                  <a:pt x="2845" y="637"/>
                </a:lnTo>
                <a:lnTo>
                  <a:pt x="2833"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9142791" y="2500263"/>
            <a:ext cx="1256" cy="16746"/>
          </a:xfrm>
          <a:custGeom>
            <a:avLst/>
            <a:gdLst/>
            <a:ahLst/>
            <a:cxnLst/>
            <a:rect l="l" t="t" r="r" b="b"/>
            <a:pathLst>
              <a:path w="12" h="160" extrusionOk="0">
                <a:moveTo>
                  <a:pt x="12" y="0"/>
                </a:moveTo>
                <a:lnTo>
                  <a:pt x="1" y="46"/>
                </a:lnTo>
                <a:lnTo>
                  <a:pt x="1" y="80"/>
                </a:lnTo>
                <a:lnTo>
                  <a:pt x="1" y="125"/>
                </a:lnTo>
                <a:lnTo>
                  <a:pt x="12" y="160"/>
                </a:lnTo>
                <a:lnTo>
                  <a:pt x="12"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8502234" y="2722888"/>
            <a:ext cx="641806" cy="1045499"/>
          </a:xfrm>
          <a:custGeom>
            <a:avLst/>
            <a:gdLst/>
            <a:ahLst/>
            <a:cxnLst/>
            <a:rect l="l" t="t" r="r" b="b"/>
            <a:pathLst>
              <a:path w="6132" h="9989" extrusionOk="0">
                <a:moveTo>
                  <a:pt x="2765" y="4437"/>
                </a:moveTo>
                <a:lnTo>
                  <a:pt x="4824" y="5620"/>
                </a:lnTo>
                <a:lnTo>
                  <a:pt x="4812" y="5688"/>
                </a:lnTo>
                <a:lnTo>
                  <a:pt x="4824" y="5745"/>
                </a:lnTo>
                <a:lnTo>
                  <a:pt x="4846" y="5802"/>
                </a:lnTo>
                <a:lnTo>
                  <a:pt x="4903" y="5836"/>
                </a:lnTo>
                <a:lnTo>
                  <a:pt x="4960" y="5859"/>
                </a:lnTo>
                <a:lnTo>
                  <a:pt x="4960" y="8202"/>
                </a:lnTo>
                <a:lnTo>
                  <a:pt x="4915" y="8214"/>
                </a:lnTo>
                <a:lnTo>
                  <a:pt x="4869" y="8225"/>
                </a:lnTo>
                <a:lnTo>
                  <a:pt x="4835" y="8248"/>
                </a:lnTo>
                <a:lnTo>
                  <a:pt x="4801" y="8282"/>
                </a:lnTo>
                <a:lnTo>
                  <a:pt x="4778" y="8316"/>
                </a:lnTo>
                <a:lnTo>
                  <a:pt x="4755" y="8350"/>
                </a:lnTo>
                <a:lnTo>
                  <a:pt x="4744" y="8396"/>
                </a:lnTo>
                <a:lnTo>
                  <a:pt x="4744" y="8441"/>
                </a:lnTo>
                <a:lnTo>
                  <a:pt x="4744" y="8487"/>
                </a:lnTo>
                <a:lnTo>
                  <a:pt x="4755" y="8532"/>
                </a:lnTo>
                <a:lnTo>
                  <a:pt x="2776" y="9681"/>
                </a:lnTo>
                <a:lnTo>
                  <a:pt x="2742" y="9647"/>
                </a:lnTo>
                <a:lnTo>
                  <a:pt x="2708" y="9613"/>
                </a:lnTo>
                <a:lnTo>
                  <a:pt x="2662" y="9601"/>
                </a:lnTo>
                <a:lnTo>
                  <a:pt x="2606" y="9590"/>
                </a:lnTo>
                <a:lnTo>
                  <a:pt x="2560" y="9601"/>
                </a:lnTo>
                <a:lnTo>
                  <a:pt x="2515" y="9613"/>
                </a:lnTo>
                <a:lnTo>
                  <a:pt x="2480" y="9635"/>
                </a:lnTo>
                <a:lnTo>
                  <a:pt x="2446" y="9670"/>
                </a:lnTo>
                <a:lnTo>
                  <a:pt x="399" y="8498"/>
                </a:lnTo>
                <a:lnTo>
                  <a:pt x="410" y="8441"/>
                </a:lnTo>
                <a:lnTo>
                  <a:pt x="399" y="8384"/>
                </a:lnTo>
                <a:lnTo>
                  <a:pt x="376" y="8327"/>
                </a:lnTo>
                <a:lnTo>
                  <a:pt x="319" y="8293"/>
                </a:lnTo>
                <a:lnTo>
                  <a:pt x="262" y="8270"/>
                </a:lnTo>
                <a:lnTo>
                  <a:pt x="262" y="5927"/>
                </a:lnTo>
                <a:lnTo>
                  <a:pt x="308" y="5916"/>
                </a:lnTo>
                <a:lnTo>
                  <a:pt x="353" y="5893"/>
                </a:lnTo>
                <a:lnTo>
                  <a:pt x="387" y="5870"/>
                </a:lnTo>
                <a:lnTo>
                  <a:pt x="421" y="5847"/>
                </a:lnTo>
                <a:lnTo>
                  <a:pt x="444" y="5813"/>
                </a:lnTo>
                <a:lnTo>
                  <a:pt x="467" y="5768"/>
                </a:lnTo>
                <a:lnTo>
                  <a:pt x="478" y="5734"/>
                </a:lnTo>
                <a:lnTo>
                  <a:pt x="478" y="5688"/>
                </a:lnTo>
                <a:lnTo>
                  <a:pt x="478" y="5631"/>
                </a:lnTo>
                <a:lnTo>
                  <a:pt x="467" y="5586"/>
                </a:lnTo>
                <a:lnTo>
                  <a:pt x="2458" y="4437"/>
                </a:lnTo>
                <a:lnTo>
                  <a:pt x="2480" y="4471"/>
                </a:lnTo>
                <a:lnTo>
                  <a:pt x="2526" y="4494"/>
                </a:lnTo>
                <a:lnTo>
                  <a:pt x="2560" y="4517"/>
                </a:lnTo>
                <a:lnTo>
                  <a:pt x="2651" y="4517"/>
                </a:lnTo>
                <a:lnTo>
                  <a:pt x="2697" y="4494"/>
                </a:lnTo>
                <a:lnTo>
                  <a:pt x="2731" y="4471"/>
                </a:lnTo>
                <a:lnTo>
                  <a:pt x="2765" y="4437"/>
                </a:lnTo>
                <a:close/>
                <a:moveTo>
                  <a:pt x="4983" y="0"/>
                </a:moveTo>
                <a:lnTo>
                  <a:pt x="4938" y="12"/>
                </a:lnTo>
                <a:lnTo>
                  <a:pt x="4892" y="23"/>
                </a:lnTo>
                <a:lnTo>
                  <a:pt x="4846" y="46"/>
                </a:lnTo>
                <a:lnTo>
                  <a:pt x="4812" y="69"/>
                </a:lnTo>
                <a:lnTo>
                  <a:pt x="4790" y="103"/>
                </a:lnTo>
                <a:lnTo>
                  <a:pt x="4767" y="137"/>
                </a:lnTo>
                <a:lnTo>
                  <a:pt x="4755" y="182"/>
                </a:lnTo>
                <a:lnTo>
                  <a:pt x="4755" y="228"/>
                </a:lnTo>
                <a:lnTo>
                  <a:pt x="4755" y="273"/>
                </a:lnTo>
                <a:lnTo>
                  <a:pt x="4767" y="319"/>
                </a:lnTo>
                <a:lnTo>
                  <a:pt x="2742" y="1479"/>
                </a:lnTo>
                <a:lnTo>
                  <a:pt x="2719" y="1457"/>
                </a:lnTo>
                <a:lnTo>
                  <a:pt x="2685" y="1434"/>
                </a:lnTo>
                <a:lnTo>
                  <a:pt x="2651" y="1422"/>
                </a:lnTo>
                <a:lnTo>
                  <a:pt x="2606" y="1411"/>
                </a:lnTo>
                <a:lnTo>
                  <a:pt x="2549" y="1422"/>
                </a:lnTo>
                <a:lnTo>
                  <a:pt x="2492" y="1457"/>
                </a:lnTo>
                <a:lnTo>
                  <a:pt x="2458" y="1513"/>
                </a:lnTo>
                <a:lnTo>
                  <a:pt x="2446" y="1582"/>
                </a:lnTo>
                <a:lnTo>
                  <a:pt x="2458" y="1639"/>
                </a:lnTo>
                <a:lnTo>
                  <a:pt x="2480" y="1695"/>
                </a:lnTo>
                <a:lnTo>
                  <a:pt x="2537" y="1730"/>
                </a:lnTo>
                <a:lnTo>
                  <a:pt x="2594" y="1741"/>
                </a:lnTo>
                <a:lnTo>
                  <a:pt x="2594" y="4153"/>
                </a:lnTo>
                <a:lnTo>
                  <a:pt x="2526" y="4175"/>
                </a:lnTo>
                <a:lnTo>
                  <a:pt x="2469" y="4209"/>
                </a:lnTo>
                <a:lnTo>
                  <a:pt x="2435" y="4266"/>
                </a:lnTo>
                <a:lnTo>
                  <a:pt x="2424" y="4335"/>
                </a:lnTo>
                <a:lnTo>
                  <a:pt x="2435" y="4403"/>
                </a:lnTo>
                <a:lnTo>
                  <a:pt x="444" y="5552"/>
                </a:lnTo>
                <a:lnTo>
                  <a:pt x="399" y="5506"/>
                </a:lnTo>
                <a:lnTo>
                  <a:pt x="353" y="5472"/>
                </a:lnTo>
                <a:lnTo>
                  <a:pt x="296" y="5449"/>
                </a:lnTo>
                <a:lnTo>
                  <a:pt x="239" y="5438"/>
                </a:lnTo>
                <a:lnTo>
                  <a:pt x="194" y="5449"/>
                </a:lnTo>
                <a:lnTo>
                  <a:pt x="148" y="5461"/>
                </a:lnTo>
                <a:lnTo>
                  <a:pt x="103" y="5483"/>
                </a:lnTo>
                <a:lnTo>
                  <a:pt x="69" y="5506"/>
                </a:lnTo>
                <a:lnTo>
                  <a:pt x="35" y="5552"/>
                </a:lnTo>
                <a:lnTo>
                  <a:pt x="12" y="5586"/>
                </a:lnTo>
                <a:lnTo>
                  <a:pt x="1" y="5631"/>
                </a:lnTo>
                <a:lnTo>
                  <a:pt x="1" y="5688"/>
                </a:lnTo>
                <a:lnTo>
                  <a:pt x="1" y="5734"/>
                </a:lnTo>
                <a:lnTo>
                  <a:pt x="12" y="5768"/>
                </a:lnTo>
                <a:lnTo>
                  <a:pt x="35" y="5813"/>
                </a:lnTo>
                <a:lnTo>
                  <a:pt x="57" y="5847"/>
                </a:lnTo>
                <a:lnTo>
                  <a:pt x="92" y="5882"/>
                </a:lnTo>
                <a:lnTo>
                  <a:pt x="137" y="5904"/>
                </a:lnTo>
                <a:lnTo>
                  <a:pt x="171" y="5916"/>
                </a:lnTo>
                <a:lnTo>
                  <a:pt x="217" y="5927"/>
                </a:lnTo>
                <a:lnTo>
                  <a:pt x="217" y="8270"/>
                </a:lnTo>
                <a:lnTo>
                  <a:pt x="160" y="8282"/>
                </a:lnTo>
                <a:lnTo>
                  <a:pt x="114" y="8327"/>
                </a:lnTo>
                <a:lnTo>
                  <a:pt x="80" y="8373"/>
                </a:lnTo>
                <a:lnTo>
                  <a:pt x="69" y="8441"/>
                </a:lnTo>
                <a:lnTo>
                  <a:pt x="69" y="8475"/>
                </a:lnTo>
                <a:lnTo>
                  <a:pt x="80" y="8509"/>
                </a:lnTo>
                <a:lnTo>
                  <a:pt x="114" y="8566"/>
                </a:lnTo>
                <a:lnTo>
                  <a:pt x="171" y="8600"/>
                </a:lnTo>
                <a:lnTo>
                  <a:pt x="205" y="8612"/>
                </a:lnTo>
                <a:lnTo>
                  <a:pt x="285" y="8612"/>
                </a:lnTo>
                <a:lnTo>
                  <a:pt x="319" y="8589"/>
                </a:lnTo>
                <a:lnTo>
                  <a:pt x="353" y="8566"/>
                </a:lnTo>
                <a:lnTo>
                  <a:pt x="387" y="8532"/>
                </a:lnTo>
                <a:lnTo>
                  <a:pt x="2424" y="9715"/>
                </a:lnTo>
                <a:lnTo>
                  <a:pt x="2412" y="9749"/>
                </a:lnTo>
                <a:lnTo>
                  <a:pt x="2412" y="9795"/>
                </a:lnTo>
                <a:lnTo>
                  <a:pt x="2412" y="9829"/>
                </a:lnTo>
                <a:lnTo>
                  <a:pt x="2424" y="9863"/>
                </a:lnTo>
                <a:lnTo>
                  <a:pt x="2446" y="9897"/>
                </a:lnTo>
                <a:lnTo>
                  <a:pt x="2469" y="9931"/>
                </a:lnTo>
                <a:lnTo>
                  <a:pt x="2503" y="9954"/>
                </a:lnTo>
                <a:lnTo>
                  <a:pt x="2526" y="9977"/>
                </a:lnTo>
                <a:lnTo>
                  <a:pt x="2571" y="9988"/>
                </a:lnTo>
                <a:lnTo>
                  <a:pt x="2651" y="9988"/>
                </a:lnTo>
                <a:lnTo>
                  <a:pt x="2685" y="9977"/>
                </a:lnTo>
                <a:lnTo>
                  <a:pt x="2719" y="9954"/>
                </a:lnTo>
                <a:lnTo>
                  <a:pt x="2753" y="9931"/>
                </a:lnTo>
                <a:lnTo>
                  <a:pt x="2776" y="9897"/>
                </a:lnTo>
                <a:lnTo>
                  <a:pt x="2788" y="9863"/>
                </a:lnTo>
                <a:lnTo>
                  <a:pt x="2799" y="9829"/>
                </a:lnTo>
                <a:lnTo>
                  <a:pt x="2810" y="9795"/>
                </a:lnTo>
                <a:lnTo>
                  <a:pt x="2799" y="9749"/>
                </a:lnTo>
                <a:lnTo>
                  <a:pt x="2788" y="9715"/>
                </a:lnTo>
                <a:lnTo>
                  <a:pt x="4778" y="8578"/>
                </a:lnTo>
                <a:lnTo>
                  <a:pt x="4812" y="8612"/>
                </a:lnTo>
                <a:lnTo>
                  <a:pt x="4869" y="8646"/>
                </a:lnTo>
                <a:lnTo>
                  <a:pt x="4915" y="8669"/>
                </a:lnTo>
                <a:lnTo>
                  <a:pt x="4983" y="8680"/>
                </a:lnTo>
                <a:lnTo>
                  <a:pt x="5040" y="8669"/>
                </a:lnTo>
                <a:lnTo>
                  <a:pt x="5097" y="8646"/>
                </a:lnTo>
                <a:lnTo>
                  <a:pt x="5142" y="8612"/>
                </a:lnTo>
                <a:lnTo>
                  <a:pt x="5176" y="8566"/>
                </a:lnTo>
                <a:lnTo>
                  <a:pt x="6132" y="9112"/>
                </a:lnTo>
                <a:lnTo>
                  <a:pt x="6132" y="9067"/>
                </a:lnTo>
                <a:lnTo>
                  <a:pt x="5199" y="8532"/>
                </a:lnTo>
                <a:lnTo>
                  <a:pt x="5211" y="8487"/>
                </a:lnTo>
                <a:lnTo>
                  <a:pt x="5222" y="8441"/>
                </a:lnTo>
                <a:lnTo>
                  <a:pt x="5211" y="8396"/>
                </a:lnTo>
                <a:lnTo>
                  <a:pt x="5199" y="8350"/>
                </a:lnTo>
                <a:lnTo>
                  <a:pt x="5188" y="8316"/>
                </a:lnTo>
                <a:lnTo>
                  <a:pt x="5154" y="8282"/>
                </a:lnTo>
                <a:lnTo>
                  <a:pt x="5131" y="8248"/>
                </a:lnTo>
                <a:lnTo>
                  <a:pt x="5085" y="8225"/>
                </a:lnTo>
                <a:lnTo>
                  <a:pt x="5051" y="8214"/>
                </a:lnTo>
                <a:lnTo>
                  <a:pt x="5006" y="8202"/>
                </a:lnTo>
                <a:lnTo>
                  <a:pt x="5006" y="5847"/>
                </a:lnTo>
                <a:lnTo>
                  <a:pt x="5063" y="5836"/>
                </a:lnTo>
                <a:lnTo>
                  <a:pt x="5108" y="5791"/>
                </a:lnTo>
                <a:lnTo>
                  <a:pt x="5142" y="5745"/>
                </a:lnTo>
                <a:lnTo>
                  <a:pt x="5154" y="5688"/>
                </a:lnTo>
                <a:lnTo>
                  <a:pt x="5142" y="5631"/>
                </a:lnTo>
                <a:lnTo>
                  <a:pt x="6132" y="5051"/>
                </a:lnTo>
                <a:lnTo>
                  <a:pt x="6132" y="5006"/>
                </a:lnTo>
                <a:lnTo>
                  <a:pt x="5120" y="5586"/>
                </a:lnTo>
                <a:lnTo>
                  <a:pt x="5097" y="5552"/>
                </a:lnTo>
                <a:lnTo>
                  <a:pt x="5063" y="5529"/>
                </a:lnTo>
                <a:lnTo>
                  <a:pt x="5017" y="5518"/>
                </a:lnTo>
                <a:lnTo>
                  <a:pt x="4983" y="5506"/>
                </a:lnTo>
                <a:lnTo>
                  <a:pt x="4938" y="5518"/>
                </a:lnTo>
                <a:lnTo>
                  <a:pt x="4903" y="5529"/>
                </a:lnTo>
                <a:lnTo>
                  <a:pt x="4869" y="5552"/>
                </a:lnTo>
                <a:lnTo>
                  <a:pt x="4846" y="5586"/>
                </a:lnTo>
                <a:lnTo>
                  <a:pt x="2788" y="4391"/>
                </a:lnTo>
                <a:lnTo>
                  <a:pt x="2788" y="4335"/>
                </a:lnTo>
                <a:lnTo>
                  <a:pt x="2776" y="4266"/>
                </a:lnTo>
                <a:lnTo>
                  <a:pt x="2742" y="4221"/>
                </a:lnTo>
                <a:lnTo>
                  <a:pt x="2697" y="4175"/>
                </a:lnTo>
                <a:lnTo>
                  <a:pt x="2640" y="4153"/>
                </a:lnTo>
                <a:lnTo>
                  <a:pt x="2640" y="1741"/>
                </a:lnTo>
                <a:lnTo>
                  <a:pt x="2697" y="1718"/>
                </a:lnTo>
                <a:lnTo>
                  <a:pt x="2731" y="1684"/>
                </a:lnTo>
                <a:lnTo>
                  <a:pt x="2765" y="1639"/>
                </a:lnTo>
                <a:lnTo>
                  <a:pt x="2776" y="1582"/>
                </a:lnTo>
                <a:lnTo>
                  <a:pt x="2765" y="1525"/>
                </a:lnTo>
                <a:lnTo>
                  <a:pt x="4790" y="353"/>
                </a:lnTo>
                <a:lnTo>
                  <a:pt x="4824" y="399"/>
                </a:lnTo>
                <a:lnTo>
                  <a:pt x="4869" y="433"/>
                </a:lnTo>
                <a:lnTo>
                  <a:pt x="4926" y="456"/>
                </a:lnTo>
                <a:lnTo>
                  <a:pt x="5040" y="456"/>
                </a:lnTo>
                <a:lnTo>
                  <a:pt x="5085" y="433"/>
                </a:lnTo>
                <a:lnTo>
                  <a:pt x="5131" y="399"/>
                </a:lnTo>
                <a:lnTo>
                  <a:pt x="5176" y="353"/>
                </a:lnTo>
                <a:lnTo>
                  <a:pt x="6132" y="899"/>
                </a:lnTo>
                <a:lnTo>
                  <a:pt x="6132" y="854"/>
                </a:lnTo>
                <a:lnTo>
                  <a:pt x="5188" y="308"/>
                </a:lnTo>
                <a:lnTo>
                  <a:pt x="5199" y="273"/>
                </a:lnTo>
                <a:lnTo>
                  <a:pt x="5211" y="228"/>
                </a:lnTo>
                <a:lnTo>
                  <a:pt x="5199" y="182"/>
                </a:lnTo>
                <a:lnTo>
                  <a:pt x="5188" y="137"/>
                </a:lnTo>
                <a:lnTo>
                  <a:pt x="5165" y="103"/>
                </a:lnTo>
                <a:lnTo>
                  <a:pt x="5142" y="69"/>
                </a:lnTo>
                <a:lnTo>
                  <a:pt x="5108" y="46"/>
                </a:lnTo>
                <a:lnTo>
                  <a:pt x="5063" y="23"/>
                </a:lnTo>
                <a:lnTo>
                  <a:pt x="5029" y="12"/>
                </a:lnTo>
                <a:lnTo>
                  <a:pt x="49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3289759" y="0"/>
            <a:ext cx="5012512" cy="5143447"/>
          </a:xfrm>
          <a:custGeom>
            <a:avLst/>
            <a:gdLst/>
            <a:ahLst/>
            <a:cxnLst/>
            <a:rect l="l" t="t" r="r" b="b"/>
            <a:pathLst>
              <a:path w="47891" h="49142" extrusionOk="0">
                <a:moveTo>
                  <a:pt x="26493" y="1706"/>
                </a:moveTo>
                <a:lnTo>
                  <a:pt x="28518" y="2878"/>
                </a:lnTo>
                <a:lnTo>
                  <a:pt x="28507" y="2923"/>
                </a:lnTo>
                <a:lnTo>
                  <a:pt x="28507" y="2958"/>
                </a:lnTo>
                <a:lnTo>
                  <a:pt x="28507" y="3003"/>
                </a:lnTo>
                <a:lnTo>
                  <a:pt x="28518" y="3037"/>
                </a:lnTo>
                <a:lnTo>
                  <a:pt x="28552" y="3105"/>
                </a:lnTo>
                <a:lnTo>
                  <a:pt x="28621" y="3151"/>
                </a:lnTo>
                <a:lnTo>
                  <a:pt x="28655" y="3162"/>
                </a:lnTo>
                <a:lnTo>
                  <a:pt x="28689" y="3162"/>
                </a:lnTo>
                <a:lnTo>
                  <a:pt x="28689" y="5506"/>
                </a:lnTo>
                <a:lnTo>
                  <a:pt x="28643" y="5506"/>
                </a:lnTo>
                <a:lnTo>
                  <a:pt x="28609" y="5528"/>
                </a:lnTo>
                <a:lnTo>
                  <a:pt x="28575" y="5540"/>
                </a:lnTo>
                <a:lnTo>
                  <a:pt x="28541" y="5574"/>
                </a:lnTo>
                <a:lnTo>
                  <a:pt x="28518" y="5608"/>
                </a:lnTo>
                <a:lnTo>
                  <a:pt x="28507" y="5642"/>
                </a:lnTo>
                <a:lnTo>
                  <a:pt x="28495" y="5676"/>
                </a:lnTo>
                <a:lnTo>
                  <a:pt x="28484" y="5722"/>
                </a:lnTo>
                <a:lnTo>
                  <a:pt x="28495" y="5756"/>
                </a:lnTo>
                <a:lnTo>
                  <a:pt x="28507" y="5790"/>
                </a:lnTo>
                <a:lnTo>
                  <a:pt x="26539" y="6928"/>
                </a:lnTo>
                <a:lnTo>
                  <a:pt x="26493" y="6882"/>
                </a:lnTo>
                <a:lnTo>
                  <a:pt x="26448" y="6859"/>
                </a:lnTo>
                <a:lnTo>
                  <a:pt x="26402" y="6837"/>
                </a:lnTo>
                <a:lnTo>
                  <a:pt x="26334" y="6825"/>
                </a:lnTo>
                <a:lnTo>
                  <a:pt x="26277" y="6837"/>
                </a:lnTo>
                <a:lnTo>
                  <a:pt x="26232" y="6859"/>
                </a:lnTo>
                <a:lnTo>
                  <a:pt x="26175" y="6882"/>
                </a:lnTo>
                <a:lnTo>
                  <a:pt x="26141" y="6928"/>
                </a:lnTo>
                <a:lnTo>
                  <a:pt x="24139" y="5767"/>
                </a:lnTo>
                <a:lnTo>
                  <a:pt x="24150" y="5722"/>
                </a:lnTo>
                <a:lnTo>
                  <a:pt x="24139" y="5654"/>
                </a:lnTo>
                <a:lnTo>
                  <a:pt x="24105" y="5597"/>
                </a:lnTo>
                <a:lnTo>
                  <a:pt x="24059" y="5563"/>
                </a:lnTo>
                <a:lnTo>
                  <a:pt x="23991" y="5540"/>
                </a:lnTo>
                <a:lnTo>
                  <a:pt x="23991" y="3162"/>
                </a:lnTo>
                <a:lnTo>
                  <a:pt x="24059" y="3140"/>
                </a:lnTo>
                <a:lnTo>
                  <a:pt x="24116" y="3094"/>
                </a:lnTo>
                <a:lnTo>
                  <a:pt x="24150" y="3037"/>
                </a:lnTo>
                <a:lnTo>
                  <a:pt x="24161" y="2958"/>
                </a:lnTo>
                <a:lnTo>
                  <a:pt x="24161" y="2923"/>
                </a:lnTo>
                <a:lnTo>
                  <a:pt x="24150" y="2889"/>
                </a:lnTo>
                <a:lnTo>
                  <a:pt x="26186" y="1706"/>
                </a:lnTo>
                <a:lnTo>
                  <a:pt x="26209" y="1740"/>
                </a:lnTo>
                <a:lnTo>
                  <a:pt x="26255" y="1775"/>
                </a:lnTo>
                <a:lnTo>
                  <a:pt x="26289" y="1786"/>
                </a:lnTo>
                <a:lnTo>
                  <a:pt x="26334" y="1797"/>
                </a:lnTo>
                <a:lnTo>
                  <a:pt x="26391" y="1786"/>
                </a:lnTo>
                <a:lnTo>
                  <a:pt x="26425" y="1775"/>
                </a:lnTo>
                <a:lnTo>
                  <a:pt x="26459" y="1740"/>
                </a:lnTo>
                <a:lnTo>
                  <a:pt x="26493" y="1706"/>
                </a:lnTo>
                <a:close/>
                <a:moveTo>
                  <a:pt x="35969" y="1706"/>
                </a:moveTo>
                <a:lnTo>
                  <a:pt x="37994" y="2867"/>
                </a:lnTo>
                <a:lnTo>
                  <a:pt x="37971" y="2912"/>
                </a:lnTo>
                <a:lnTo>
                  <a:pt x="37971" y="2958"/>
                </a:lnTo>
                <a:lnTo>
                  <a:pt x="37971" y="3003"/>
                </a:lnTo>
                <a:lnTo>
                  <a:pt x="37983" y="3049"/>
                </a:lnTo>
                <a:lnTo>
                  <a:pt x="38005" y="3083"/>
                </a:lnTo>
                <a:lnTo>
                  <a:pt x="38028" y="3117"/>
                </a:lnTo>
                <a:lnTo>
                  <a:pt x="38062" y="3140"/>
                </a:lnTo>
                <a:lnTo>
                  <a:pt x="38096" y="3162"/>
                </a:lnTo>
                <a:lnTo>
                  <a:pt x="38130" y="3174"/>
                </a:lnTo>
                <a:lnTo>
                  <a:pt x="38165" y="3185"/>
                </a:lnTo>
                <a:lnTo>
                  <a:pt x="38165" y="5517"/>
                </a:lnTo>
                <a:lnTo>
                  <a:pt x="38130" y="5528"/>
                </a:lnTo>
                <a:lnTo>
                  <a:pt x="38096" y="5540"/>
                </a:lnTo>
                <a:lnTo>
                  <a:pt x="38039" y="5585"/>
                </a:lnTo>
                <a:lnTo>
                  <a:pt x="37994" y="5642"/>
                </a:lnTo>
                <a:lnTo>
                  <a:pt x="37994" y="5676"/>
                </a:lnTo>
                <a:lnTo>
                  <a:pt x="37983" y="5722"/>
                </a:lnTo>
                <a:lnTo>
                  <a:pt x="37994" y="5790"/>
                </a:lnTo>
                <a:lnTo>
                  <a:pt x="36026" y="6928"/>
                </a:lnTo>
                <a:lnTo>
                  <a:pt x="35980" y="6882"/>
                </a:lnTo>
                <a:lnTo>
                  <a:pt x="35935" y="6848"/>
                </a:lnTo>
                <a:lnTo>
                  <a:pt x="35878" y="6825"/>
                </a:lnTo>
                <a:lnTo>
                  <a:pt x="35764" y="6825"/>
                </a:lnTo>
                <a:lnTo>
                  <a:pt x="35707" y="6848"/>
                </a:lnTo>
                <a:lnTo>
                  <a:pt x="35662" y="6882"/>
                </a:lnTo>
                <a:lnTo>
                  <a:pt x="35616" y="6928"/>
                </a:lnTo>
                <a:lnTo>
                  <a:pt x="33660" y="5801"/>
                </a:lnTo>
                <a:lnTo>
                  <a:pt x="33671" y="5756"/>
                </a:lnTo>
                <a:lnTo>
                  <a:pt x="33671" y="5722"/>
                </a:lnTo>
                <a:lnTo>
                  <a:pt x="33671" y="5676"/>
                </a:lnTo>
                <a:lnTo>
                  <a:pt x="33660" y="5642"/>
                </a:lnTo>
                <a:lnTo>
                  <a:pt x="33637" y="5597"/>
                </a:lnTo>
                <a:lnTo>
                  <a:pt x="33614" y="5574"/>
                </a:lnTo>
                <a:lnTo>
                  <a:pt x="33592" y="5540"/>
                </a:lnTo>
                <a:lnTo>
                  <a:pt x="33558" y="5517"/>
                </a:lnTo>
                <a:lnTo>
                  <a:pt x="33512" y="5506"/>
                </a:lnTo>
                <a:lnTo>
                  <a:pt x="33478" y="5494"/>
                </a:lnTo>
                <a:lnTo>
                  <a:pt x="33478" y="3208"/>
                </a:lnTo>
                <a:lnTo>
                  <a:pt x="33523" y="3196"/>
                </a:lnTo>
                <a:lnTo>
                  <a:pt x="33558" y="3185"/>
                </a:lnTo>
                <a:lnTo>
                  <a:pt x="33603" y="3162"/>
                </a:lnTo>
                <a:lnTo>
                  <a:pt x="33637" y="3128"/>
                </a:lnTo>
                <a:lnTo>
                  <a:pt x="33660" y="3094"/>
                </a:lnTo>
                <a:lnTo>
                  <a:pt x="33683" y="3060"/>
                </a:lnTo>
                <a:lnTo>
                  <a:pt x="33694" y="3014"/>
                </a:lnTo>
                <a:lnTo>
                  <a:pt x="33694" y="2958"/>
                </a:lnTo>
                <a:lnTo>
                  <a:pt x="33694" y="2912"/>
                </a:lnTo>
                <a:lnTo>
                  <a:pt x="33671" y="2855"/>
                </a:lnTo>
                <a:lnTo>
                  <a:pt x="35673" y="1706"/>
                </a:lnTo>
                <a:lnTo>
                  <a:pt x="35696" y="1740"/>
                </a:lnTo>
                <a:lnTo>
                  <a:pt x="35730" y="1763"/>
                </a:lnTo>
                <a:lnTo>
                  <a:pt x="35776" y="1786"/>
                </a:lnTo>
                <a:lnTo>
                  <a:pt x="35821" y="1797"/>
                </a:lnTo>
                <a:lnTo>
                  <a:pt x="35867" y="1786"/>
                </a:lnTo>
                <a:lnTo>
                  <a:pt x="35912" y="1763"/>
                </a:lnTo>
                <a:lnTo>
                  <a:pt x="35946" y="1740"/>
                </a:lnTo>
                <a:lnTo>
                  <a:pt x="35969" y="1706"/>
                </a:lnTo>
                <a:close/>
                <a:moveTo>
                  <a:pt x="21738" y="1706"/>
                </a:moveTo>
                <a:lnTo>
                  <a:pt x="23775" y="2878"/>
                </a:lnTo>
                <a:lnTo>
                  <a:pt x="23763" y="2923"/>
                </a:lnTo>
                <a:lnTo>
                  <a:pt x="23763" y="2958"/>
                </a:lnTo>
                <a:lnTo>
                  <a:pt x="23763" y="3003"/>
                </a:lnTo>
                <a:lnTo>
                  <a:pt x="23775" y="3037"/>
                </a:lnTo>
                <a:lnTo>
                  <a:pt x="23786" y="3071"/>
                </a:lnTo>
                <a:lnTo>
                  <a:pt x="23809" y="3105"/>
                </a:lnTo>
                <a:lnTo>
                  <a:pt x="23877" y="3140"/>
                </a:lnTo>
                <a:lnTo>
                  <a:pt x="23911" y="3162"/>
                </a:lnTo>
                <a:lnTo>
                  <a:pt x="23945" y="3162"/>
                </a:lnTo>
                <a:lnTo>
                  <a:pt x="23945" y="5540"/>
                </a:lnTo>
                <a:lnTo>
                  <a:pt x="23877" y="5551"/>
                </a:lnTo>
                <a:lnTo>
                  <a:pt x="23820" y="5597"/>
                </a:lnTo>
                <a:lnTo>
                  <a:pt x="23786" y="5654"/>
                </a:lnTo>
                <a:lnTo>
                  <a:pt x="23775" y="5688"/>
                </a:lnTo>
                <a:lnTo>
                  <a:pt x="23775" y="5722"/>
                </a:lnTo>
                <a:lnTo>
                  <a:pt x="23786" y="5779"/>
                </a:lnTo>
                <a:lnTo>
                  <a:pt x="21761" y="6950"/>
                </a:lnTo>
                <a:lnTo>
                  <a:pt x="21727" y="6905"/>
                </a:lnTo>
                <a:lnTo>
                  <a:pt x="21693" y="6882"/>
                </a:lnTo>
                <a:lnTo>
                  <a:pt x="21636" y="6859"/>
                </a:lnTo>
                <a:lnTo>
                  <a:pt x="21534" y="6859"/>
                </a:lnTo>
                <a:lnTo>
                  <a:pt x="21488" y="6882"/>
                </a:lnTo>
                <a:lnTo>
                  <a:pt x="21454" y="6905"/>
                </a:lnTo>
                <a:lnTo>
                  <a:pt x="21420" y="6939"/>
                </a:lnTo>
                <a:lnTo>
                  <a:pt x="19418" y="5779"/>
                </a:lnTo>
                <a:lnTo>
                  <a:pt x="19429" y="5722"/>
                </a:lnTo>
                <a:lnTo>
                  <a:pt x="19418" y="5688"/>
                </a:lnTo>
                <a:lnTo>
                  <a:pt x="19418" y="5642"/>
                </a:lnTo>
                <a:lnTo>
                  <a:pt x="19372" y="5585"/>
                </a:lnTo>
                <a:lnTo>
                  <a:pt x="19316" y="5540"/>
                </a:lnTo>
                <a:lnTo>
                  <a:pt x="19247" y="5517"/>
                </a:lnTo>
                <a:lnTo>
                  <a:pt x="19247" y="3185"/>
                </a:lnTo>
                <a:lnTo>
                  <a:pt x="19293" y="3174"/>
                </a:lnTo>
                <a:lnTo>
                  <a:pt x="19327" y="3162"/>
                </a:lnTo>
                <a:lnTo>
                  <a:pt x="19384" y="3105"/>
                </a:lnTo>
                <a:lnTo>
                  <a:pt x="19407" y="3083"/>
                </a:lnTo>
                <a:lnTo>
                  <a:pt x="19429" y="3037"/>
                </a:lnTo>
                <a:lnTo>
                  <a:pt x="19441" y="3003"/>
                </a:lnTo>
                <a:lnTo>
                  <a:pt x="19441" y="2958"/>
                </a:lnTo>
                <a:lnTo>
                  <a:pt x="19441" y="2923"/>
                </a:lnTo>
                <a:lnTo>
                  <a:pt x="19429" y="2878"/>
                </a:lnTo>
                <a:lnTo>
                  <a:pt x="21443" y="1718"/>
                </a:lnTo>
                <a:lnTo>
                  <a:pt x="21465" y="1740"/>
                </a:lnTo>
                <a:lnTo>
                  <a:pt x="21500" y="1775"/>
                </a:lnTo>
                <a:lnTo>
                  <a:pt x="21545" y="1786"/>
                </a:lnTo>
                <a:lnTo>
                  <a:pt x="21591" y="1797"/>
                </a:lnTo>
                <a:lnTo>
                  <a:pt x="21636" y="1786"/>
                </a:lnTo>
                <a:lnTo>
                  <a:pt x="21682" y="1763"/>
                </a:lnTo>
                <a:lnTo>
                  <a:pt x="21716" y="1740"/>
                </a:lnTo>
                <a:lnTo>
                  <a:pt x="21738" y="1706"/>
                </a:lnTo>
                <a:close/>
                <a:moveTo>
                  <a:pt x="31282" y="1740"/>
                </a:moveTo>
                <a:lnTo>
                  <a:pt x="33228" y="2855"/>
                </a:lnTo>
                <a:lnTo>
                  <a:pt x="33205" y="2912"/>
                </a:lnTo>
                <a:lnTo>
                  <a:pt x="33205" y="2958"/>
                </a:lnTo>
                <a:lnTo>
                  <a:pt x="33205" y="3014"/>
                </a:lnTo>
                <a:lnTo>
                  <a:pt x="33216" y="3060"/>
                </a:lnTo>
                <a:lnTo>
                  <a:pt x="33239" y="3094"/>
                </a:lnTo>
                <a:lnTo>
                  <a:pt x="33262" y="3128"/>
                </a:lnTo>
                <a:lnTo>
                  <a:pt x="33296" y="3162"/>
                </a:lnTo>
                <a:lnTo>
                  <a:pt x="33341" y="3185"/>
                </a:lnTo>
                <a:lnTo>
                  <a:pt x="33387" y="3196"/>
                </a:lnTo>
                <a:lnTo>
                  <a:pt x="33432" y="3208"/>
                </a:lnTo>
                <a:lnTo>
                  <a:pt x="33432" y="5494"/>
                </a:lnTo>
                <a:lnTo>
                  <a:pt x="33387" y="5506"/>
                </a:lnTo>
                <a:lnTo>
                  <a:pt x="33353" y="5517"/>
                </a:lnTo>
                <a:lnTo>
                  <a:pt x="33319" y="5540"/>
                </a:lnTo>
                <a:lnTo>
                  <a:pt x="33285" y="5574"/>
                </a:lnTo>
                <a:lnTo>
                  <a:pt x="33262" y="5597"/>
                </a:lnTo>
                <a:lnTo>
                  <a:pt x="33239" y="5642"/>
                </a:lnTo>
                <a:lnTo>
                  <a:pt x="33228" y="5676"/>
                </a:lnTo>
                <a:lnTo>
                  <a:pt x="33228" y="5722"/>
                </a:lnTo>
                <a:lnTo>
                  <a:pt x="33228" y="5756"/>
                </a:lnTo>
                <a:lnTo>
                  <a:pt x="33239" y="5801"/>
                </a:lnTo>
                <a:lnTo>
                  <a:pt x="31248" y="6950"/>
                </a:lnTo>
                <a:lnTo>
                  <a:pt x="31214" y="6916"/>
                </a:lnTo>
                <a:lnTo>
                  <a:pt x="31169" y="6882"/>
                </a:lnTo>
                <a:lnTo>
                  <a:pt x="31135" y="6871"/>
                </a:lnTo>
                <a:lnTo>
                  <a:pt x="31078" y="6859"/>
                </a:lnTo>
                <a:lnTo>
                  <a:pt x="31032" y="6871"/>
                </a:lnTo>
                <a:lnTo>
                  <a:pt x="30987" y="6882"/>
                </a:lnTo>
                <a:lnTo>
                  <a:pt x="30941" y="6916"/>
                </a:lnTo>
                <a:lnTo>
                  <a:pt x="30918" y="6950"/>
                </a:lnTo>
                <a:lnTo>
                  <a:pt x="28916" y="5790"/>
                </a:lnTo>
                <a:lnTo>
                  <a:pt x="28928" y="5756"/>
                </a:lnTo>
                <a:lnTo>
                  <a:pt x="28928" y="5722"/>
                </a:lnTo>
                <a:lnTo>
                  <a:pt x="28928" y="5676"/>
                </a:lnTo>
                <a:lnTo>
                  <a:pt x="28916" y="5642"/>
                </a:lnTo>
                <a:lnTo>
                  <a:pt x="28894" y="5608"/>
                </a:lnTo>
                <a:lnTo>
                  <a:pt x="28871" y="5574"/>
                </a:lnTo>
                <a:lnTo>
                  <a:pt x="28848" y="5551"/>
                </a:lnTo>
                <a:lnTo>
                  <a:pt x="28814" y="5528"/>
                </a:lnTo>
                <a:lnTo>
                  <a:pt x="28768" y="5506"/>
                </a:lnTo>
                <a:lnTo>
                  <a:pt x="28734" y="5506"/>
                </a:lnTo>
                <a:lnTo>
                  <a:pt x="28734" y="3162"/>
                </a:lnTo>
                <a:lnTo>
                  <a:pt x="28768" y="3162"/>
                </a:lnTo>
                <a:lnTo>
                  <a:pt x="28803" y="3151"/>
                </a:lnTo>
                <a:lnTo>
                  <a:pt x="28859" y="3105"/>
                </a:lnTo>
                <a:lnTo>
                  <a:pt x="28905" y="3037"/>
                </a:lnTo>
                <a:lnTo>
                  <a:pt x="28916" y="3003"/>
                </a:lnTo>
                <a:lnTo>
                  <a:pt x="28916" y="2958"/>
                </a:lnTo>
                <a:lnTo>
                  <a:pt x="28916" y="2923"/>
                </a:lnTo>
                <a:lnTo>
                  <a:pt x="28894" y="2878"/>
                </a:lnTo>
                <a:lnTo>
                  <a:pt x="30873" y="1740"/>
                </a:lnTo>
                <a:lnTo>
                  <a:pt x="30918" y="1786"/>
                </a:lnTo>
                <a:lnTo>
                  <a:pt x="30964" y="1820"/>
                </a:lnTo>
                <a:lnTo>
                  <a:pt x="31021" y="1843"/>
                </a:lnTo>
                <a:lnTo>
                  <a:pt x="31078" y="1854"/>
                </a:lnTo>
                <a:lnTo>
                  <a:pt x="31146" y="1843"/>
                </a:lnTo>
                <a:lnTo>
                  <a:pt x="31203" y="1820"/>
                </a:lnTo>
                <a:lnTo>
                  <a:pt x="31248" y="1786"/>
                </a:lnTo>
                <a:lnTo>
                  <a:pt x="31282" y="1740"/>
                </a:lnTo>
                <a:close/>
                <a:moveTo>
                  <a:pt x="28894" y="5836"/>
                </a:moveTo>
                <a:lnTo>
                  <a:pt x="30896" y="6984"/>
                </a:lnTo>
                <a:lnTo>
                  <a:pt x="30884" y="7030"/>
                </a:lnTo>
                <a:lnTo>
                  <a:pt x="30873" y="7064"/>
                </a:lnTo>
                <a:lnTo>
                  <a:pt x="30873" y="7110"/>
                </a:lnTo>
                <a:lnTo>
                  <a:pt x="30884" y="7144"/>
                </a:lnTo>
                <a:lnTo>
                  <a:pt x="30930" y="7201"/>
                </a:lnTo>
                <a:lnTo>
                  <a:pt x="30987" y="7246"/>
                </a:lnTo>
                <a:lnTo>
                  <a:pt x="31021" y="7257"/>
                </a:lnTo>
                <a:lnTo>
                  <a:pt x="31055" y="7269"/>
                </a:lnTo>
                <a:lnTo>
                  <a:pt x="31055" y="9624"/>
                </a:lnTo>
                <a:lnTo>
                  <a:pt x="31021" y="9624"/>
                </a:lnTo>
                <a:lnTo>
                  <a:pt x="30987" y="9646"/>
                </a:lnTo>
                <a:lnTo>
                  <a:pt x="30930" y="9692"/>
                </a:lnTo>
                <a:lnTo>
                  <a:pt x="30884" y="9749"/>
                </a:lnTo>
                <a:lnTo>
                  <a:pt x="30873" y="9783"/>
                </a:lnTo>
                <a:lnTo>
                  <a:pt x="30873" y="9828"/>
                </a:lnTo>
                <a:lnTo>
                  <a:pt x="30884" y="9897"/>
                </a:lnTo>
                <a:lnTo>
                  <a:pt x="28928" y="11023"/>
                </a:lnTo>
                <a:lnTo>
                  <a:pt x="28894" y="10977"/>
                </a:lnTo>
                <a:lnTo>
                  <a:pt x="28837" y="10932"/>
                </a:lnTo>
                <a:lnTo>
                  <a:pt x="28780" y="10909"/>
                </a:lnTo>
                <a:lnTo>
                  <a:pt x="28643" y="10909"/>
                </a:lnTo>
                <a:lnTo>
                  <a:pt x="28586" y="10932"/>
                </a:lnTo>
                <a:lnTo>
                  <a:pt x="28530" y="10977"/>
                </a:lnTo>
                <a:lnTo>
                  <a:pt x="28484" y="11023"/>
                </a:lnTo>
                <a:lnTo>
                  <a:pt x="26550" y="9897"/>
                </a:lnTo>
                <a:lnTo>
                  <a:pt x="26562" y="9862"/>
                </a:lnTo>
                <a:lnTo>
                  <a:pt x="26562" y="9828"/>
                </a:lnTo>
                <a:lnTo>
                  <a:pt x="26562" y="9783"/>
                </a:lnTo>
                <a:lnTo>
                  <a:pt x="26550" y="9737"/>
                </a:lnTo>
                <a:lnTo>
                  <a:pt x="26528" y="9703"/>
                </a:lnTo>
                <a:lnTo>
                  <a:pt x="26505" y="9669"/>
                </a:lnTo>
                <a:lnTo>
                  <a:pt x="26471" y="9646"/>
                </a:lnTo>
                <a:lnTo>
                  <a:pt x="26437" y="9624"/>
                </a:lnTo>
                <a:lnTo>
                  <a:pt x="26402" y="9612"/>
                </a:lnTo>
                <a:lnTo>
                  <a:pt x="26368" y="9601"/>
                </a:lnTo>
                <a:lnTo>
                  <a:pt x="26368" y="7303"/>
                </a:lnTo>
                <a:lnTo>
                  <a:pt x="26402" y="7303"/>
                </a:lnTo>
                <a:lnTo>
                  <a:pt x="26448" y="7280"/>
                </a:lnTo>
                <a:lnTo>
                  <a:pt x="26482" y="7257"/>
                </a:lnTo>
                <a:lnTo>
                  <a:pt x="26516" y="7235"/>
                </a:lnTo>
                <a:lnTo>
                  <a:pt x="26539" y="7189"/>
                </a:lnTo>
                <a:lnTo>
                  <a:pt x="26562" y="7155"/>
                </a:lnTo>
                <a:lnTo>
                  <a:pt x="26573" y="7110"/>
                </a:lnTo>
                <a:lnTo>
                  <a:pt x="26584" y="7064"/>
                </a:lnTo>
                <a:lnTo>
                  <a:pt x="26573" y="7019"/>
                </a:lnTo>
                <a:lnTo>
                  <a:pt x="26562" y="6973"/>
                </a:lnTo>
                <a:lnTo>
                  <a:pt x="28518" y="5836"/>
                </a:lnTo>
                <a:lnTo>
                  <a:pt x="28552" y="5881"/>
                </a:lnTo>
                <a:lnTo>
                  <a:pt x="28598" y="5915"/>
                </a:lnTo>
                <a:lnTo>
                  <a:pt x="28655" y="5938"/>
                </a:lnTo>
                <a:lnTo>
                  <a:pt x="28768" y="5938"/>
                </a:lnTo>
                <a:lnTo>
                  <a:pt x="28814" y="5915"/>
                </a:lnTo>
                <a:lnTo>
                  <a:pt x="28859" y="5881"/>
                </a:lnTo>
                <a:lnTo>
                  <a:pt x="28894" y="5836"/>
                </a:lnTo>
                <a:close/>
                <a:moveTo>
                  <a:pt x="31260" y="9931"/>
                </a:moveTo>
                <a:lnTo>
                  <a:pt x="33262" y="11091"/>
                </a:lnTo>
                <a:lnTo>
                  <a:pt x="33250" y="11136"/>
                </a:lnTo>
                <a:lnTo>
                  <a:pt x="33250" y="11171"/>
                </a:lnTo>
                <a:lnTo>
                  <a:pt x="33250" y="11216"/>
                </a:lnTo>
                <a:lnTo>
                  <a:pt x="33262" y="11250"/>
                </a:lnTo>
                <a:lnTo>
                  <a:pt x="33296" y="11307"/>
                </a:lnTo>
                <a:lnTo>
                  <a:pt x="33353" y="11353"/>
                </a:lnTo>
                <a:lnTo>
                  <a:pt x="33387" y="11364"/>
                </a:lnTo>
                <a:lnTo>
                  <a:pt x="33432" y="11375"/>
                </a:lnTo>
                <a:lnTo>
                  <a:pt x="33432" y="13662"/>
                </a:lnTo>
                <a:lnTo>
                  <a:pt x="33376" y="13673"/>
                </a:lnTo>
                <a:lnTo>
                  <a:pt x="33330" y="13696"/>
                </a:lnTo>
                <a:lnTo>
                  <a:pt x="33296" y="13719"/>
                </a:lnTo>
                <a:lnTo>
                  <a:pt x="33250" y="13753"/>
                </a:lnTo>
                <a:lnTo>
                  <a:pt x="33228" y="13787"/>
                </a:lnTo>
                <a:lnTo>
                  <a:pt x="33205" y="13832"/>
                </a:lnTo>
                <a:lnTo>
                  <a:pt x="33193" y="13878"/>
                </a:lnTo>
                <a:lnTo>
                  <a:pt x="33182" y="13935"/>
                </a:lnTo>
                <a:lnTo>
                  <a:pt x="33193" y="13980"/>
                </a:lnTo>
                <a:lnTo>
                  <a:pt x="33205" y="14026"/>
                </a:lnTo>
                <a:lnTo>
                  <a:pt x="31294" y="15129"/>
                </a:lnTo>
                <a:lnTo>
                  <a:pt x="31260" y="15084"/>
                </a:lnTo>
                <a:lnTo>
                  <a:pt x="31203" y="15050"/>
                </a:lnTo>
                <a:lnTo>
                  <a:pt x="31146" y="15027"/>
                </a:lnTo>
                <a:lnTo>
                  <a:pt x="31078" y="15016"/>
                </a:lnTo>
                <a:lnTo>
                  <a:pt x="31009" y="15027"/>
                </a:lnTo>
                <a:lnTo>
                  <a:pt x="30953" y="15050"/>
                </a:lnTo>
                <a:lnTo>
                  <a:pt x="30907" y="15084"/>
                </a:lnTo>
                <a:lnTo>
                  <a:pt x="30862" y="15129"/>
                </a:lnTo>
                <a:lnTo>
                  <a:pt x="28871" y="13980"/>
                </a:lnTo>
                <a:lnTo>
                  <a:pt x="28882" y="13935"/>
                </a:lnTo>
                <a:lnTo>
                  <a:pt x="28871" y="13867"/>
                </a:lnTo>
                <a:lnTo>
                  <a:pt x="28837" y="13821"/>
                </a:lnTo>
                <a:lnTo>
                  <a:pt x="28791" y="13787"/>
                </a:lnTo>
                <a:lnTo>
                  <a:pt x="28734" y="13764"/>
                </a:lnTo>
                <a:lnTo>
                  <a:pt x="28734" y="11444"/>
                </a:lnTo>
                <a:lnTo>
                  <a:pt x="28780" y="11432"/>
                </a:lnTo>
                <a:lnTo>
                  <a:pt x="28825" y="11410"/>
                </a:lnTo>
                <a:lnTo>
                  <a:pt x="28871" y="11387"/>
                </a:lnTo>
                <a:lnTo>
                  <a:pt x="28905" y="11353"/>
                </a:lnTo>
                <a:lnTo>
                  <a:pt x="28939" y="11319"/>
                </a:lnTo>
                <a:lnTo>
                  <a:pt x="28962" y="11273"/>
                </a:lnTo>
                <a:lnTo>
                  <a:pt x="28973" y="11227"/>
                </a:lnTo>
                <a:lnTo>
                  <a:pt x="28973" y="11171"/>
                </a:lnTo>
                <a:lnTo>
                  <a:pt x="28973" y="11114"/>
                </a:lnTo>
                <a:lnTo>
                  <a:pt x="28950" y="11057"/>
                </a:lnTo>
                <a:lnTo>
                  <a:pt x="30907" y="9931"/>
                </a:lnTo>
                <a:lnTo>
                  <a:pt x="30941" y="9976"/>
                </a:lnTo>
                <a:lnTo>
                  <a:pt x="30975" y="9999"/>
                </a:lnTo>
                <a:lnTo>
                  <a:pt x="31021" y="10022"/>
                </a:lnTo>
                <a:lnTo>
                  <a:pt x="31078" y="10033"/>
                </a:lnTo>
                <a:lnTo>
                  <a:pt x="31135" y="10022"/>
                </a:lnTo>
                <a:lnTo>
                  <a:pt x="31180" y="9999"/>
                </a:lnTo>
                <a:lnTo>
                  <a:pt x="31226" y="9976"/>
                </a:lnTo>
                <a:lnTo>
                  <a:pt x="31260" y="9931"/>
                </a:lnTo>
                <a:close/>
                <a:moveTo>
                  <a:pt x="26528" y="9942"/>
                </a:moveTo>
                <a:lnTo>
                  <a:pt x="28461" y="11057"/>
                </a:lnTo>
                <a:lnTo>
                  <a:pt x="28450" y="11114"/>
                </a:lnTo>
                <a:lnTo>
                  <a:pt x="28439" y="11171"/>
                </a:lnTo>
                <a:lnTo>
                  <a:pt x="28450" y="11227"/>
                </a:lnTo>
                <a:lnTo>
                  <a:pt x="28461" y="11273"/>
                </a:lnTo>
                <a:lnTo>
                  <a:pt x="28484" y="11319"/>
                </a:lnTo>
                <a:lnTo>
                  <a:pt x="28507" y="11353"/>
                </a:lnTo>
                <a:lnTo>
                  <a:pt x="28552" y="11387"/>
                </a:lnTo>
                <a:lnTo>
                  <a:pt x="28586" y="11410"/>
                </a:lnTo>
                <a:lnTo>
                  <a:pt x="28632" y="11432"/>
                </a:lnTo>
                <a:lnTo>
                  <a:pt x="28689" y="11444"/>
                </a:lnTo>
                <a:lnTo>
                  <a:pt x="28689" y="13764"/>
                </a:lnTo>
                <a:lnTo>
                  <a:pt x="28632" y="13776"/>
                </a:lnTo>
                <a:lnTo>
                  <a:pt x="28586" y="13821"/>
                </a:lnTo>
                <a:lnTo>
                  <a:pt x="28552" y="13867"/>
                </a:lnTo>
                <a:lnTo>
                  <a:pt x="28541" y="13935"/>
                </a:lnTo>
                <a:lnTo>
                  <a:pt x="28552" y="13980"/>
                </a:lnTo>
                <a:lnTo>
                  <a:pt x="26528" y="15152"/>
                </a:lnTo>
                <a:lnTo>
                  <a:pt x="26493" y="15107"/>
                </a:lnTo>
                <a:lnTo>
                  <a:pt x="26448" y="15072"/>
                </a:lnTo>
                <a:lnTo>
                  <a:pt x="26391" y="15050"/>
                </a:lnTo>
                <a:lnTo>
                  <a:pt x="26277" y="15050"/>
                </a:lnTo>
                <a:lnTo>
                  <a:pt x="26232" y="15072"/>
                </a:lnTo>
                <a:lnTo>
                  <a:pt x="26186" y="15107"/>
                </a:lnTo>
                <a:lnTo>
                  <a:pt x="26152" y="15141"/>
                </a:lnTo>
                <a:lnTo>
                  <a:pt x="24139" y="13980"/>
                </a:lnTo>
                <a:lnTo>
                  <a:pt x="24150" y="13935"/>
                </a:lnTo>
                <a:lnTo>
                  <a:pt x="24139" y="13867"/>
                </a:lnTo>
                <a:lnTo>
                  <a:pt x="24105" y="13810"/>
                </a:lnTo>
                <a:lnTo>
                  <a:pt x="24059" y="13764"/>
                </a:lnTo>
                <a:lnTo>
                  <a:pt x="23991" y="13741"/>
                </a:lnTo>
                <a:lnTo>
                  <a:pt x="23991" y="11375"/>
                </a:lnTo>
                <a:lnTo>
                  <a:pt x="24059" y="11353"/>
                </a:lnTo>
                <a:lnTo>
                  <a:pt x="24116" y="11307"/>
                </a:lnTo>
                <a:lnTo>
                  <a:pt x="24161" y="11250"/>
                </a:lnTo>
                <a:lnTo>
                  <a:pt x="24173" y="11216"/>
                </a:lnTo>
                <a:lnTo>
                  <a:pt x="24173" y="11171"/>
                </a:lnTo>
                <a:lnTo>
                  <a:pt x="24161" y="11136"/>
                </a:lnTo>
                <a:lnTo>
                  <a:pt x="24150" y="11091"/>
                </a:lnTo>
                <a:lnTo>
                  <a:pt x="26152" y="9942"/>
                </a:lnTo>
                <a:lnTo>
                  <a:pt x="26186" y="9988"/>
                </a:lnTo>
                <a:lnTo>
                  <a:pt x="26232" y="10022"/>
                </a:lnTo>
                <a:lnTo>
                  <a:pt x="26277" y="10044"/>
                </a:lnTo>
                <a:lnTo>
                  <a:pt x="26402" y="10044"/>
                </a:lnTo>
                <a:lnTo>
                  <a:pt x="26448" y="10022"/>
                </a:lnTo>
                <a:lnTo>
                  <a:pt x="26493" y="9988"/>
                </a:lnTo>
                <a:lnTo>
                  <a:pt x="26528" y="9942"/>
                </a:lnTo>
                <a:close/>
                <a:moveTo>
                  <a:pt x="21750" y="9919"/>
                </a:moveTo>
                <a:lnTo>
                  <a:pt x="23775" y="11091"/>
                </a:lnTo>
                <a:lnTo>
                  <a:pt x="23752" y="11125"/>
                </a:lnTo>
                <a:lnTo>
                  <a:pt x="23752" y="11171"/>
                </a:lnTo>
                <a:lnTo>
                  <a:pt x="23752" y="11216"/>
                </a:lnTo>
                <a:lnTo>
                  <a:pt x="23763" y="11250"/>
                </a:lnTo>
                <a:lnTo>
                  <a:pt x="23786" y="11284"/>
                </a:lnTo>
                <a:lnTo>
                  <a:pt x="23809" y="11319"/>
                </a:lnTo>
                <a:lnTo>
                  <a:pt x="23832" y="11341"/>
                </a:lnTo>
                <a:lnTo>
                  <a:pt x="23866" y="11364"/>
                </a:lnTo>
                <a:lnTo>
                  <a:pt x="23911" y="11375"/>
                </a:lnTo>
                <a:lnTo>
                  <a:pt x="23945" y="11387"/>
                </a:lnTo>
                <a:lnTo>
                  <a:pt x="23945" y="13741"/>
                </a:lnTo>
                <a:lnTo>
                  <a:pt x="23877" y="13764"/>
                </a:lnTo>
                <a:lnTo>
                  <a:pt x="23820" y="13798"/>
                </a:lnTo>
                <a:lnTo>
                  <a:pt x="23786" y="13867"/>
                </a:lnTo>
                <a:lnTo>
                  <a:pt x="23775" y="13889"/>
                </a:lnTo>
                <a:lnTo>
                  <a:pt x="23775" y="13935"/>
                </a:lnTo>
                <a:lnTo>
                  <a:pt x="23786" y="13992"/>
                </a:lnTo>
                <a:lnTo>
                  <a:pt x="21750" y="15163"/>
                </a:lnTo>
                <a:lnTo>
                  <a:pt x="21727" y="15129"/>
                </a:lnTo>
                <a:lnTo>
                  <a:pt x="21682" y="15107"/>
                </a:lnTo>
                <a:lnTo>
                  <a:pt x="21636" y="15084"/>
                </a:lnTo>
                <a:lnTo>
                  <a:pt x="21545" y="15084"/>
                </a:lnTo>
                <a:lnTo>
                  <a:pt x="21500" y="15095"/>
                </a:lnTo>
                <a:lnTo>
                  <a:pt x="21465" y="15129"/>
                </a:lnTo>
                <a:lnTo>
                  <a:pt x="21431" y="15152"/>
                </a:lnTo>
                <a:lnTo>
                  <a:pt x="19384" y="13980"/>
                </a:lnTo>
                <a:lnTo>
                  <a:pt x="19384" y="13935"/>
                </a:lnTo>
                <a:lnTo>
                  <a:pt x="19384" y="13867"/>
                </a:lnTo>
                <a:lnTo>
                  <a:pt x="19350" y="13821"/>
                </a:lnTo>
                <a:lnTo>
                  <a:pt x="19304" y="13787"/>
                </a:lnTo>
                <a:lnTo>
                  <a:pt x="19247" y="13764"/>
                </a:lnTo>
                <a:lnTo>
                  <a:pt x="19247" y="11353"/>
                </a:lnTo>
                <a:lnTo>
                  <a:pt x="19316" y="11330"/>
                </a:lnTo>
                <a:lnTo>
                  <a:pt x="19361" y="11284"/>
                </a:lnTo>
                <a:lnTo>
                  <a:pt x="19384" y="11239"/>
                </a:lnTo>
                <a:lnTo>
                  <a:pt x="19395" y="11171"/>
                </a:lnTo>
                <a:lnTo>
                  <a:pt x="19384" y="11114"/>
                </a:lnTo>
                <a:lnTo>
                  <a:pt x="21443" y="9931"/>
                </a:lnTo>
                <a:lnTo>
                  <a:pt x="21465" y="9953"/>
                </a:lnTo>
                <a:lnTo>
                  <a:pt x="21500" y="9988"/>
                </a:lnTo>
                <a:lnTo>
                  <a:pt x="21545" y="9999"/>
                </a:lnTo>
                <a:lnTo>
                  <a:pt x="21591" y="10010"/>
                </a:lnTo>
                <a:lnTo>
                  <a:pt x="21636" y="9999"/>
                </a:lnTo>
                <a:lnTo>
                  <a:pt x="21682" y="9976"/>
                </a:lnTo>
                <a:lnTo>
                  <a:pt x="21716" y="9953"/>
                </a:lnTo>
                <a:lnTo>
                  <a:pt x="21750" y="9919"/>
                </a:lnTo>
                <a:close/>
                <a:moveTo>
                  <a:pt x="24127" y="14026"/>
                </a:moveTo>
                <a:lnTo>
                  <a:pt x="26129" y="15186"/>
                </a:lnTo>
                <a:lnTo>
                  <a:pt x="26118" y="15232"/>
                </a:lnTo>
                <a:lnTo>
                  <a:pt x="26107" y="15277"/>
                </a:lnTo>
                <a:lnTo>
                  <a:pt x="26118" y="15323"/>
                </a:lnTo>
                <a:lnTo>
                  <a:pt x="26129" y="15357"/>
                </a:lnTo>
                <a:lnTo>
                  <a:pt x="26141" y="15402"/>
                </a:lnTo>
                <a:lnTo>
                  <a:pt x="26175" y="15436"/>
                </a:lnTo>
                <a:lnTo>
                  <a:pt x="26198" y="15459"/>
                </a:lnTo>
                <a:lnTo>
                  <a:pt x="26232" y="15482"/>
                </a:lnTo>
                <a:lnTo>
                  <a:pt x="26277" y="15493"/>
                </a:lnTo>
                <a:lnTo>
                  <a:pt x="26323" y="15505"/>
                </a:lnTo>
                <a:lnTo>
                  <a:pt x="26323" y="17791"/>
                </a:lnTo>
                <a:lnTo>
                  <a:pt x="26266" y="17791"/>
                </a:lnTo>
                <a:lnTo>
                  <a:pt x="26232" y="17814"/>
                </a:lnTo>
                <a:lnTo>
                  <a:pt x="26186" y="17837"/>
                </a:lnTo>
                <a:lnTo>
                  <a:pt x="26152" y="17871"/>
                </a:lnTo>
                <a:lnTo>
                  <a:pt x="26129" y="17905"/>
                </a:lnTo>
                <a:lnTo>
                  <a:pt x="26107" y="17939"/>
                </a:lnTo>
                <a:lnTo>
                  <a:pt x="26095" y="17984"/>
                </a:lnTo>
                <a:lnTo>
                  <a:pt x="26084" y="18030"/>
                </a:lnTo>
                <a:lnTo>
                  <a:pt x="26095" y="18087"/>
                </a:lnTo>
                <a:lnTo>
                  <a:pt x="26107" y="18132"/>
                </a:lnTo>
                <a:lnTo>
                  <a:pt x="24116" y="19281"/>
                </a:lnTo>
                <a:lnTo>
                  <a:pt x="24082" y="19247"/>
                </a:lnTo>
                <a:lnTo>
                  <a:pt x="24048" y="19224"/>
                </a:lnTo>
                <a:lnTo>
                  <a:pt x="24002" y="19202"/>
                </a:lnTo>
                <a:lnTo>
                  <a:pt x="23923" y="19202"/>
                </a:lnTo>
                <a:lnTo>
                  <a:pt x="23877" y="19224"/>
                </a:lnTo>
                <a:lnTo>
                  <a:pt x="23843" y="19247"/>
                </a:lnTo>
                <a:lnTo>
                  <a:pt x="23820" y="19270"/>
                </a:lnTo>
                <a:lnTo>
                  <a:pt x="21761" y="18087"/>
                </a:lnTo>
                <a:lnTo>
                  <a:pt x="21761" y="18030"/>
                </a:lnTo>
                <a:lnTo>
                  <a:pt x="21750" y="17973"/>
                </a:lnTo>
                <a:lnTo>
                  <a:pt x="21727" y="17916"/>
                </a:lnTo>
                <a:lnTo>
                  <a:pt x="21682" y="17882"/>
                </a:lnTo>
                <a:lnTo>
                  <a:pt x="21625" y="17859"/>
                </a:lnTo>
                <a:lnTo>
                  <a:pt x="21625" y="15471"/>
                </a:lnTo>
                <a:lnTo>
                  <a:pt x="21693" y="15448"/>
                </a:lnTo>
                <a:lnTo>
                  <a:pt x="21738" y="15402"/>
                </a:lnTo>
                <a:lnTo>
                  <a:pt x="21773" y="15345"/>
                </a:lnTo>
                <a:lnTo>
                  <a:pt x="21784" y="15277"/>
                </a:lnTo>
                <a:lnTo>
                  <a:pt x="21784" y="15243"/>
                </a:lnTo>
                <a:lnTo>
                  <a:pt x="21773" y="15209"/>
                </a:lnTo>
                <a:lnTo>
                  <a:pt x="23809" y="14037"/>
                </a:lnTo>
                <a:lnTo>
                  <a:pt x="23832" y="14071"/>
                </a:lnTo>
                <a:lnTo>
                  <a:pt x="23866" y="14094"/>
                </a:lnTo>
                <a:lnTo>
                  <a:pt x="23911" y="14117"/>
                </a:lnTo>
                <a:lnTo>
                  <a:pt x="24014" y="14117"/>
                </a:lnTo>
                <a:lnTo>
                  <a:pt x="24059" y="14094"/>
                </a:lnTo>
                <a:lnTo>
                  <a:pt x="24093" y="14060"/>
                </a:lnTo>
                <a:lnTo>
                  <a:pt x="24127" y="14026"/>
                </a:lnTo>
                <a:close/>
                <a:moveTo>
                  <a:pt x="21738" y="18132"/>
                </a:moveTo>
                <a:lnTo>
                  <a:pt x="23786" y="19315"/>
                </a:lnTo>
                <a:lnTo>
                  <a:pt x="23775" y="19350"/>
                </a:lnTo>
                <a:lnTo>
                  <a:pt x="23775" y="19384"/>
                </a:lnTo>
                <a:lnTo>
                  <a:pt x="23775" y="19418"/>
                </a:lnTo>
                <a:lnTo>
                  <a:pt x="23786" y="19452"/>
                </a:lnTo>
                <a:lnTo>
                  <a:pt x="23832" y="19509"/>
                </a:lnTo>
                <a:lnTo>
                  <a:pt x="23877" y="19554"/>
                </a:lnTo>
                <a:lnTo>
                  <a:pt x="23945" y="19566"/>
                </a:lnTo>
                <a:lnTo>
                  <a:pt x="23945" y="21977"/>
                </a:lnTo>
                <a:lnTo>
                  <a:pt x="23888" y="21989"/>
                </a:lnTo>
                <a:lnTo>
                  <a:pt x="23832" y="22023"/>
                </a:lnTo>
                <a:lnTo>
                  <a:pt x="23809" y="22080"/>
                </a:lnTo>
                <a:lnTo>
                  <a:pt x="23797" y="22136"/>
                </a:lnTo>
                <a:lnTo>
                  <a:pt x="23797" y="22193"/>
                </a:lnTo>
                <a:lnTo>
                  <a:pt x="21818" y="23342"/>
                </a:lnTo>
                <a:lnTo>
                  <a:pt x="21773" y="23285"/>
                </a:lnTo>
                <a:lnTo>
                  <a:pt x="21716" y="23251"/>
                </a:lnTo>
                <a:lnTo>
                  <a:pt x="21659" y="23229"/>
                </a:lnTo>
                <a:lnTo>
                  <a:pt x="21591" y="23217"/>
                </a:lnTo>
                <a:lnTo>
                  <a:pt x="21522" y="23229"/>
                </a:lnTo>
                <a:lnTo>
                  <a:pt x="21465" y="23251"/>
                </a:lnTo>
                <a:lnTo>
                  <a:pt x="21409" y="23285"/>
                </a:lnTo>
                <a:lnTo>
                  <a:pt x="21363" y="23331"/>
                </a:lnTo>
                <a:lnTo>
                  <a:pt x="19475" y="22239"/>
                </a:lnTo>
                <a:lnTo>
                  <a:pt x="19486" y="22193"/>
                </a:lnTo>
                <a:lnTo>
                  <a:pt x="19486" y="22136"/>
                </a:lnTo>
                <a:lnTo>
                  <a:pt x="19486" y="22091"/>
                </a:lnTo>
                <a:lnTo>
                  <a:pt x="19475" y="22045"/>
                </a:lnTo>
                <a:lnTo>
                  <a:pt x="19452" y="22000"/>
                </a:lnTo>
                <a:lnTo>
                  <a:pt x="19418" y="21966"/>
                </a:lnTo>
                <a:lnTo>
                  <a:pt x="19384" y="21932"/>
                </a:lnTo>
                <a:lnTo>
                  <a:pt x="19350" y="21909"/>
                </a:lnTo>
                <a:lnTo>
                  <a:pt x="19304" y="21886"/>
                </a:lnTo>
                <a:lnTo>
                  <a:pt x="19247" y="21875"/>
                </a:lnTo>
                <a:lnTo>
                  <a:pt x="19247" y="19554"/>
                </a:lnTo>
                <a:lnTo>
                  <a:pt x="19304" y="19532"/>
                </a:lnTo>
                <a:lnTo>
                  <a:pt x="19350" y="19497"/>
                </a:lnTo>
                <a:lnTo>
                  <a:pt x="19384" y="19441"/>
                </a:lnTo>
                <a:lnTo>
                  <a:pt x="19384" y="19384"/>
                </a:lnTo>
                <a:lnTo>
                  <a:pt x="19384" y="19327"/>
                </a:lnTo>
                <a:lnTo>
                  <a:pt x="21443" y="18132"/>
                </a:lnTo>
                <a:lnTo>
                  <a:pt x="21465" y="18166"/>
                </a:lnTo>
                <a:lnTo>
                  <a:pt x="21500" y="18189"/>
                </a:lnTo>
                <a:lnTo>
                  <a:pt x="21545" y="18212"/>
                </a:lnTo>
                <a:lnTo>
                  <a:pt x="21636" y="18212"/>
                </a:lnTo>
                <a:lnTo>
                  <a:pt x="21682" y="18189"/>
                </a:lnTo>
                <a:lnTo>
                  <a:pt x="21716" y="18166"/>
                </a:lnTo>
                <a:lnTo>
                  <a:pt x="21738" y="18132"/>
                </a:lnTo>
                <a:close/>
                <a:moveTo>
                  <a:pt x="26550" y="18166"/>
                </a:moveTo>
                <a:lnTo>
                  <a:pt x="28473" y="19281"/>
                </a:lnTo>
                <a:lnTo>
                  <a:pt x="28461" y="19327"/>
                </a:lnTo>
                <a:lnTo>
                  <a:pt x="28450" y="19384"/>
                </a:lnTo>
                <a:lnTo>
                  <a:pt x="28461" y="19429"/>
                </a:lnTo>
                <a:lnTo>
                  <a:pt x="28473" y="19475"/>
                </a:lnTo>
                <a:lnTo>
                  <a:pt x="28495" y="19520"/>
                </a:lnTo>
                <a:lnTo>
                  <a:pt x="28518" y="19554"/>
                </a:lnTo>
                <a:lnTo>
                  <a:pt x="28552" y="19588"/>
                </a:lnTo>
                <a:lnTo>
                  <a:pt x="28598" y="19611"/>
                </a:lnTo>
                <a:lnTo>
                  <a:pt x="28643" y="19623"/>
                </a:lnTo>
                <a:lnTo>
                  <a:pt x="28689" y="19634"/>
                </a:lnTo>
                <a:lnTo>
                  <a:pt x="28689" y="21909"/>
                </a:lnTo>
                <a:lnTo>
                  <a:pt x="28643" y="21920"/>
                </a:lnTo>
                <a:lnTo>
                  <a:pt x="28598" y="21932"/>
                </a:lnTo>
                <a:lnTo>
                  <a:pt x="28564" y="21954"/>
                </a:lnTo>
                <a:lnTo>
                  <a:pt x="28530" y="21977"/>
                </a:lnTo>
                <a:lnTo>
                  <a:pt x="28507" y="22011"/>
                </a:lnTo>
                <a:lnTo>
                  <a:pt x="28484" y="22057"/>
                </a:lnTo>
                <a:lnTo>
                  <a:pt x="28473" y="22091"/>
                </a:lnTo>
                <a:lnTo>
                  <a:pt x="28473" y="22136"/>
                </a:lnTo>
                <a:lnTo>
                  <a:pt x="28473" y="22182"/>
                </a:lnTo>
                <a:lnTo>
                  <a:pt x="28484" y="22227"/>
                </a:lnTo>
                <a:lnTo>
                  <a:pt x="26550" y="23342"/>
                </a:lnTo>
                <a:lnTo>
                  <a:pt x="26505" y="23297"/>
                </a:lnTo>
                <a:lnTo>
                  <a:pt x="26459" y="23263"/>
                </a:lnTo>
                <a:lnTo>
                  <a:pt x="26402" y="23240"/>
                </a:lnTo>
                <a:lnTo>
                  <a:pt x="26277" y="23240"/>
                </a:lnTo>
                <a:lnTo>
                  <a:pt x="26220" y="23263"/>
                </a:lnTo>
                <a:lnTo>
                  <a:pt x="26175" y="23297"/>
                </a:lnTo>
                <a:lnTo>
                  <a:pt x="26129" y="23342"/>
                </a:lnTo>
                <a:lnTo>
                  <a:pt x="24127" y="22182"/>
                </a:lnTo>
                <a:lnTo>
                  <a:pt x="24127" y="22136"/>
                </a:lnTo>
                <a:lnTo>
                  <a:pt x="24116" y="22080"/>
                </a:lnTo>
                <a:lnTo>
                  <a:pt x="24093" y="22034"/>
                </a:lnTo>
                <a:lnTo>
                  <a:pt x="24048" y="22000"/>
                </a:lnTo>
                <a:lnTo>
                  <a:pt x="23991" y="21977"/>
                </a:lnTo>
                <a:lnTo>
                  <a:pt x="23991" y="19566"/>
                </a:lnTo>
                <a:lnTo>
                  <a:pt x="24048" y="19543"/>
                </a:lnTo>
                <a:lnTo>
                  <a:pt x="24105" y="19509"/>
                </a:lnTo>
                <a:lnTo>
                  <a:pt x="24139" y="19452"/>
                </a:lnTo>
                <a:lnTo>
                  <a:pt x="24150" y="19384"/>
                </a:lnTo>
                <a:lnTo>
                  <a:pt x="24139" y="19315"/>
                </a:lnTo>
                <a:lnTo>
                  <a:pt x="26129" y="18166"/>
                </a:lnTo>
                <a:lnTo>
                  <a:pt x="26164" y="18212"/>
                </a:lnTo>
                <a:lnTo>
                  <a:pt x="26220" y="18257"/>
                </a:lnTo>
                <a:lnTo>
                  <a:pt x="26277" y="18280"/>
                </a:lnTo>
                <a:lnTo>
                  <a:pt x="26402" y="18280"/>
                </a:lnTo>
                <a:lnTo>
                  <a:pt x="26459" y="18257"/>
                </a:lnTo>
                <a:lnTo>
                  <a:pt x="26516" y="18212"/>
                </a:lnTo>
                <a:lnTo>
                  <a:pt x="26550" y="18166"/>
                </a:lnTo>
                <a:close/>
                <a:moveTo>
                  <a:pt x="36026" y="18166"/>
                </a:moveTo>
                <a:lnTo>
                  <a:pt x="38028" y="19327"/>
                </a:lnTo>
                <a:lnTo>
                  <a:pt x="38017" y="19384"/>
                </a:lnTo>
                <a:lnTo>
                  <a:pt x="38028" y="19441"/>
                </a:lnTo>
                <a:lnTo>
                  <a:pt x="38062" y="19497"/>
                </a:lnTo>
                <a:lnTo>
                  <a:pt x="38108" y="19532"/>
                </a:lnTo>
                <a:lnTo>
                  <a:pt x="38165" y="19554"/>
                </a:lnTo>
                <a:lnTo>
                  <a:pt x="38165" y="21954"/>
                </a:lnTo>
                <a:lnTo>
                  <a:pt x="38108" y="21977"/>
                </a:lnTo>
                <a:lnTo>
                  <a:pt x="38051" y="22011"/>
                </a:lnTo>
                <a:lnTo>
                  <a:pt x="38017" y="22068"/>
                </a:lnTo>
                <a:lnTo>
                  <a:pt x="38005" y="22136"/>
                </a:lnTo>
                <a:lnTo>
                  <a:pt x="38017" y="22205"/>
                </a:lnTo>
                <a:lnTo>
                  <a:pt x="36003" y="23365"/>
                </a:lnTo>
                <a:lnTo>
                  <a:pt x="35969" y="23331"/>
                </a:lnTo>
                <a:lnTo>
                  <a:pt x="35924" y="23297"/>
                </a:lnTo>
                <a:lnTo>
                  <a:pt x="35878" y="23274"/>
                </a:lnTo>
                <a:lnTo>
                  <a:pt x="35764" y="23274"/>
                </a:lnTo>
                <a:lnTo>
                  <a:pt x="35719" y="23297"/>
                </a:lnTo>
                <a:lnTo>
                  <a:pt x="35673" y="23331"/>
                </a:lnTo>
                <a:lnTo>
                  <a:pt x="35639" y="23365"/>
                </a:lnTo>
                <a:lnTo>
                  <a:pt x="33683" y="22239"/>
                </a:lnTo>
                <a:lnTo>
                  <a:pt x="33694" y="22193"/>
                </a:lnTo>
                <a:lnTo>
                  <a:pt x="33705" y="22136"/>
                </a:lnTo>
                <a:lnTo>
                  <a:pt x="33694" y="22091"/>
                </a:lnTo>
                <a:lnTo>
                  <a:pt x="33683" y="22045"/>
                </a:lnTo>
                <a:lnTo>
                  <a:pt x="33660" y="22011"/>
                </a:lnTo>
                <a:lnTo>
                  <a:pt x="33637" y="21966"/>
                </a:lnTo>
                <a:lnTo>
                  <a:pt x="33603" y="21943"/>
                </a:lnTo>
                <a:lnTo>
                  <a:pt x="33569" y="21920"/>
                </a:lnTo>
                <a:lnTo>
                  <a:pt x="33523" y="21898"/>
                </a:lnTo>
                <a:lnTo>
                  <a:pt x="33478" y="21886"/>
                </a:lnTo>
                <a:lnTo>
                  <a:pt x="33478" y="19645"/>
                </a:lnTo>
                <a:lnTo>
                  <a:pt x="33523" y="19634"/>
                </a:lnTo>
                <a:lnTo>
                  <a:pt x="33569" y="19623"/>
                </a:lnTo>
                <a:lnTo>
                  <a:pt x="33603" y="19588"/>
                </a:lnTo>
                <a:lnTo>
                  <a:pt x="33637" y="19566"/>
                </a:lnTo>
                <a:lnTo>
                  <a:pt x="33671" y="19520"/>
                </a:lnTo>
                <a:lnTo>
                  <a:pt x="33694" y="19475"/>
                </a:lnTo>
                <a:lnTo>
                  <a:pt x="33705" y="19429"/>
                </a:lnTo>
                <a:lnTo>
                  <a:pt x="33705" y="19384"/>
                </a:lnTo>
                <a:lnTo>
                  <a:pt x="33705" y="19327"/>
                </a:lnTo>
                <a:lnTo>
                  <a:pt x="33683" y="19281"/>
                </a:lnTo>
                <a:lnTo>
                  <a:pt x="35616" y="18166"/>
                </a:lnTo>
                <a:lnTo>
                  <a:pt x="35651" y="18212"/>
                </a:lnTo>
                <a:lnTo>
                  <a:pt x="35696" y="18246"/>
                </a:lnTo>
                <a:lnTo>
                  <a:pt x="35753" y="18269"/>
                </a:lnTo>
                <a:lnTo>
                  <a:pt x="35821" y="18280"/>
                </a:lnTo>
                <a:lnTo>
                  <a:pt x="35878" y="18269"/>
                </a:lnTo>
                <a:lnTo>
                  <a:pt x="35946" y="18246"/>
                </a:lnTo>
                <a:lnTo>
                  <a:pt x="35992" y="18212"/>
                </a:lnTo>
                <a:lnTo>
                  <a:pt x="36026" y="18166"/>
                </a:lnTo>
                <a:close/>
                <a:moveTo>
                  <a:pt x="31305" y="18166"/>
                </a:moveTo>
                <a:lnTo>
                  <a:pt x="33216" y="19270"/>
                </a:lnTo>
                <a:lnTo>
                  <a:pt x="33193" y="19327"/>
                </a:lnTo>
                <a:lnTo>
                  <a:pt x="33193" y="19384"/>
                </a:lnTo>
                <a:lnTo>
                  <a:pt x="33193" y="19429"/>
                </a:lnTo>
                <a:lnTo>
                  <a:pt x="33205" y="19486"/>
                </a:lnTo>
                <a:lnTo>
                  <a:pt x="33228" y="19520"/>
                </a:lnTo>
                <a:lnTo>
                  <a:pt x="33262" y="19566"/>
                </a:lnTo>
                <a:lnTo>
                  <a:pt x="33296" y="19588"/>
                </a:lnTo>
                <a:lnTo>
                  <a:pt x="33330" y="19623"/>
                </a:lnTo>
                <a:lnTo>
                  <a:pt x="33376" y="19634"/>
                </a:lnTo>
                <a:lnTo>
                  <a:pt x="33432" y="19645"/>
                </a:lnTo>
                <a:lnTo>
                  <a:pt x="33432" y="21886"/>
                </a:lnTo>
                <a:lnTo>
                  <a:pt x="33387" y="21898"/>
                </a:lnTo>
                <a:lnTo>
                  <a:pt x="33341" y="21909"/>
                </a:lnTo>
                <a:lnTo>
                  <a:pt x="33296" y="21943"/>
                </a:lnTo>
                <a:lnTo>
                  <a:pt x="33262" y="21966"/>
                </a:lnTo>
                <a:lnTo>
                  <a:pt x="33239" y="22011"/>
                </a:lnTo>
                <a:lnTo>
                  <a:pt x="33216" y="22045"/>
                </a:lnTo>
                <a:lnTo>
                  <a:pt x="33205" y="22091"/>
                </a:lnTo>
                <a:lnTo>
                  <a:pt x="33193" y="22136"/>
                </a:lnTo>
                <a:lnTo>
                  <a:pt x="33205" y="22193"/>
                </a:lnTo>
                <a:lnTo>
                  <a:pt x="33216" y="22239"/>
                </a:lnTo>
                <a:lnTo>
                  <a:pt x="31237" y="23376"/>
                </a:lnTo>
                <a:lnTo>
                  <a:pt x="31203" y="23342"/>
                </a:lnTo>
                <a:lnTo>
                  <a:pt x="31169" y="23320"/>
                </a:lnTo>
                <a:lnTo>
                  <a:pt x="31123" y="23308"/>
                </a:lnTo>
                <a:lnTo>
                  <a:pt x="31078" y="23297"/>
                </a:lnTo>
                <a:lnTo>
                  <a:pt x="31032" y="23308"/>
                </a:lnTo>
                <a:lnTo>
                  <a:pt x="30987" y="23320"/>
                </a:lnTo>
                <a:lnTo>
                  <a:pt x="30953" y="23342"/>
                </a:lnTo>
                <a:lnTo>
                  <a:pt x="30930" y="23376"/>
                </a:lnTo>
                <a:lnTo>
                  <a:pt x="28928" y="22227"/>
                </a:lnTo>
                <a:lnTo>
                  <a:pt x="28939" y="22182"/>
                </a:lnTo>
                <a:lnTo>
                  <a:pt x="28950" y="22136"/>
                </a:lnTo>
                <a:lnTo>
                  <a:pt x="28939" y="22091"/>
                </a:lnTo>
                <a:lnTo>
                  <a:pt x="28928" y="22057"/>
                </a:lnTo>
                <a:lnTo>
                  <a:pt x="28905" y="22011"/>
                </a:lnTo>
                <a:lnTo>
                  <a:pt x="28882" y="21977"/>
                </a:lnTo>
                <a:lnTo>
                  <a:pt x="28848" y="21954"/>
                </a:lnTo>
                <a:lnTo>
                  <a:pt x="28814" y="21932"/>
                </a:lnTo>
                <a:lnTo>
                  <a:pt x="28780" y="21920"/>
                </a:lnTo>
                <a:lnTo>
                  <a:pt x="28734" y="21909"/>
                </a:lnTo>
                <a:lnTo>
                  <a:pt x="28734" y="19634"/>
                </a:lnTo>
                <a:lnTo>
                  <a:pt x="28780" y="19623"/>
                </a:lnTo>
                <a:lnTo>
                  <a:pt x="28825" y="19611"/>
                </a:lnTo>
                <a:lnTo>
                  <a:pt x="28859" y="19588"/>
                </a:lnTo>
                <a:lnTo>
                  <a:pt x="28894" y="19554"/>
                </a:lnTo>
                <a:lnTo>
                  <a:pt x="28928" y="19520"/>
                </a:lnTo>
                <a:lnTo>
                  <a:pt x="28950" y="19475"/>
                </a:lnTo>
                <a:lnTo>
                  <a:pt x="28962" y="19429"/>
                </a:lnTo>
                <a:lnTo>
                  <a:pt x="28962" y="19384"/>
                </a:lnTo>
                <a:lnTo>
                  <a:pt x="28962" y="19327"/>
                </a:lnTo>
                <a:lnTo>
                  <a:pt x="28939" y="19281"/>
                </a:lnTo>
                <a:lnTo>
                  <a:pt x="30862" y="18178"/>
                </a:lnTo>
                <a:lnTo>
                  <a:pt x="30896" y="18223"/>
                </a:lnTo>
                <a:lnTo>
                  <a:pt x="30953" y="18257"/>
                </a:lnTo>
                <a:lnTo>
                  <a:pt x="31009" y="18280"/>
                </a:lnTo>
                <a:lnTo>
                  <a:pt x="31078" y="18292"/>
                </a:lnTo>
                <a:lnTo>
                  <a:pt x="31146" y="18280"/>
                </a:lnTo>
                <a:lnTo>
                  <a:pt x="31203" y="18257"/>
                </a:lnTo>
                <a:lnTo>
                  <a:pt x="31260" y="18223"/>
                </a:lnTo>
                <a:lnTo>
                  <a:pt x="31305" y="18166"/>
                </a:lnTo>
                <a:close/>
                <a:moveTo>
                  <a:pt x="14674" y="22262"/>
                </a:moveTo>
                <a:lnTo>
                  <a:pt x="16676" y="23411"/>
                </a:lnTo>
                <a:lnTo>
                  <a:pt x="16665" y="23445"/>
                </a:lnTo>
                <a:lnTo>
                  <a:pt x="16665" y="23490"/>
                </a:lnTo>
                <a:lnTo>
                  <a:pt x="16665" y="23524"/>
                </a:lnTo>
                <a:lnTo>
                  <a:pt x="16676" y="23558"/>
                </a:lnTo>
                <a:lnTo>
                  <a:pt x="16711" y="23615"/>
                </a:lnTo>
                <a:lnTo>
                  <a:pt x="16767" y="23661"/>
                </a:lnTo>
                <a:lnTo>
                  <a:pt x="16802" y="23672"/>
                </a:lnTo>
                <a:lnTo>
                  <a:pt x="16836" y="23672"/>
                </a:lnTo>
                <a:lnTo>
                  <a:pt x="16836" y="26004"/>
                </a:lnTo>
                <a:lnTo>
                  <a:pt x="16790" y="26015"/>
                </a:lnTo>
                <a:lnTo>
                  <a:pt x="16745" y="26027"/>
                </a:lnTo>
                <a:lnTo>
                  <a:pt x="16711" y="26050"/>
                </a:lnTo>
                <a:lnTo>
                  <a:pt x="16676" y="26084"/>
                </a:lnTo>
                <a:lnTo>
                  <a:pt x="16642" y="26118"/>
                </a:lnTo>
                <a:lnTo>
                  <a:pt x="16620" y="26152"/>
                </a:lnTo>
                <a:lnTo>
                  <a:pt x="16608" y="26197"/>
                </a:lnTo>
                <a:lnTo>
                  <a:pt x="16608" y="26243"/>
                </a:lnTo>
                <a:lnTo>
                  <a:pt x="16608" y="26288"/>
                </a:lnTo>
                <a:lnTo>
                  <a:pt x="16631" y="26334"/>
                </a:lnTo>
                <a:lnTo>
                  <a:pt x="14697" y="27449"/>
                </a:lnTo>
                <a:lnTo>
                  <a:pt x="14652" y="27403"/>
                </a:lnTo>
                <a:lnTo>
                  <a:pt x="14606" y="27369"/>
                </a:lnTo>
                <a:lnTo>
                  <a:pt x="14549" y="27346"/>
                </a:lnTo>
                <a:lnTo>
                  <a:pt x="14481" y="27335"/>
                </a:lnTo>
                <a:lnTo>
                  <a:pt x="14413" y="27346"/>
                </a:lnTo>
                <a:lnTo>
                  <a:pt x="14356" y="27369"/>
                </a:lnTo>
                <a:lnTo>
                  <a:pt x="14310" y="27403"/>
                </a:lnTo>
                <a:lnTo>
                  <a:pt x="14265" y="27449"/>
                </a:lnTo>
                <a:lnTo>
                  <a:pt x="12331" y="26334"/>
                </a:lnTo>
                <a:lnTo>
                  <a:pt x="12342" y="26288"/>
                </a:lnTo>
                <a:lnTo>
                  <a:pt x="12354" y="26243"/>
                </a:lnTo>
                <a:lnTo>
                  <a:pt x="12342" y="26197"/>
                </a:lnTo>
                <a:lnTo>
                  <a:pt x="12331" y="26163"/>
                </a:lnTo>
                <a:lnTo>
                  <a:pt x="12320" y="26118"/>
                </a:lnTo>
                <a:lnTo>
                  <a:pt x="12286" y="26084"/>
                </a:lnTo>
                <a:lnTo>
                  <a:pt x="12263" y="26050"/>
                </a:lnTo>
                <a:lnTo>
                  <a:pt x="12229" y="26027"/>
                </a:lnTo>
                <a:lnTo>
                  <a:pt x="12183" y="26015"/>
                </a:lnTo>
                <a:lnTo>
                  <a:pt x="12138" y="26004"/>
                </a:lnTo>
                <a:lnTo>
                  <a:pt x="12138" y="23752"/>
                </a:lnTo>
                <a:lnTo>
                  <a:pt x="12183" y="23740"/>
                </a:lnTo>
                <a:lnTo>
                  <a:pt x="12229" y="23718"/>
                </a:lnTo>
                <a:lnTo>
                  <a:pt x="12274" y="23695"/>
                </a:lnTo>
                <a:lnTo>
                  <a:pt x="12308" y="23661"/>
                </a:lnTo>
                <a:lnTo>
                  <a:pt x="12331" y="23627"/>
                </a:lnTo>
                <a:lnTo>
                  <a:pt x="12354" y="23581"/>
                </a:lnTo>
                <a:lnTo>
                  <a:pt x="12365" y="23536"/>
                </a:lnTo>
                <a:lnTo>
                  <a:pt x="12377" y="23490"/>
                </a:lnTo>
                <a:lnTo>
                  <a:pt x="12365" y="23433"/>
                </a:lnTo>
                <a:lnTo>
                  <a:pt x="12354" y="23388"/>
                </a:lnTo>
                <a:lnTo>
                  <a:pt x="14288" y="22262"/>
                </a:lnTo>
                <a:lnTo>
                  <a:pt x="14322" y="22307"/>
                </a:lnTo>
                <a:lnTo>
                  <a:pt x="14367" y="22341"/>
                </a:lnTo>
                <a:lnTo>
                  <a:pt x="14424" y="22364"/>
                </a:lnTo>
                <a:lnTo>
                  <a:pt x="14538" y="22364"/>
                </a:lnTo>
                <a:lnTo>
                  <a:pt x="14595" y="22341"/>
                </a:lnTo>
                <a:lnTo>
                  <a:pt x="14640" y="22307"/>
                </a:lnTo>
                <a:lnTo>
                  <a:pt x="14674" y="22262"/>
                </a:lnTo>
                <a:close/>
                <a:moveTo>
                  <a:pt x="24105" y="22227"/>
                </a:moveTo>
                <a:lnTo>
                  <a:pt x="26107" y="23388"/>
                </a:lnTo>
                <a:lnTo>
                  <a:pt x="26095" y="23433"/>
                </a:lnTo>
                <a:lnTo>
                  <a:pt x="26084" y="23490"/>
                </a:lnTo>
                <a:lnTo>
                  <a:pt x="26095" y="23536"/>
                </a:lnTo>
                <a:lnTo>
                  <a:pt x="26107" y="23581"/>
                </a:lnTo>
                <a:lnTo>
                  <a:pt x="26129" y="23627"/>
                </a:lnTo>
                <a:lnTo>
                  <a:pt x="26152" y="23661"/>
                </a:lnTo>
                <a:lnTo>
                  <a:pt x="26186" y="23684"/>
                </a:lnTo>
                <a:lnTo>
                  <a:pt x="26232" y="23718"/>
                </a:lnTo>
                <a:lnTo>
                  <a:pt x="26266" y="23729"/>
                </a:lnTo>
                <a:lnTo>
                  <a:pt x="26323" y="23740"/>
                </a:lnTo>
                <a:lnTo>
                  <a:pt x="26323" y="26050"/>
                </a:lnTo>
                <a:lnTo>
                  <a:pt x="26255" y="26072"/>
                </a:lnTo>
                <a:lnTo>
                  <a:pt x="26198" y="26118"/>
                </a:lnTo>
                <a:lnTo>
                  <a:pt x="26164" y="26175"/>
                </a:lnTo>
                <a:lnTo>
                  <a:pt x="26152" y="26209"/>
                </a:lnTo>
                <a:lnTo>
                  <a:pt x="26141" y="26243"/>
                </a:lnTo>
                <a:lnTo>
                  <a:pt x="26152" y="26311"/>
                </a:lnTo>
                <a:lnTo>
                  <a:pt x="24105" y="27494"/>
                </a:lnTo>
                <a:lnTo>
                  <a:pt x="24082" y="27460"/>
                </a:lnTo>
                <a:lnTo>
                  <a:pt x="24048" y="27437"/>
                </a:lnTo>
                <a:lnTo>
                  <a:pt x="24002" y="27426"/>
                </a:lnTo>
                <a:lnTo>
                  <a:pt x="23957" y="27415"/>
                </a:lnTo>
                <a:lnTo>
                  <a:pt x="23923" y="27426"/>
                </a:lnTo>
                <a:lnTo>
                  <a:pt x="23877" y="27437"/>
                </a:lnTo>
                <a:lnTo>
                  <a:pt x="23854" y="27460"/>
                </a:lnTo>
                <a:lnTo>
                  <a:pt x="23820" y="27483"/>
                </a:lnTo>
                <a:lnTo>
                  <a:pt x="21750" y="26288"/>
                </a:lnTo>
                <a:lnTo>
                  <a:pt x="21761" y="26243"/>
                </a:lnTo>
                <a:lnTo>
                  <a:pt x="21750" y="26186"/>
                </a:lnTo>
                <a:lnTo>
                  <a:pt x="21716" y="26141"/>
                </a:lnTo>
                <a:lnTo>
                  <a:pt x="21682" y="26095"/>
                </a:lnTo>
                <a:lnTo>
                  <a:pt x="21625" y="26072"/>
                </a:lnTo>
                <a:lnTo>
                  <a:pt x="21625" y="23752"/>
                </a:lnTo>
                <a:lnTo>
                  <a:pt x="21670" y="23740"/>
                </a:lnTo>
                <a:lnTo>
                  <a:pt x="21716" y="23729"/>
                </a:lnTo>
                <a:lnTo>
                  <a:pt x="21750" y="23695"/>
                </a:lnTo>
                <a:lnTo>
                  <a:pt x="21795" y="23672"/>
                </a:lnTo>
                <a:lnTo>
                  <a:pt x="21818" y="23627"/>
                </a:lnTo>
                <a:lnTo>
                  <a:pt x="21841" y="23581"/>
                </a:lnTo>
                <a:lnTo>
                  <a:pt x="21852" y="23536"/>
                </a:lnTo>
                <a:lnTo>
                  <a:pt x="21864" y="23490"/>
                </a:lnTo>
                <a:lnTo>
                  <a:pt x="21852" y="23433"/>
                </a:lnTo>
                <a:lnTo>
                  <a:pt x="21841" y="23388"/>
                </a:lnTo>
                <a:lnTo>
                  <a:pt x="23820" y="22239"/>
                </a:lnTo>
                <a:lnTo>
                  <a:pt x="23843" y="22262"/>
                </a:lnTo>
                <a:lnTo>
                  <a:pt x="23877" y="22296"/>
                </a:lnTo>
                <a:lnTo>
                  <a:pt x="23923" y="22307"/>
                </a:lnTo>
                <a:lnTo>
                  <a:pt x="24002" y="22307"/>
                </a:lnTo>
                <a:lnTo>
                  <a:pt x="24048" y="22284"/>
                </a:lnTo>
                <a:lnTo>
                  <a:pt x="24082" y="22262"/>
                </a:lnTo>
                <a:lnTo>
                  <a:pt x="24105" y="22227"/>
                </a:lnTo>
                <a:close/>
                <a:moveTo>
                  <a:pt x="2810" y="26357"/>
                </a:moveTo>
                <a:lnTo>
                  <a:pt x="4766" y="27483"/>
                </a:lnTo>
                <a:lnTo>
                  <a:pt x="4755" y="27540"/>
                </a:lnTo>
                <a:lnTo>
                  <a:pt x="4744" y="27597"/>
                </a:lnTo>
                <a:lnTo>
                  <a:pt x="4744" y="27642"/>
                </a:lnTo>
                <a:lnTo>
                  <a:pt x="4766" y="27688"/>
                </a:lnTo>
                <a:lnTo>
                  <a:pt x="4789" y="27733"/>
                </a:lnTo>
                <a:lnTo>
                  <a:pt x="4812" y="27767"/>
                </a:lnTo>
                <a:lnTo>
                  <a:pt x="4846" y="27801"/>
                </a:lnTo>
                <a:lnTo>
                  <a:pt x="4892" y="27824"/>
                </a:lnTo>
                <a:lnTo>
                  <a:pt x="4937" y="27836"/>
                </a:lnTo>
                <a:lnTo>
                  <a:pt x="4983" y="27847"/>
                </a:lnTo>
                <a:lnTo>
                  <a:pt x="4983" y="30168"/>
                </a:lnTo>
                <a:lnTo>
                  <a:pt x="4948" y="30168"/>
                </a:lnTo>
                <a:lnTo>
                  <a:pt x="4914" y="30179"/>
                </a:lnTo>
                <a:lnTo>
                  <a:pt x="4857" y="30224"/>
                </a:lnTo>
                <a:lnTo>
                  <a:pt x="4823" y="30281"/>
                </a:lnTo>
                <a:lnTo>
                  <a:pt x="4812" y="30315"/>
                </a:lnTo>
                <a:lnTo>
                  <a:pt x="4812" y="30350"/>
                </a:lnTo>
                <a:lnTo>
                  <a:pt x="4823" y="30418"/>
                </a:lnTo>
                <a:lnTo>
                  <a:pt x="2855" y="31555"/>
                </a:lnTo>
                <a:lnTo>
                  <a:pt x="2810" y="31498"/>
                </a:lnTo>
                <a:lnTo>
                  <a:pt x="2764" y="31464"/>
                </a:lnTo>
                <a:lnTo>
                  <a:pt x="2696" y="31442"/>
                </a:lnTo>
                <a:lnTo>
                  <a:pt x="2628" y="31430"/>
                </a:lnTo>
                <a:lnTo>
                  <a:pt x="2560" y="31442"/>
                </a:lnTo>
                <a:lnTo>
                  <a:pt x="2503" y="31464"/>
                </a:lnTo>
                <a:lnTo>
                  <a:pt x="2446" y="31498"/>
                </a:lnTo>
                <a:lnTo>
                  <a:pt x="2400" y="31544"/>
                </a:lnTo>
                <a:lnTo>
                  <a:pt x="489" y="30441"/>
                </a:lnTo>
                <a:lnTo>
                  <a:pt x="501" y="30395"/>
                </a:lnTo>
                <a:lnTo>
                  <a:pt x="501" y="30350"/>
                </a:lnTo>
                <a:lnTo>
                  <a:pt x="501" y="30304"/>
                </a:lnTo>
                <a:lnTo>
                  <a:pt x="489" y="30259"/>
                </a:lnTo>
                <a:lnTo>
                  <a:pt x="466" y="30224"/>
                </a:lnTo>
                <a:lnTo>
                  <a:pt x="444" y="30190"/>
                </a:lnTo>
                <a:lnTo>
                  <a:pt x="410" y="30156"/>
                </a:lnTo>
                <a:lnTo>
                  <a:pt x="375" y="30133"/>
                </a:lnTo>
                <a:lnTo>
                  <a:pt x="330" y="30122"/>
                </a:lnTo>
                <a:lnTo>
                  <a:pt x="284" y="30111"/>
                </a:lnTo>
                <a:lnTo>
                  <a:pt x="284" y="27847"/>
                </a:lnTo>
                <a:lnTo>
                  <a:pt x="330" y="27836"/>
                </a:lnTo>
                <a:lnTo>
                  <a:pt x="375" y="27813"/>
                </a:lnTo>
                <a:lnTo>
                  <a:pt x="410" y="27790"/>
                </a:lnTo>
                <a:lnTo>
                  <a:pt x="444" y="27767"/>
                </a:lnTo>
                <a:lnTo>
                  <a:pt x="478" y="27722"/>
                </a:lnTo>
                <a:lnTo>
                  <a:pt x="489" y="27688"/>
                </a:lnTo>
                <a:lnTo>
                  <a:pt x="512" y="27642"/>
                </a:lnTo>
                <a:lnTo>
                  <a:pt x="512" y="27597"/>
                </a:lnTo>
                <a:lnTo>
                  <a:pt x="501" y="27540"/>
                </a:lnTo>
                <a:lnTo>
                  <a:pt x="489" y="27494"/>
                </a:lnTo>
                <a:lnTo>
                  <a:pt x="2446" y="26368"/>
                </a:lnTo>
                <a:lnTo>
                  <a:pt x="2480" y="26402"/>
                </a:lnTo>
                <a:lnTo>
                  <a:pt x="2525" y="26436"/>
                </a:lnTo>
                <a:lnTo>
                  <a:pt x="2571" y="26459"/>
                </a:lnTo>
                <a:lnTo>
                  <a:pt x="2685" y="26459"/>
                </a:lnTo>
                <a:lnTo>
                  <a:pt x="2730" y="26436"/>
                </a:lnTo>
                <a:lnTo>
                  <a:pt x="2776" y="26402"/>
                </a:lnTo>
                <a:lnTo>
                  <a:pt x="2810" y="26357"/>
                </a:lnTo>
                <a:close/>
                <a:moveTo>
                  <a:pt x="40758" y="26368"/>
                </a:moveTo>
                <a:lnTo>
                  <a:pt x="42760" y="27528"/>
                </a:lnTo>
                <a:lnTo>
                  <a:pt x="42749" y="27597"/>
                </a:lnTo>
                <a:lnTo>
                  <a:pt x="42760" y="27665"/>
                </a:lnTo>
                <a:lnTo>
                  <a:pt x="42794" y="27710"/>
                </a:lnTo>
                <a:lnTo>
                  <a:pt x="42851" y="27756"/>
                </a:lnTo>
                <a:lnTo>
                  <a:pt x="42908" y="27767"/>
                </a:lnTo>
                <a:lnTo>
                  <a:pt x="42908" y="30156"/>
                </a:lnTo>
                <a:lnTo>
                  <a:pt x="42874" y="30156"/>
                </a:lnTo>
                <a:lnTo>
                  <a:pt x="42840" y="30168"/>
                </a:lnTo>
                <a:lnTo>
                  <a:pt x="42783" y="30213"/>
                </a:lnTo>
                <a:lnTo>
                  <a:pt x="42737" y="30281"/>
                </a:lnTo>
                <a:lnTo>
                  <a:pt x="42726" y="30315"/>
                </a:lnTo>
                <a:lnTo>
                  <a:pt x="42726" y="30350"/>
                </a:lnTo>
                <a:lnTo>
                  <a:pt x="42726" y="30384"/>
                </a:lnTo>
                <a:lnTo>
                  <a:pt x="42737" y="30418"/>
                </a:lnTo>
                <a:lnTo>
                  <a:pt x="40758" y="31567"/>
                </a:lnTo>
                <a:lnTo>
                  <a:pt x="40724" y="31521"/>
                </a:lnTo>
                <a:lnTo>
                  <a:pt x="40679" y="31487"/>
                </a:lnTo>
                <a:lnTo>
                  <a:pt x="40622" y="31464"/>
                </a:lnTo>
                <a:lnTo>
                  <a:pt x="40565" y="31453"/>
                </a:lnTo>
                <a:lnTo>
                  <a:pt x="40497" y="31464"/>
                </a:lnTo>
                <a:lnTo>
                  <a:pt x="40440" y="31487"/>
                </a:lnTo>
                <a:lnTo>
                  <a:pt x="40394" y="31521"/>
                </a:lnTo>
                <a:lnTo>
                  <a:pt x="40360" y="31567"/>
                </a:lnTo>
                <a:lnTo>
                  <a:pt x="38392" y="30429"/>
                </a:lnTo>
                <a:lnTo>
                  <a:pt x="38403" y="30384"/>
                </a:lnTo>
                <a:lnTo>
                  <a:pt x="38403" y="30350"/>
                </a:lnTo>
                <a:lnTo>
                  <a:pt x="38403" y="30315"/>
                </a:lnTo>
                <a:lnTo>
                  <a:pt x="38392" y="30270"/>
                </a:lnTo>
                <a:lnTo>
                  <a:pt x="38369" y="30236"/>
                </a:lnTo>
                <a:lnTo>
                  <a:pt x="38347" y="30213"/>
                </a:lnTo>
                <a:lnTo>
                  <a:pt x="38290" y="30168"/>
                </a:lnTo>
                <a:lnTo>
                  <a:pt x="38256" y="30145"/>
                </a:lnTo>
                <a:lnTo>
                  <a:pt x="38210" y="30145"/>
                </a:lnTo>
                <a:lnTo>
                  <a:pt x="38210" y="27836"/>
                </a:lnTo>
                <a:lnTo>
                  <a:pt x="38256" y="27836"/>
                </a:lnTo>
                <a:lnTo>
                  <a:pt x="38301" y="27813"/>
                </a:lnTo>
                <a:lnTo>
                  <a:pt x="38335" y="27790"/>
                </a:lnTo>
                <a:lnTo>
                  <a:pt x="38369" y="27756"/>
                </a:lnTo>
                <a:lnTo>
                  <a:pt x="38403" y="27722"/>
                </a:lnTo>
                <a:lnTo>
                  <a:pt x="38415" y="27688"/>
                </a:lnTo>
                <a:lnTo>
                  <a:pt x="38438" y="27642"/>
                </a:lnTo>
                <a:lnTo>
                  <a:pt x="38438" y="27597"/>
                </a:lnTo>
                <a:lnTo>
                  <a:pt x="38426" y="27540"/>
                </a:lnTo>
                <a:lnTo>
                  <a:pt x="38415" y="27494"/>
                </a:lnTo>
                <a:lnTo>
                  <a:pt x="40360" y="26380"/>
                </a:lnTo>
                <a:lnTo>
                  <a:pt x="40394" y="26414"/>
                </a:lnTo>
                <a:lnTo>
                  <a:pt x="40440" y="26448"/>
                </a:lnTo>
                <a:lnTo>
                  <a:pt x="40497" y="26471"/>
                </a:lnTo>
                <a:lnTo>
                  <a:pt x="40565" y="26482"/>
                </a:lnTo>
                <a:lnTo>
                  <a:pt x="40622" y="26471"/>
                </a:lnTo>
                <a:lnTo>
                  <a:pt x="40679" y="26448"/>
                </a:lnTo>
                <a:lnTo>
                  <a:pt x="40724" y="26414"/>
                </a:lnTo>
                <a:lnTo>
                  <a:pt x="40758" y="26368"/>
                </a:lnTo>
                <a:close/>
                <a:moveTo>
                  <a:pt x="45468" y="26357"/>
                </a:moveTo>
                <a:lnTo>
                  <a:pt x="47470" y="27506"/>
                </a:lnTo>
                <a:lnTo>
                  <a:pt x="47458" y="27551"/>
                </a:lnTo>
                <a:lnTo>
                  <a:pt x="47447" y="27597"/>
                </a:lnTo>
                <a:lnTo>
                  <a:pt x="47458" y="27631"/>
                </a:lnTo>
                <a:lnTo>
                  <a:pt x="47470" y="27676"/>
                </a:lnTo>
                <a:lnTo>
                  <a:pt x="47481" y="27710"/>
                </a:lnTo>
                <a:lnTo>
                  <a:pt x="47504" y="27745"/>
                </a:lnTo>
                <a:lnTo>
                  <a:pt x="47538" y="27767"/>
                </a:lnTo>
                <a:lnTo>
                  <a:pt x="47572" y="27790"/>
                </a:lnTo>
                <a:lnTo>
                  <a:pt x="47606" y="27801"/>
                </a:lnTo>
                <a:lnTo>
                  <a:pt x="47652" y="27813"/>
                </a:lnTo>
                <a:lnTo>
                  <a:pt x="47652" y="30145"/>
                </a:lnTo>
                <a:lnTo>
                  <a:pt x="47606" y="30145"/>
                </a:lnTo>
                <a:lnTo>
                  <a:pt x="47572" y="30156"/>
                </a:lnTo>
                <a:lnTo>
                  <a:pt x="47538" y="30179"/>
                </a:lnTo>
                <a:lnTo>
                  <a:pt x="47515" y="30202"/>
                </a:lnTo>
                <a:lnTo>
                  <a:pt x="47492" y="30236"/>
                </a:lnTo>
                <a:lnTo>
                  <a:pt x="47470" y="30270"/>
                </a:lnTo>
                <a:lnTo>
                  <a:pt x="47458" y="30315"/>
                </a:lnTo>
                <a:lnTo>
                  <a:pt x="47458" y="30350"/>
                </a:lnTo>
                <a:lnTo>
                  <a:pt x="47458" y="30395"/>
                </a:lnTo>
                <a:lnTo>
                  <a:pt x="47470" y="30429"/>
                </a:lnTo>
                <a:lnTo>
                  <a:pt x="45490" y="31567"/>
                </a:lnTo>
                <a:lnTo>
                  <a:pt x="45456" y="31533"/>
                </a:lnTo>
                <a:lnTo>
                  <a:pt x="45411" y="31498"/>
                </a:lnTo>
                <a:lnTo>
                  <a:pt x="45354" y="31476"/>
                </a:lnTo>
                <a:lnTo>
                  <a:pt x="45297" y="31464"/>
                </a:lnTo>
                <a:lnTo>
                  <a:pt x="45240" y="31476"/>
                </a:lnTo>
                <a:lnTo>
                  <a:pt x="45195" y="31498"/>
                </a:lnTo>
                <a:lnTo>
                  <a:pt x="45149" y="31533"/>
                </a:lnTo>
                <a:lnTo>
                  <a:pt x="45115" y="31567"/>
                </a:lnTo>
                <a:lnTo>
                  <a:pt x="43124" y="30418"/>
                </a:lnTo>
                <a:lnTo>
                  <a:pt x="43136" y="30350"/>
                </a:lnTo>
                <a:lnTo>
                  <a:pt x="43124" y="30315"/>
                </a:lnTo>
                <a:lnTo>
                  <a:pt x="43124" y="30281"/>
                </a:lnTo>
                <a:lnTo>
                  <a:pt x="43079" y="30213"/>
                </a:lnTo>
                <a:lnTo>
                  <a:pt x="43022" y="30179"/>
                </a:lnTo>
                <a:lnTo>
                  <a:pt x="42954" y="30156"/>
                </a:lnTo>
                <a:lnTo>
                  <a:pt x="42954" y="27767"/>
                </a:lnTo>
                <a:lnTo>
                  <a:pt x="43022" y="27745"/>
                </a:lnTo>
                <a:lnTo>
                  <a:pt x="43067" y="27710"/>
                </a:lnTo>
                <a:lnTo>
                  <a:pt x="43101" y="27654"/>
                </a:lnTo>
                <a:lnTo>
                  <a:pt x="43113" y="27597"/>
                </a:lnTo>
                <a:lnTo>
                  <a:pt x="43101" y="27528"/>
                </a:lnTo>
                <a:lnTo>
                  <a:pt x="45126" y="26357"/>
                </a:lnTo>
                <a:lnTo>
                  <a:pt x="45160" y="26391"/>
                </a:lnTo>
                <a:lnTo>
                  <a:pt x="45206" y="26425"/>
                </a:lnTo>
                <a:lnTo>
                  <a:pt x="45251" y="26436"/>
                </a:lnTo>
                <a:lnTo>
                  <a:pt x="45297" y="26448"/>
                </a:lnTo>
                <a:lnTo>
                  <a:pt x="45354" y="26436"/>
                </a:lnTo>
                <a:lnTo>
                  <a:pt x="45399" y="26425"/>
                </a:lnTo>
                <a:lnTo>
                  <a:pt x="45433" y="26391"/>
                </a:lnTo>
                <a:lnTo>
                  <a:pt x="45468" y="26357"/>
                </a:lnTo>
                <a:close/>
                <a:moveTo>
                  <a:pt x="26505" y="26345"/>
                </a:moveTo>
                <a:lnTo>
                  <a:pt x="28507" y="27506"/>
                </a:lnTo>
                <a:lnTo>
                  <a:pt x="28495" y="27551"/>
                </a:lnTo>
                <a:lnTo>
                  <a:pt x="28495" y="27597"/>
                </a:lnTo>
                <a:lnTo>
                  <a:pt x="28495" y="27631"/>
                </a:lnTo>
                <a:lnTo>
                  <a:pt x="28507" y="27676"/>
                </a:lnTo>
                <a:lnTo>
                  <a:pt x="28518" y="27710"/>
                </a:lnTo>
                <a:lnTo>
                  <a:pt x="28552" y="27745"/>
                </a:lnTo>
                <a:lnTo>
                  <a:pt x="28575" y="27767"/>
                </a:lnTo>
                <a:lnTo>
                  <a:pt x="28609" y="27790"/>
                </a:lnTo>
                <a:lnTo>
                  <a:pt x="28643" y="27801"/>
                </a:lnTo>
                <a:lnTo>
                  <a:pt x="28689" y="27813"/>
                </a:lnTo>
                <a:lnTo>
                  <a:pt x="28689" y="30145"/>
                </a:lnTo>
                <a:lnTo>
                  <a:pt x="28655" y="30156"/>
                </a:lnTo>
                <a:lnTo>
                  <a:pt x="28609" y="30168"/>
                </a:lnTo>
                <a:lnTo>
                  <a:pt x="28552" y="30213"/>
                </a:lnTo>
                <a:lnTo>
                  <a:pt x="28530" y="30236"/>
                </a:lnTo>
                <a:lnTo>
                  <a:pt x="28518" y="30270"/>
                </a:lnTo>
                <a:lnTo>
                  <a:pt x="28507" y="30315"/>
                </a:lnTo>
                <a:lnTo>
                  <a:pt x="28495" y="30350"/>
                </a:lnTo>
                <a:lnTo>
                  <a:pt x="28507" y="30384"/>
                </a:lnTo>
                <a:lnTo>
                  <a:pt x="28518" y="30429"/>
                </a:lnTo>
                <a:lnTo>
                  <a:pt x="26505" y="31578"/>
                </a:lnTo>
                <a:lnTo>
                  <a:pt x="26471" y="31544"/>
                </a:lnTo>
                <a:lnTo>
                  <a:pt x="26437" y="31521"/>
                </a:lnTo>
                <a:lnTo>
                  <a:pt x="26391" y="31498"/>
                </a:lnTo>
                <a:lnTo>
                  <a:pt x="26289" y="31498"/>
                </a:lnTo>
                <a:lnTo>
                  <a:pt x="26243" y="31521"/>
                </a:lnTo>
                <a:lnTo>
                  <a:pt x="26209" y="31544"/>
                </a:lnTo>
                <a:lnTo>
                  <a:pt x="26175" y="31578"/>
                </a:lnTo>
                <a:lnTo>
                  <a:pt x="24173" y="30429"/>
                </a:lnTo>
                <a:lnTo>
                  <a:pt x="24173" y="30384"/>
                </a:lnTo>
                <a:lnTo>
                  <a:pt x="24184" y="30350"/>
                </a:lnTo>
                <a:lnTo>
                  <a:pt x="24173" y="30315"/>
                </a:lnTo>
                <a:lnTo>
                  <a:pt x="24161" y="30270"/>
                </a:lnTo>
                <a:lnTo>
                  <a:pt x="24150" y="30236"/>
                </a:lnTo>
                <a:lnTo>
                  <a:pt x="24127" y="30202"/>
                </a:lnTo>
                <a:lnTo>
                  <a:pt x="24070" y="30156"/>
                </a:lnTo>
                <a:lnTo>
                  <a:pt x="24036" y="30145"/>
                </a:lnTo>
                <a:lnTo>
                  <a:pt x="23991" y="30133"/>
                </a:lnTo>
                <a:lnTo>
                  <a:pt x="23991" y="27767"/>
                </a:lnTo>
                <a:lnTo>
                  <a:pt x="24048" y="27745"/>
                </a:lnTo>
                <a:lnTo>
                  <a:pt x="24093" y="27710"/>
                </a:lnTo>
                <a:lnTo>
                  <a:pt x="24127" y="27654"/>
                </a:lnTo>
                <a:lnTo>
                  <a:pt x="24139" y="27597"/>
                </a:lnTo>
                <a:lnTo>
                  <a:pt x="24127" y="27540"/>
                </a:lnTo>
                <a:lnTo>
                  <a:pt x="26175" y="26357"/>
                </a:lnTo>
                <a:lnTo>
                  <a:pt x="26209" y="26391"/>
                </a:lnTo>
                <a:lnTo>
                  <a:pt x="26243" y="26414"/>
                </a:lnTo>
                <a:lnTo>
                  <a:pt x="26289" y="26436"/>
                </a:lnTo>
                <a:lnTo>
                  <a:pt x="26391" y="26436"/>
                </a:lnTo>
                <a:lnTo>
                  <a:pt x="26437" y="26414"/>
                </a:lnTo>
                <a:lnTo>
                  <a:pt x="26471" y="26391"/>
                </a:lnTo>
                <a:lnTo>
                  <a:pt x="26505" y="26345"/>
                </a:lnTo>
                <a:close/>
                <a:moveTo>
                  <a:pt x="36015" y="26368"/>
                </a:moveTo>
                <a:lnTo>
                  <a:pt x="37960" y="27494"/>
                </a:lnTo>
                <a:lnTo>
                  <a:pt x="37948" y="27540"/>
                </a:lnTo>
                <a:lnTo>
                  <a:pt x="37937" y="27597"/>
                </a:lnTo>
                <a:lnTo>
                  <a:pt x="37948" y="27642"/>
                </a:lnTo>
                <a:lnTo>
                  <a:pt x="37960" y="27688"/>
                </a:lnTo>
                <a:lnTo>
                  <a:pt x="37983" y="27722"/>
                </a:lnTo>
                <a:lnTo>
                  <a:pt x="38005" y="27767"/>
                </a:lnTo>
                <a:lnTo>
                  <a:pt x="38039" y="27790"/>
                </a:lnTo>
                <a:lnTo>
                  <a:pt x="38085" y="27813"/>
                </a:lnTo>
                <a:lnTo>
                  <a:pt x="38119" y="27836"/>
                </a:lnTo>
                <a:lnTo>
                  <a:pt x="38165" y="27836"/>
                </a:lnTo>
                <a:lnTo>
                  <a:pt x="38165" y="30133"/>
                </a:lnTo>
                <a:lnTo>
                  <a:pt x="38130" y="30145"/>
                </a:lnTo>
                <a:lnTo>
                  <a:pt x="38096" y="30156"/>
                </a:lnTo>
                <a:lnTo>
                  <a:pt x="38062" y="30179"/>
                </a:lnTo>
                <a:lnTo>
                  <a:pt x="38028" y="30202"/>
                </a:lnTo>
                <a:lnTo>
                  <a:pt x="38005" y="30236"/>
                </a:lnTo>
                <a:lnTo>
                  <a:pt x="37994" y="30270"/>
                </a:lnTo>
                <a:lnTo>
                  <a:pt x="37983" y="30315"/>
                </a:lnTo>
                <a:lnTo>
                  <a:pt x="37971" y="30350"/>
                </a:lnTo>
                <a:lnTo>
                  <a:pt x="37983" y="30395"/>
                </a:lnTo>
                <a:lnTo>
                  <a:pt x="37994" y="30429"/>
                </a:lnTo>
                <a:lnTo>
                  <a:pt x="35992" y="31578"/>
                </a:lnTo>
                <a:lnTo>
                  <a:pt x="35958" y="31544"/>
                </a:lnTo>
                <a:lnTo>
                  <a:pt x="35924" y="31510"/>
                </a:lnTo>
                <a:lnTo>
                  <a:pt x="35867" y="31498"/>
                </a:lnTo>
                <a:lnTo>
                  <a:pt x="35821" y="31487"/>
                </a:lnTo>
                <a:lnTo>
                  <a:pt x="35764" y="31498"/>
                </a:lnTo>
                <a:lnTo>
                  <a:pt x="35719" y="31510"/>
                </a:lnTo>
                <a:lnTo>
                  <a:pt x="35685" y="31544"/>
                </a:lnTo>
                <a:lnTo>
                  <a:pt x="35651" y="31578"/>
                </a:lnTo>
                <a:lnTo>
                  <a:pt x="33694" y="30452"/>
                </a:lnTo>
                <a:lnTo>
                  <a:pt x="33705" y="30406"/>
                </a:lnTo>
                <a:lnTo>
                  <a:pt x="33705" y="30350"/>
                </a:lnTo>
                <a:lnTo>
                  <a:pt x="33705" y="30304"/>
                </a:lnTo>
                <a:lnTo>
                  <a:pt x="33694" y="30259"/>
                </a:lnTo>
                <a:lnTo>
                  <a:pt x="33671" y="30213"/>
                </a:lnTo>
                <a:lnTo>
                  <a:pt x="33637" y="30179"/>
                </a:lnTo>
                <a:lnTo>
                  <a:pt x="33603" y="30145"/>
                </a:lnTo>
                <a:lnTo>
                  <a:pt x="33569" y="30122"/>
                </a:lnTo>
                <a:lnTo>
                  <a:pt x="33523" y="30099"/>
                </a:lnTo>
                <a:lnTo>
                  <a:pt x="33478" y="30099"/>
                </a:lnTo>
                <a:lnTo>
                  <a:pt x="33478" y="27779"/>
                </a:lnTo>
                <a:lnTo>
                  <a:pt x="33535" y="27756"/>
                </a:lnTo>
                <a:lnTo>
                  <a:pt x="33592" y="27722"/>
                </a:lnTo>
                <a:lnTo>
                  <a:pt x="33626" y="27665"/>
                </a:lnTo>
                <a:lnTo>
                  <a:pt x="33637" y="27597"/>
                </a:lnTo>
                <a:lnTo>
                  <a:pt x="33637" y="27563"/>
                </a:lnTo>
                <a:lnTo>
                  <a:pt x="33626" y="27528"/>
                </a:lnTo>
                <a:lnTo>
                  <a:pt x="35628" y="26368"/>
                </a:lnTo>
                <a:lnTo>
                  <a:pt x="35662" y="26414"/>
                </a:lnTo>
                <a:lnTo>
                  <a:pt x="35707" y="26448"/>
                </a:lnTo>
                <a:lnTo>
                  <a:pt x="35764" y="26471"/>
                </a:lnTo>
                <a:lnTo>
                  <a:pt x="35878" y="26471"/>
                </a:lnTo>
                <a:lnTo>
                  <a:pt x="35935" y="26448"/>
                </a:lnTo>
                <a:lnTo>
                  <a:pt x="35980" y="26414"/>
                </a:lnTo>
                <a:lnTo>
                  <a:pt x="36015" y="26368"/>
                </a:lnTo>
                <a:close/>
                <a:moveTo>
                  <a:pt x="12320" y="26368"/>
                </a:moveTo>
                <a:lnTo>
                  <a:pt x="14242" y="27483"/>
                </a:lnTo>
                <a:lnTo>
                  <a:pt x="14231" y="27540"/>
                </a:lnTo>
                <a:lnTo>
                  <a:pt x="14219" y="27597"/>
                </a:lnTo>
                <a:lnTo>
                  <a:pt x="14231" y="27642"/>
                </a:lnTo>
                <a:lnTo>
                  <a:pt x="14242" y="27688"/>
                </a:lnTo>
                <a:lnTo>
                  <a:pt x="14265" y="27733"/>
                </a:lnTo>
                <a:lnTo>
                  <a:pt x="14288" y="27767"/>
                </a:lnTo>
                <a:lnTo>
                  <a:pt x="14333" y="27801"/>
                </a:lnTo>
                <a:lnTo>
                  <a:pt x="14367" y="27824"/>
                </a:lnTo>
                <a:lnTo>
                  <a:pt x="14413" y="27847"/>
                </a:lnTo>
                <a:lnTo>
                  <a:pt x="14470" y="27847"/>
                </a:lnTo>
                <a:lnTo>
                  <a:pt x="14470" y="30111"/>
                </a:lnTo>
                <a:lnTo>
                  <a:pt x="14413" y="30111"/>
                </a:lnTo>
                <a:lnTo>
                  <a:pt x="14379" y="30133"/>
                </a:lnTo>
                <a:lnTo>
                  <a:pt x="14333" y="30156"/>
                </a:lnTo>
                <a:lnTo>
                  <a:pt x="14299" y="30179"/>
                </a:lnTo>
                <a:lnTo>
                  <a:pt x="14276" y="30224"/>
                </a:lnTo>
                <a:lnTo>
                  <a:pt x="14253" y="30259"/>
                </a:lnTo>
                <a:lnTo>
                  <a:pt x="14242" y="30304"/>
                </a:lnTo>
                <a:lnTo>
                  <a:pt x="14231" y="30350"/>
                </a:lnTo>
                <a:lnTo>
                  <a:pt x="14242" y="30395"/>
                </a:lnTo>
                <a:lnTo>
                  <a:pt x="14253" y="30441"/>
                </a:lnTo>
                <a:lnTo>
                  <a:pt x="12274" y="31589"/>
                </a:lnTo>
                <a:lnTo>
                  <a:pt x="12240" y="31555"/>
                </a:lnTo>
                <a:lnTo>
                  <a:pt x="12206" y="31533"/>
                </a:lnTo>
                <a:lnTo>
                  <a:pt x="12160" y="31510"/>
                </a:lnTo>
                <a:lnTo>
                  <a:pt x="12058" y="31510"/>
                </a:lnTo>
                <a:lnTo>
                  <a:pt x="12024" y="31521"/>
                </a:lnTo>
                <a:lnTo>
                  <a:pt x="11978" y="31555"/>
                </a:lnTo>
                <a:lnTo>
                  <a:pt x="11956" y="31589"/>
                </a:lnTo>
                <a:lnTo>
                  <a:pt x="9942" y="30429"/>
                </a:lnTo>
                <a:lnTo>
                  <a:pt x="9954" y="30384"/>
                </a:lnTo>
                <a:lnTo>
                  <a:pt x="9954" y="30350"/>
                </a:lnTo>
                <a:lnTo>
                  <a:pt x="9954" y="30315"/>
                </a:lnTo>
                <a:lnTo>
                  <a:pt x="9942" y="30270"/>
                </a:lnTo>
                <a:lnTo>
                  <a:pt x="9931" y="30236"/>
                </a:lnTo>
                <a:lnTo>
                  <a:pt x="9908" y="30202"/>
                </a:lnTo>
                <a:lnTo>
                  <a:pt x="9840" y="30156"/>
                </a:lnTo>
                <a:lnTo>
                  <a:pt x="9806" y="30145"/>
                </a:lnTo>
                <a:lnTo>
                  <a:pt x="9772" y="30133"/>
                </a:lnTo>
                <a:lnTo>
                  <a:pt x="9772" y="27813"/>
                </a:lnTo>
                <a:lnTo>
                  <a:pt x="9806" y="27813"/>
                </a:lnTo>
                <a:lnTo>
                  <a:pt x="9851" y="27790"/>
                </a:lnTo>
                <a:lnTo>
                  <a:pt x="9885" y="27767"/>
                </a:lnTo>
                <a:lnTo>
                  <a:pt x="9908" y="27745"/>
                </a:lnTo>
                <a:lnTo>
                  <a:pt x="9931" y="27710"/>
                </a:lnTo>
                <a:lnTo>
                  <a:pt x="9954" y="27676"/>
                </a:lnTo>
                <a:lnTo>
                  <a:pt x="9965" y="27631"/>
                </a:lnTo>
                <a:lnTo>
                  <a:pt x="9965" y="27597"/>
                </a:lnTo>
                <a:lnTo>
                  <a:pt x="9965" y="27551"/>
                </a:lnTo>
                <a:lnTo>
                  <a:pt x="9954" y="27506"/>
                </a:lnTo>
                <a:lnTo>
                  <a:pt x="11910" y="26380"/>
                </a:lnTo>
                <a:lnTo>
                  <a:pt x="11944" y="26425"/>
                </a:lnTo>
                <a:lnTo>
                  <a:pt x="11990" y="26459"/>
                </a:lnTo>
                <a:lnTo>
                  <a:pt x="12047" y="26482"/>
                </a:lnTo>
                <a:lnTo>
                  <a:pt x="12104" y="26493"/>
                </a:lnTo>
                <a:lnTo>
                  <a:pt x="12172" y="26482"/>
                </a:lnTo>
                <a:lnTo>
                  <a:pt x="12229" y="26459"/>
                </a:lnTo>
                <a:lnTo>
                  <a:pt x="12274" y="26425"/>
                </a:lnTo>
                <a:lnTo>
                  <a:pt x="12320" y="26368"/>
                </a:lnTo>
                <a:close/>
                <a:moveTo>
                  <a:pt x="7553" y="26357"/>
                </a:moveTo>
                <a:lnTo>
                  <a:pt x="9533" y="27506"/>
                </a:lnTo>
                <a:lnTo>
                  <a:pt x="9521" y="27551"/>
                </a:lnTo>
                <a:lnTo>
                  <a:pt x="9510" y="27597"/>
                </a:lnTo>
                <a:lnTo>
                  <a:pt x="9510" y="27642"/>
                </a:lnTo>
                <a:lnTo>
                  <a:pt x="9533" y="27676"/>
                </a:lnTo>
                <a:lnTo>
                  <a:pt x="9544" y="27722"/>
                </a:lnTo>
                <a:lnTo>
                  <a:pt x="9578" y="27745"/>
                </a:lnTo>
                <a:lnTo>
                  <a:pt x="9601" y="27779"/>
                </a:lnTo>
                <a:lnTo>
                  <a:pt x="9635" y="27801"/>
                </a:lnTo>
                <a:lnTo>
                  <a:pt x="9681" y="27813"/>
                </a:lnTo>
                <a:lnTo>
                  <a:pt x="9726" y="27824"/>
                </a:lnTo>
                <a:lnTo>
                  <a:pt x="9726" y="30133"/>
                </a:lnTo>
                <a:lnTo>
                  <a:pt x="9681" y="30145"/>
                </a:lnTo>
                <a:lnTo>
                  <a:pt x="9646" y="30156"/>
                </a:lnTo>
                <a:lnTo>
                  <a:pt x="9612" y="30179"/>
                </a:lnTo>
                <a:lnTo>
                  <a:pt x="9578" y="30202"/>
                </a:lnTo>
                <a:lnTo>
                  <a:pt x="9555" y="30236"/>
                </a:lnTo>
                <a:lnTo>
                  <a:pt x="9533" y="30270"/>
                </a:lnTo>
                <a:lnTo>
                  <a:pt x="9521" y="30304"/>
                </a:lnTo>
                <a:lnTo>
                  <a:pt x="9521" y="30350"/>
                </a:lnTo>
                <a:lnTo>
                  <a:pt x="9521" y="30395"/>
                </a:lnTo>
                <a:lnTo>
                  <a:pt x="9533" y="30429"/>
                </a:lnTo>
                <a:lnTo>
                  <a:pt x="7508" y="31601"/>
                </a:lnTo>
                <a:lnTo>
                  <a:pt x="7485" y="31567"/>
                </a:lnTo>
                <a:lnTo>
                  <a:pt x="7451" y="31544"/>
                </a:lnTo>
                <a:lnTo>
                  <a:pt x="7417" y="31533"/>
                </a:lnTo>
                <a:lnTo>
                  <a:pt x="7371" y="31521"/>
                </a:lnTo>
                <a:lnTo>
                  <a:pt x="7326" y="31533"/>
                </a:lnTo>
                <a:lnTo>
                  <a:pt x="7292" y="31544"/>
                </a:lnTo>
                <a:lnTo>
                  <a:pt x="7258" y="31567"/>
                </a:lnTo>
                <a:lnTo>
                  <a:pt x="7235" y="31589"/>
                </a:lnTo>
                <a:lnTo>
                  <a:pt x="5176" y="30406"/>
                </a:lnTo>
                <a:lnTo>
                  <a:pt x="5187" y="30350"/>
                </a:lnTo>
                <a:lnTo>
                  <a:pt x="5176" y="30281"/>
                </a:lnTo>
                <a:lnTo>
                  <a:pt x="5142" y="30224"/>
                </a:lnTo>
                <a:lnTo>
                  <a:pt x="5096" y="30190"/>
                </a:lnTo>
                <a:lnTo>
                  <a:pt x="5028" y="30168"/>
                </a:lnTo>
                <a:lnTo>
                  <a:pt x="5028" y="27847"/>
                </a:lnTo>
                <a:lnTo>
                  <a:pt x="5074" y="27836"/>
                </a:lnTo>
                <a:lnTo>
                  <a:pt x="5119" y="27824"/>
                </a:lnTo>
                <a:lnTo>
                  <a:pt x="5153" y="27790"/>
                </a:lnTo>
                <a:lnTo>
                  <a:pt x="5187" y="27767"/>
                </a:lnTo>
                <a:lnTo>
                  <a:pt x="5210" y="27722"/>
                </a:lnTo>
                <a:lnTo>
                  <a:pt x="5233" y="27688"/>
                </a:lnTo>
                <a:lnTo>
                  <a:pt x="5244" y="27642"/>
                </a:lnTo>
                <a:lnTo>
                  <a:pt x="5256" y="27597"/>
                </a:lnTo>
                <a:lnTo>
                  <a:pt x="5244" y="27540"/>
                </a:lnTo>
                <a:lnTo>
                  <a:pt x="5233" y="27494"/>
                </a:lnTo>
                <a:lnTo>
                  <a:pt x="7189" y="26368"/>
                </a:lnTo>
                <a:lnTo>
                  <a:pt x="7223" y="26402"/>
                </a:lnTo>
                <a:lnTo>
                  <a:pt x="7269" y="26436"/>
                </a:lnTo>
                <a:lnTo>
                  <a:pt x="7314" y="26459"/>
                </a:lnTo>
                <a:lnTo>
                  <a:pt x="7428" y="26459"/>
                </a:lnTo>
                <a:lnTo>
                  <a:pt x="7474" y="26436"/>
                </a:lnTo>
                <a:lnTo>
                  <a:pt x="7519" y="26402"/>
                </a:lnTo>
                <a:lnTo>
                  <a:pt x="7553" y="26357"/>
                </a:lnTo>
                <a:close/>
                <a:moveTo>
                  <a:pt x="17052" y="26368"/>
                </a:moveTo>
                <a:lnTo>
                  <a:pt x="19043" y="27517"/>
                </a:lnTo>
                <a:lnTo>
                  <a:pt x="19031" y="27551"/>
                </a:lnTo>
                <a:lnTo>
                  <a:pt x="19031" y="27597"/>
                </a:lnTo>
                <a:lnTo>
                  <a:pt x="19031" y="27631"/>
                </a:lnTo>
                <a:lnTo>
                  <a:pt x="19043" y="27665"/>
                </a:lnTo>
                <a:lnTo>
                  <a:pt x="19077" y="27722"/>
                </a:lnTo>
                <a:lnTo>
                  <a:pt x="19134" y="27767"/>
                </a:lnTo>
                <a:lnTo>
                  <a:pt x="19168" y="27779"/>
                </a:lnTo>
                <a:lnTo>
                  <a:pt x="19202" y="27779"/>
                </a:lnTo>
                <a:lnTo>
                  <a:pt x="19202" y="30190"/>
                </a:lnTo>
                <a:lnTo>
                  <a:pt x="19145" y="30202"/>
                </a:lnTo>
                <a:lnTo>
                  <a:pt x="19099" y="30236"/>
                </a:lnTo>
                <a:lnTo>
                  <a:pt x="19065" y="30293"/>
                </a:lnTo>
                <a:lnTo>
                  <a:pt x="19054" y="30350"/>
                </a:lnTo>
                <a:lnTo>
                  <a:pt x="19065" y="30406"/>
                </a:lnTo>
                <a:lnTo>
                  <a:pt x="16995" y="31601"/>
                </a:lnTo>
                <a:lnTo>
                  <a:pt x="16961" y="31567"/>
                </a:lnTo>
                <a:lnTo>
                  <a:pt x="16927" y="31544"/>
                </a:lnTo>
                <a:lnTo>
                  <a:pt x="16893" y="31533"/>
                </a:lnTo>
                <a:lnTo>
                  <a:pt x="16847" y="31521"/>
                </a:lnTo>
                <a:lnTo>
                  <a:pt x="16813" y="31533"/>
                </a:lnTo>
                <a:lnTo>
                  <a:pt x="16767" y="31544"/>
                </a:lnTo>
                <a:lnTo>
                  <a:pt x="16733" y="31567"/>
                </a:lnTo>
                <a:lnTo>
                  <a:pt x="16711" y="31589"/>
                </a:lnTo>
                <a:lnTo>
                  <a:pt x="14708" y="30441"/>
                </a:lnTo>
                <a:lnTo>
                  <a:pt x="14720" y="30395"/>
                </a:lnTo>
                <a:lnTo>
                  <a:pt x="14720" y="30350"/>
                </a:lnTo>
                <a:lnTo>
                  <a:pt x="14720" y="30304"/>
                </a:lnTo>
                <a:lnTo>
                  <a:pt x="14708" y="30259"/>
                </a:lnTo>
                <a:lnTo>
                  <a:pt x="14686" y="30224"/>
                </a:lnTo>
                <a:lnTo>
                  <a:pt x="14663" y="30190"/>
                </a:lnTo>
                <a:lnTo>
                  <a:pt x="14629" y="30156"/>
                </a:lnTo>
                <a:lnTo>
                  <a:pt x="14595" y="30133"/>
                </a:lnTo>
                <a:lnTo>
                  <a:pt x="14549" y="30122"/>
                </a:lnTo>
                <a:lnTo>
                  <a:pt x="14515" y="30111"/>
                </a:lnTo>
                <a:lnTo>
                  <a:pt x="14515" y="27847"/>
                </a:lnTo>
                <a:lnTo>
                  <a:pt x="14561" y="27836"/>
                </a:lnTo>
                <a:lnTo>
                  <a:pt x="14595" y="27824"/>
                </a:lnTo>
                <a:lnTo>
                  <a:pt x="14640" y="27801"/>
                </a:lnTo>
                <a:lnTo>
                  <a:pt x="14674" y="27767"/>
                </a:lnTo>
                <a:lnTo>
                  <a:pt x="14697" y="27733"/>
                </a:lnTo>
                <a:lnTo>
                  <a:pt x="14720" y="27688"/>
                </a:lnTo>
                <a:lnTo>
                  <a:pt x="14731" y="27642"/>
                </a:lnTo>
                <a:lnTo>
                  <a:pt x="14731" y="27597"/>
                </a:lnTo>
                <a:lnTo>
                  <a:pt x="14731" y="27540"/>
                </a:lnTo>
                <a:lnTo>
                  <a:pt x="14720" y="27494"/>
                </a:lnTo>
                <a:lnTo>
                  <a:pt x="16642" y="26380"/>
                </a:lnTo>
                <a:lnTo>
                  <a:pt x="16688" y="26425"/>
                </a:lnTo>
                <a:lnTo>
                  <a:pt x="16733" y="26459"/>
                </a:lnTo>
                <a:lnTo>
                  <a:pt x="16790" y="26482"/>
                </a:lnTo>
                <a:lnTo>
                  <a:pt x="16915" y="26482"/>
                </a:lnTo>
                <a:lnTo>
                  <a:pt x="16972" y="26459"/>
                </a:lnTo>
                <a:lnTo>
                  <a:pt x="17018" y="26414"/>
                </a:lnTo>
                <a:lnTo>
                  <a:pt x="17052" y="26368"/>
                </a:lnTo>
                <a:close/>
                <a:moveTo>
                  <a:pt x="24150" y="30463"/>
                </a:moveTo>
                <a:lnTo>
                  <a:pt x="26152" y="31624"/>
                </a:lnTo>
                <a:lnTo>
                  <a:pt x="26141" y="31658"/>
                </a:lnTo>
                <a:lnTo>
                  <a:pt x="26141" y="31703"/>
                </a:lnTo>
                <a:lnTo>
                  <a:pt x="26141" y="31737"/>
                </a:lnTo>
                <a:lnTo>
                  <a:pt x="26152" y="31771"/>
                </a:lnTo>
                <a:lnTo>
                  <a:pt x="26186" y="31828"/>
                </a:lnTo>
                <a:lnTo>
                  <a:pt x="26243" y="31874"/>
                </a:lnTo>
                <a:lnTo>
                  <a:pt x="26277" y="31897"/>
                </a:lnTo>
                <a:lnTo>
                  <a:pt x="26323" y="31897"/>
                </a:lnTo>
                <a:lnTo>
                  <a:pt x="26323" y="34263"/>
                </a:lnTo>
                <a:lnTo>
                  <a:pt x="26255" y="34285"/>
                </a:lnTo>
                <a:lnTo>
                  <a:pt x="26198" y="34331"/>
                </a:lnTo>
                <a:lnTo>
                  <a:pt x="26164" y="34388"/>
                </a:lnTo>
                <a:lnTo>
                  <a:pt x="26152" y="34422"/>
                </a:lnTo>
                <a:lnTo>
                  <a:pt x="26141" y="34456"/>
                </a:lnTo>
                <a:lnTo>
                  <a:pt x="26152" y="34524"/>
                </a:lnTo>
                <a:lnTo>
                  <a:pt x="24184" y="35662"/>
                </a:lnTo>
                <a:lnTo>
                  <a:pt x="24139" y="35616"/>
                </a:lnTo>
                <a:lnTo>
                  <a:pt x="24082" y="35582"/>
                </a:lnTo>
                <a:lnTo>
                  <a:pt x="24025" y="35559"/>
                </a:lnTo>
                <a:lnTo>
                  <a:pt x="23957" y="35548"/>
                </a:lnTo>
                <a:lnTo>
                  <a:pt x="23900" y="35548"/>
                </a:lnTo>
                <a:lnTo>
                  <a:pt x="23843" y="35571"/>
                </a:lnTo>
                <a:lnTo>
                  <a:pt x="23786" y="35616"/>
                </a:lnTo>
                <a:lnTo>
                  <a:pt x="23752" y="35662"/>
                </a:lnTo>
                <a:lnTo>
                  <a:pt x="21773" y="34513"/>
                </a:lnTo>
                <a:lnTo>
                  <a:pt x="21773" y="34456"/>
                </a:lnTo>
                <a:lnTo>
                  <a:pt x="21761" y="34388"/>
                </a:lnTo>
                <a:lnTo>
                  <a:pt x="21738" y="34331"/>
                </a:lnTo>
                <a:lnTo>
                  <a:pt x="21682" y="34297"/>
                </a:lnTo>
                <a:lnTo>
                  <a:pt x="21625" y="34274"/>
                </a:lnTo>
                <a:lnTo>
                  <a:pt x="21625" y="31942"/>
                </a:lnTo>
                <a:lnTo>
                  <a:pt x="21670" y="31931"/>
                </a:lnTo>
                <a:lnTo>
                  <a:pt x="21704" y="31908"/>
                </a:lnTo>
                <a:lnTo>
                  <a:pt x="21738" y="31885"/>
                </a:lnTo>
                <a:lnTo>
                  <a:pt x="21773" y="31862"/>
                </a:lnTo>
                <a:lnTo>
                  <a:pt x="21795" y="31828"/>
                </a:lnTo>
                <a:lnTo>
                  <a:pt x="21818" y="31783"/>
                </a:lnTo>
                <a:lnTo>
                  <a:pt x="21829" y="31749"/>
                </a:lnTo>
                <a:lnTo>
                  <a:pt x="21829" y="31703"/>
                </a:lnTo>
                <a:lnTo>
                  <a:pt x="21829" y="31646"/>
                </a:lnTo>
                <a:lnTo>
                  <a:pt x="21818" y="31612"/>
                </a:lnTo>
                <a:lnTo>
                  <a:pt x="23775" y="30475"/>
                </a:lnTo>
                <a:lnTo>
                  <a:pt x="23809" y="30509"/>
                </a:lnTo>
                <a:lnTo>
                  <a:pt x="23854" y="30543"/>
                </a:lnTo>
                <a:lnTo>
                  <a:pt x="23911" y="30566"/>
                </a:lnTo>
                <a:lnTo>
                  <a:pt x="23957" y="30577"/>
                </a:lnTo>
                <a:lnTo>
                  <a:pt x="24014" y="30566"/>
                </a:lnTo>
                <a:lnTo>
                  <a:pt x="24070" y="30543"/>
                </a:lnTo>
                <a:lnTo>
                  <a:pt x="24116" y="30509"/>
                </a:lnTo>
                <a:lnTo>
                  <a:pt x="24150" y="30463"/>
                </a:lnTo>
                <a:close/>
                <a:moveTo>
                  <a:pt x="19361" y="30441"/>
                </a:moveTo>
                <a:lnTo>
                  <a:pt x="21363" y="31601"/>
                </a:lnTo>
                <a:lnTo>
                  <a:pt x="21352" y="31646"/>
                </a:lnTo>
                <a:lnTo>
                  <a:pt x="21340" y="31703"/>
                </a:lnTo>
                <a:lnTo>
                  <a:pt x="21352" y="31749"/>
                </a:lnTo>
                <a:lnTo>
                  <a:pt x="21363" y="31794"/>
                </a:lnTo>
                <a:lnTo>
                  <a:pt x="21386" y="31828"/>
                </a:lnTo>
                <a:lnTo>
                  <a:pt x="21409" y="31862"/>
                </a:lnTo>
                <a:lnTo>
                  <a:pt x="21443" y="31897"/>
                </a:lnTo>
                <a:lnTo>
                  <a:pt x="21488" y="31919"/>
                </a:lnTo>
                <a:lnTo>
                  <a:pt x="21534" y="31931"/>
                </a:lnTo>
                <a:lnTo>
                  <a:pt x="21579" y="31942"/>
                </a:lnTo>
                <a:lnTo>
                  <a:pt x="21579" y="34263"/>
                </a:lnTo>
                <a:lnTo>
                  <a:pt x="21545" y="34274"/>
                </a:lnTo>
                <a:lnTo>
                  <a:pt x="21511" y="34285"/>
                </a:lnTo>
                <a:lnTo>
                  <a:pt x="21454" y="34331"/>
                </a:lnTo>
                <a:lnTo>
                  <a:pt x="21409" y="34388"/>
                </a:lnTo>
                <a:lnTo>
                  <a:pt x="21397" y="34422"/>
                </a:lnTo>
                <a:lnTo>
                  <a:pt x="21397" y="34456"/>
                </a:lnTo>
                <a:lnTo>
                  <a:pt x="21397" y="34490"/>
                </a:lnTo>
                <a:lnTo>
                  <a:pt x="21409" y="34524"/>
                </a:lnTo>
                <a:lnTo>
                  <a:pt x="19418" y="35673"/>
                </a:lnTo>
                <a:lnTo>
                  <a:pt x="19372" y="35639"/>
                </a:lnTo>
                <a:lnTo>
                  <a:pt x="19327" y="35605"/>
                </a:lnTo>
                <a:lnTo>
                  <a:pt x="19281" y="35582"/>
                </a:lnTo>
                <a:lnTo>
                  <a:pt x="19213" y="35571"/>
                </a:lnTo>
                <a:lnTo>
                  <a:pt x="19156" y="35582"/>
                </a:lnTo>
                <a:lnTo>
                  <a:pt x="19111" y="35594"/>
                </a:lnTo>
                <a:lnTo>
                  <a:pt x="19065" y="35628"/>
                </a:lnTo>
                <a:lnTo>
                  <a:pt x="19031" y="35673"/>
                </a:lnTo>
                <a:lnTo>
                  <a:pt x="17029" y="34513"/>
                </a:lnTo>
                <a:lnTo>
                  <a:pt x="17040" y="34456"/>
                </a:lnTo>
                <a:lnTo>
                  <a:pt x="17029" y="34388"/>
                </a:lnTo>
                <a:lnTo>
                  <a:pt x="16995" y="34331"/>
                </a:lnTo>
                <a:lnTo>
                  <a:pt x="16949" y="34285"/>
                </a:lnTo>
                <a:lnTo>
                  <a:pt x="16881" y="34263"/>
                </a:lnTo>
                <a:lnTo>
                  <a:pt x="16881" y="31862"/>
                </a:lnTo>
                <a:lnTo>
                  <a:pt x="16938" y="31851"/>
                </a:lnTo>
                <a:lnTo>
                  <a:pt x="16984" y="31806"/>
                </a:lnTo>
                <a:lnTo>
                  <a:pt x="17006" y="31760"/>
                </a:lnTo>
                <a:lnTo>
                  <a:pt x="17018" y="31703"/>
                </a:lnTo>
                <a:lnTo>
                  <a:pt x="17006" y="31646"/>
                </a:lnTo>
                <a:lnTo>
                  <a:pt x="19077" y="30452"/>
                </a:lnTo>
                <a:lnTo>
                  <a:pt x="19111" y="30475"/>
                </a:lnTo>
                <a:lnTo>
                  <a:pt x="19145" y="30497"/>
                </a:lnTo>
                <a:lnTo>
                  <a:pt x="19179" y="30509"/>
                </a:lnTo>
                <a:lnTo>
                  <a:pt x="19213" y="30520"/>
                </a:lnTo>
                <a:lnTo>
                  <a:pt x="19259" y="30509"/>
                </a:lnTo>
                <a:lnTo>
                  <a:pt x="19304" y="30497"/>
                </a:lnTo>
                <a:lnTo>
                  <a:pt x="19338" y="30475"/>
                </a:lnTo>
                <a:lnTo>
                  <a:pt x="19361" y="30441"/>
                </a:lnTo>
                <a:close/>
                <a:moveTo>
                  <a:pt x="28882" y="30463"/>
                </a:moveTo>
                <a:lnTo>
                  <a:pt x="30918" y="31635"/>
                </a:lnTo>
                <a:lnTo>
                  <a:pt x="30907" y="31703"/>
                </a:lnTo>
                <a:lnTo>
                  <a:pt x="30918" y="31760"/>
                </a:lnTo>
                <a:lnTo>
                  <a:pt x="30953" y="31806"/>
                </a:lnTo>
                <a:lnTo>
                  <a:pt x="30998" y="31840"/>
                </a:lnTo>
                <a:lnTo>
                  <a:pt x="31055" y="31862"/>
                </a:lnTo>
                <a:lnTo>
                  <a:pt x="31055" y="34217"/>
                </a:lnTo>
                <a:lnTo>
                  <a:pt x="31009" y="34217"/>
                </a:lnTo>
                <a:lnTo>
                  <a:pt x="30975" y="34240"/>
                </a:lnTo>
                <a:lnTo>
                  <a:pt x="30930" y="34263"/>
                </a:lnTo>
                <a:lnTo>
                  <a:pt x="30896" y="34285"/>
                </a:lnTo>
                <a:lnTo>
                  <a:pt x="30873" y="34320"/>
                </a:lnTo>
                <a:lnTo>
                  <a:pt x="30850" y="34365"/>
                </a:lnTo>
                <a:lnTo>
                  <a:pt x="30839" y="34411"/>
                </a:lnTo>
                <a:lnTo>
                  <a:pt x="30839" y="34456"/>
                </a:lnTo>
                <a:lnTo>
                  <a:pt x="30839" y="34502"/>
                </a:lnTo>
                <a:lnTo>
                  <a:pt x="30850" y="34547"/>
                </a:lnTo>
                <a:lnTo>
                  <a:pt x="28905" y="35673"/>
                </a:lnTo>
                <a:lnTo>
                  <a:pt x="28871" y="35628"/>
                </a:lnTo>
                <a:lnTo>
                  <a:pt x="28825" y="35594"/>
                </a:lnTo>
                <a:lnTo>
                  <a:pt x="28768" y="35571"/>
                </a:lnTo>
                <a:lnTo>
                  <a:pt x="28655" y="35571"/>
                </a:lnTo>
                <a:lnTo>
                  <a:pt x="28598" y="35594"/>
                </a:lnTo>
                <a:lnTo>
                  <a:pt x="28552" y="35628"/>
                </a:lnTo>
                <a:lnTo>
                  <a:pt x="28507" y="35673"/>
                </a:lnTo>
                <a:lnTo>
                  <a:pt x="26516" y="34524"/>
                </a:lnTo>
                <a:lnTo>
                  <a:pt x="26539" y="34456"/>
                </a:lnTo>
                <a:lnTo>
                  <a:pt x="26528" y="34422"/>
                </a:lnTo>
                <a:lnTo>
                  <a:pt x="26516" y="34388"/>
                </a:lnTo>
                <a:lnTo>
                  <a:pt x="26482" y="34331"/>
                </a:lnTo>
                <a:lnTo>
                  <a:pt x="26425" y="34285"/>
                </a:lnTo>
                <a:lnTo>
                  <a:pt x="26368" y="34263"/>
                </a:lnTo>
                <a:lnTo>
                  <a:pt x="26368" y="31897"/>
                </a:lnTo>
                <a:lnTo>
                  <a:pt x="26402" y="31897"/>
                </a:lnTo>
                <a:lnTo>
                  <a:pt x="26437" y="31874"/>
                </a:lnTo>
                <a:lnTo>
                  <a:pt x="26493" y="31828"/>
                </a:lnTo>
                <a:lnTo>
                  <a:pt x="26528" y="31771"/>
                </a:lnTo>
                <a:lnTo>
                  <a:pt x="26539" y="31737"/>
                </a:lnTo>
                <a:lnTo>
                  <a:pt x="26539" y="31703"/>
                </a:lnTo>
                <a:lnTo>
                  <a:pt x="26539" y="31658"/>
                </a:lnTo>
                <a:lnTo>
                  <a:pt x="26528" y="31624"/>
                </a:lnTo>
                <a:lnTo>
                  <a:pt x="28530" y="30463"/>
                </a:lnTo>
                <a:lnTo>
                  <a:pt x="28564" y="30509"/>
                </a:lnTo>
                <a:lnTo>
                  <a:pt x="28609" y="30532"/>
                </a:lnTo>
                <a:lnTo>
                  <a:pt x="28655" y="30554"/>
                </a:lnTo>
                <a:lnTo>
                  <a:pt x="28712" y="30566"/>
                </a:lnTo>
                <a:lnTo>
                  <a:pt x="28768" y="30554"/>
                </a:lnTo>
                <a:lnTo>
                  <a:pt x="28814" y="30532"/>
                </a:lnTo>
                <a:lnTo>
                  <a:pt x="28848" y="30509"/>
                </a:lnTo>
                <a:lnTo>
                  <a:pt x="28882" y="30463"/>
                </a:lnTo>
                <a:close/>
                <a:moveTo>
                  <a:pt x="14686" y="30475"/>
                </a:moveTo>
                <a:lnTo>
                  <a:pt x="16688" y="31635"/>
                </a:lnTo>
                <a:lnTo>
                  <a:pt x="16676" y="31703"/>
                </a:lnTo>
                <a:lnTo>
                  <a:pt x="16688" y="31760"/>
                </a:lnTo>
                <a:lnTo>
                  <a:pt x="16722" y="31817"/>
                </a:lnTo>
                <a:lnTo>
                  <a:pt x="16767" y="31851"/>
                </a:lnTo>
                <a:lnTo>
                  <a:pt x="16836" y="31874"/>
                </a:lnTo>
                <a:lnTo>
                  <a:pt x="16836" y="34263"/>
                </a:lnTo>
                <a:lnTo>
                  <a:pt x="16802" y="34274"/>
                </a:lnTo>
                <a:lnTo>
                  <a:pt x="16767" y="34285"/>
                </a:lnTo>
                <a:lnTo>
                  <a:pt x="16711" y="34320"/>
                </a:lnTo>
                <a:lnTo>
                  <a:pt x="16665" y="34388"/>
                </a:lnTo>
                <a:lnTo>
                  <a:pt x="16654" y="34422"/>
                </a:lnTo>
                <a:lnTo>
                  <a:pt x="16654" y="34456"/>
                </a:lnTo>
                <a:lnTo>
                  <a:pt x="16654" y="34490"/>
                </a:lnTo>
                <a:lnTo>
                  <a:pt x="16665" y="34524"/>
                </a:lnTo>
                <a:lnTo>
                  <a:pt x="14663" y="35685"/>
                </a:lnTo>
                <a:lnTo>
                  <a:pt x="14629" y="35650"/>
                </a:lnTo>
                <a:lnTo>
                  <a:pt x="14583" y="35616"/>
                </a:lnTo>
                <a:lnTo>
                  <a:pt x="14538" y="35594"/>
                </a:lnTo>
                <a:lnTo>
                  <a:pt x="14424" y="35594"/>
                </a:lnTo>
                <a:lnTo>
                  <a:pt x="14379" y="35616"/>
                </a:lnTo>
                <a:lnTo>
                  <a:pt x="14333" y="35639"/>
                </a:lnTo>
                <a:lnTo>
                  <a:pt x="14299" y="35685"/>
                </a:lnTo>
                <a:lnTo>
                  <a:pt x="12320" y="34536"/>
                </a:lnTo>
                <a:lnTo>
                  <a:pt x="12331" y="34490"/>
                </a:lnTo>
                <a:lnTo>
                  <a:pt x="12331" y="34456"/>
                </a:lnTo>
                <a:lnTo>
                  <a:pt x="12331" y="34411"/>
                </a:lnTo>
                <a:lnTo>
                  <a:pt x="12320" y="34376"/>
                </a:lnTo>
                <a:lnTo>
                  <a:pt x="12297" y="34342"/>
                </a:lnTo>
                <a:lnTo>
                  <a:pt x="12274" y="34308"/>
                </a:lnTo>
                <a:lnTo>
                  <a:pt x="12217" y="34263"/>
                </a:lnTo>
                <a:lnTo>
                  <a:pt x="12183" y="34251"/>
                </a:lnTo>
                <a:lnTo>
                  <a:pt x="12138" y="34240"/>
                </a:lnTo>
                <a:lnTo>
                  <a:pt x="12138" y="31885"/>
                </a:lnTo>
                <a:lnTo>
                  <a:pt x="12206" y="31862"/>
                </a:lnTo>
                <a:lnTo>
                  <a:pt x="12251" y="31828"/>
                </a:lnTo>
                <a:lnTo>
                  <a:pt x="12286" y="31771"/>
                </a:lnTo>
                <a:lnTo>
                  <a:pt x="12297" y="31703"/>
                </a:lnTo>
                <a:lnTo>
                  <a:pt x="12286" y="31635"/>
                </a:lnTo>
                <a:lnTo>
                  <a:pt x="14276" y="30486"/>
                </a:lnTo>
                <a:lnTo>
                  <a:pt x="14310" y="30532"/>
                </a:lnTo>
                <a:lnTo>
                  <a:pt x="14356" y="30566"/>
                </a:lnTo>
                <a:lnTo>
                  <a:pt x="14413" y="30588"/>
                </a:lnTo>
                <a:lnTo>
                  <a:pt x="14481" y="30600"/>
                </a:lnTo>
                <a:lnTo>
                  <a:pt x="14538" y="30588"/>
                </a:lnTo>
                <a:lnTo>
                  <a:pt x="14595" y="30566"/>
                </a:lnTo>
                <a:lnTo>
                  <a:pt x="14652" y="30520"/>
                </a:lnTo>
                <a:lnTo>
                  <a:pt x="14686" y="30475"/>
                </a:lnTo>
                <a:close/>
                <a:moveTo>
                  <a:pt x="38369" y="30463"/>
                </a:moveTo>
                <a:lnTo>
                  <a:pt x="40337" y="31601"/>
                </a:lnTo>
                <a:lnTo>
                  <a:pt x="40326" y="31646"/>
                </a:lnTo>
                <a:lnTo>
                  <a:pt x="40314" y="31703"/>
                </a:lnTo>
                <a:lnTo>
                  <a:pt x="40326" y="31749"/>
                </a:lnTo>
                <a:lnTo>
                  <a:pt x="40337" y="31783"/>
                </a:lnTo>
                <a:lnTo>
                  <a:pt x="40360" y="31828"/>
                </a:lnTo>
                <a:lnTo>
                  <a:pt x="40383" y="31862"/>
                </a:lnTo>
                <a:lnTo>
                  <a:pt x="40417" y="31897"/>
                </a:lnTo>
                <a:lnTo>
                  <a:pt x="40451" y="31919"/>
                </a:lnTo>
                <a:lnTo>
                  <a:pt x="40497" y="31931"/>
                </a:lnTo>
                <a:lnTo>
                  <a:pt x="40542" y="31942"/>
                </a:lnTo>
                <a:lnTo>
                  <a:pt x="40542" y="34251"/>
                </a:lnTo>
                <a:lnTo>
                  <a:pt x="40497" y="34251"/>
                </a:lnTo>
                <a:lnTo>
                  <a:pt x="40462" y="34274"/>
                </a:lnTo>
                <a:lnTo>
                  <a:pt x="40428" y="34285"/>
                </a:lnTo>
                <a:lnTo>
                  <a:pt x="40406" y="34320"/>
                </a:lnTo>
                <a:lnTo>
                  <a:pt x="40383" y="34342"/>
                </a:lnTo>
                <a:lnTo>
                  <a:pt x="40360" y="34376"/>
                </a:lnTo>
                <a:lnTo>
                  <a:pt x="40349" y="34411"/>
                </a:lnTo>
                <a:lnTo>
                  <a:pt x="40349" y="34456"/>
                </a:lnTo>
                <a:lnTo>
                  <a:pt x="40349" y="34490"/>
                </a:lnTo>
                <a:lnTo>
                  <a:pt x="40360" y="34536"/>
                </a:lnTo>
                <a:lnTo>
                  <a:pt x="38358" y="35696"/>
                </a:lnTo>
                <a:lnTo>
                  <a:pt x="38324" y="35650"/>
                </a:lnTo>
                <a:lnTo>
                  <a:pt x="38290" y="35628"/>
                </a:lnTo>
                <a:lnTo>
                  <a:pt x="38244" y="35605"/>
                </a:lnTo>
                <a:lnTo>
                  <a:pt x="38142" y="35605"/>
                </a:lnTo>
                <a:lnTo>
                  <a:pt x="38096" y="35628"/>
                </a:lnTo>
                <a:lnTo>
                  <a:pt x="38062" y="35650"/>
                </a:lnTo>
                <a:lnTo>
                  <a:pt x="38028" y="35685"/>
                </a:lnTo>
                <a:lnTo>
                  <a:pt x="36049" y="34547"/>
                </a:lnTo>
                <a:lnTo>
                  <a:pt x="36071" y="34502"/>
                </a:lnTo>
                <a:lnTo>
                  <a:pt x="36071" y="34456"/>
                </a:lnTo>
                <a:lnTo>
                  <a:pt x="36071" y="34411"/>
                </a:lnTo>
                <a:lnTo>
                  <a:pt x="36060" y="34365"/>
                </a:lnTo>
                <a:lnTo>
                  <a:pt x="36037" y="34320"/>
                </a:lnTo>
                <a:lnTo>
                  <a:pt x="36003" y="34285"/>
                </a:lnTo>
                <a:lnTo>
                  <a:pt x="35969" y="34251"/>
                </a:lnTo>
                <a:lnTo>
                  <a:pt x="35935" y="34229"/>
                </a:lnTo>
                <a:lnTo>
                  <a:pt x="35889" y="34217"/>
                </a:lnTo>
                <a:lnTo>
                  <a:pt x="35844" y="34206"/>
                </a:lnTo>
                <a:lnTo>
                  <a:pt x="35844" y="31908"/>
                </a:lnTo>
                <a:lnTo>
                  <a:pt x="35878" y="31897"/>
                </a:lnTo>
                <a:lnTo>
                  <a:pt x="35912" y="31885"/>
                </a:lnTo>
                <a:lnTo>
                  <a:pt x="35980" y="31840"/>
                </a:lnTo>
                <a:lnTo>
                  <a:pt x="36015" y="31771"/>
                </a:lnTo>
                <a:lnTo>
                  <a:pt x="36026" y="31737"/>
                </a:lnTo>
                <a:lnTo>
                  <a:pt x="36026" y="31703"/>
                </a:lnTo>
                <a:lnTo>
                  <a:pt x="36026" y="31658"/>
                </a:lnTo>
                <a:lnTo>
                  <a:pt x="36015" y="31624"/>
                </a:lnTo>
                <a:lnTo>
                  <a:pt x="38005" y="30463"/>
                </a:lnTo>
                <a:lnTo>
                  <a:pt x="38039" y="30509"/>
                </a:lnTo>
                <a:lnTo>
                  <a:pt x="38085" y="30543"/>
                </a:lnTo>
                <a:lnTo>
                  <a:pt x="38130" y="30554"/>
                </a:lnTo>
                <a:lnTo>
                  <a:pt x="38187" y="30566"/>
                </a:lnTo>
                <a:lnTo>
                  <a:pt x="38244" y="30554"/>
                </a:lnTo>
                <a:lnTo>
                  <a:pt x="38290" y="30543"/>
                </a:lnTo>
                <a:lnTo>
                  <a:pt x="38335" y="30509"/>
                </a:lnTo>
                <a:lnTo>
                  <a:pt x="38369" y="30463"/>
                </a:lnTo>
                <a:close/>
                <a:moveTo>
                  <a:pt x="36037" y="34593"/>
                </a:moveTo>
                <a:lnTo>
                  <a:pt x="38005" y="35730"/>
                </a:lnTo>
                <a:lnTo>
                  <a:pt x="37994" y="35764"/>
                </a:lnTo>
                <a:lnTo>
                  <a:pt x="37994" y="35810"/>
                </a:lnTo>
                <a:lnTo>
                  <a:pt x="37994" y="35844"/>
                </a:lnTo>
                <a:lnTo>
                  <a:pt x="38005" y="35878"/>
                </a:lnTo>
                <a:lnTo>
                  <a:pt x="38039" y="35935"/>
                </a:lnTo>
                <a:lnTo>
                  <a:pt x="38096" y="35980"/>
                </a:lnTo>
                <a:lnTo>
                  <a:pt x="38130" y="35992"/>
                </a:lnTo>
                <a:lnTo>
                  <a:pt x="38165" y="36003"/>
                </a:lnTo>
                <a:lnTo>
                  <a:pt x="38165" y="38290"/>
                </a:lnTo>
                <a:lnTo>
                  <a:pt x="38119" y="38301"/>
                </a:lnTo>
                <a:lnTo>
                  <a:pt x="38074" y="38324"/>
                </a:lnTo>
                <a:lnTo>
                  <a:pt x="38028" y="38346"/>
                </a:lnTo>
                <a:lnTo>
                  <a:pt x="37994" y="38381"/>
                </a:lnTo>
                <a:lnTo>
                  <a:pt x="37960" y="38415"/>
                </a:lnTo>
                <a:lnTo>
                  <a:pt x="37937" y="38460"/>
                </a:lnTo>
                <a:lnTo>
                  <a:pt x="37926" y="38506"/>
                </a:lnTo>
                <a:lnTo>
                  <a:pt x="37926" y="38563"/>
                </a:lnTo>
                <a:lnTo>
                  <a:pt x="37926" y="38619"/>
                </a:lnTo>
                <a:lnTo>
                  <a:pt x="37948" y="38665"/>
                </a:lnTo>
                <a:lnTo>
                  <a:pt x="36003" y="39780"/>
                </a:lnTo>
                <a:lnTo>
                  <a:pt x="35969" y="39746"/>
                </a:lnTo>
                <a:lnTo>
                  <a:pt x="35924" y="39711"/>
                </a:lnTo>
                <a:lnTo>
                  <a:pt x="35878" y="39689"/>
                </a:lnTo>
                <a:lnTo>
                  <a:pt x="35764" y="39689"/>
                </a:lnTo>
                <a:lnTo>
                  <a:pt x="35707" y="39711"/>
                </a:lnTo>
                <a:lnTo>
                  <a:pt x="35673" y="39746"/>
                </a:lnTo>
                <a:lnTo>
                  <a:pt x="35628" y="39780"/>
                </a:lnTo>
                <a:lnTo>
                  <a:pt x="33626" y="38619"/>
                </a:lnTo>
                <a:lnTo>
                  <a:pt x="33637" y="38563"/>
                </a:lnTo>
                <a:lnTo>
                  <a:pt x="33626" y="38494"/>
                </a:lnTo>
                <a:lnTo>
                  <a:pt x="33592" y="38437"/>
                </a:lnTo>
                <a:lnTo>
                  <a:pt x="33535" y="38392"/>
                </a:lnTo>
                <a:lnTo>
                  <a:pt x="33478" y="38369"/>
                </a:lnTo>
                <a:lnTo>
                  <a:pt x="33478" y="36026"/>
                </a:lnTo>
                <a:lnTo>
                  <a:pt x="33512" y="36014"/>
                </a:lnTo>
                <a:lnTo>
                  <a:pt x="33546" y="36003"/>
                </a:lnTo>
                <a:lnTo>
                  <a:pt x="33580" y="35980"/>
                </a:lnTo>
                <a:lnTo>
                  <a:pt x="33614" y="35946"/>
                </a:lnTo>
                <a:lnTo>
                  <a:pt x="33637" y="35923"/>
                </a:lnTo>
                <a:lnTo>
                  <a:pt x="33660" y="35889"/>
                </a:lnTo>
                <a:lnTo>
                  <a:pt x="33671" y="35844"/>
                </a:lnTo>
                <a:lnTo>
                  <a:pt x="33671" y="35810"/>
                </a:lnTo>
                <a:lnTo>
                  <a:pt x="33660" y="35764"/>
                </a:lnTo>
                <a:lnTo>
                  <a:pt x="33649" y="35719"/>
                </a:lnTo>
                <a:lnTo>
                  <a:pt x="35605" y="34593"/>
                </a:lnTo>
                <a:lnTo>
                  <a:pt x="35651" y="34638"/>
                </a:lnTo>
                <a:lnTo>
                  <a:pt x="35696" y="34672"/>
                </a:lnTo>
                <a:lnTo>
                  <a:pt x="35753" y="34695"/>
                </a:lnTo>
                <a:lnTo>
                  <a:pt x="35821" y="34706"/>
                </a:lnTo>
                <a:lnTo>
                  <a:pt x="35889" y="34695"/>
                </a:lnTo>
                <a:lnTo>
                  <a:pt x="35946" y="34672"/>
                </a:lnTo>
                <a:lnTo>
                  <a:pt x="35992" y="34638"/>
                </a:lnTo>
                <a:lnTo>
                  <a:pt x="36037" y="34593"/>
                </a:lnTo>
                <a:close/>
                <a:moveTo>
                  <a:pt x="31282" y="34593"/>
                </a:moveTo>
                <a:lnTo>
                  <a:pt x="33250" y="35719"/>
                </a:lnTo>
                <a:lnTo>
                  <a:pt x="33239" y="35764"/>
                </a:lnTo>
                <a:lnTo>
                  <a:pt x="33228" y="35810"/>
                </a:lnTo>
                <a:lnTo>
                  <a:pt x="33228" y="35844"/>
                </a:lnTo>
                <a:lnTo>
                  <a:pt x="33239" y="35889"/>
                </a:lnTo>
                <a:lnTo>
                  <a:pt x="33262" y="35923"/>
                </a:lnTo>
                <a:lnTo>
                  <a:pt x="33285" y="35958"/>
                </a:lnTo>
                <a:lnTo>
                  <a:pt x="33319" y="35980"/>
                </a:lnTo>
                <a:lnTo>
                  <a:pt x="33353" y="36003"/>
                </a:lnTo>
                <a:lnTo>
                  <a:pt x="33387" y="36014"/>
                </a:lnTo>
                <a:lnTo>
                  <a:pt x="33432" y="36026"/>
                </a:lnTo>
                <a:lnTo>
                  <a:pt x="33432" y="38369"/>
                </a:lnTo>
                <a:lnTo>
                  <a:pt x="33364" y="38392"/>
                </a:lnTo>
                <a:lnTo>
                  <a:pt x="33307" y="38437"/>
                </a:lnTo>
                <a:lnTo>
                  <a:pt x="33273" y="38494"/>
                </a:lnTo>
                <a:lnTo>
                  <a:pt x="33262" y="38563"/>
                </a:lnTo>
                <a:lnTo>
                  <a:pt x="33273" y="38631"/>
                </a:lnTo>
                <a:lnTo>
                  <a:pt x="31260" y="39791"/>
                </a:lnTo>
                <a:lnTo>
                  <a:pt x="31226" y="39746"/>
                </a:lnTo>
                <a:lnTo>
                  <a:pt x="31180" y="39711"/>
                </a:lnTo>
                <a:lnTo>
                  <a:pt x="31135" y="39700"/>
                </a:lnTo>
                <a:lnTo>
                  <a:pt x="31078" y="39689"/>
                </a:lnTo>
                <a:lnTo>
                  <a:pt x="31021" y="39700"/>
                </a:lnTo>
                <a:lnTo>
                  <a:pt x="30975" y="39711"/>
                </a:lnTo>
                <a:lnTo>
                  <a:pt x="30930" y="39746"/>
                </a:lnTo>
                <a:lnTo>
                  <a:pt x="30896" y="39791"/>
                </a:lnTo>
                <a:lnTo>
                  <a:pt x="28871" y="38619"/>
                </a:lnTo>
                <a:lnTo>
                  <a:pt x="28882" y="38563"/>
                </a:lnTo>
                <a:lnTo>
                  <a:pt x="28871" y="38494"/>
                </a:lnTo>
                <a:lnTo>
                  <a:pt x="28837" y="38449"/>
                </a:lnTo>
                <a:lnTo>
                  <a:pt x="28791" y="38415"/>
                </a:lnTo>
                <a:lnTo>
                  <a:pt x="28734" y="38392"/>
                </a:lnTo>
                <a:lnTo>
                  <a:pt x="28734" y="36037"/>
                </a:lnTo>
                <a:lnTo>
                  <a:pt x="28780" y="36037"/>
                </a:lnTo>
                <a:lnTo>
                  <a:pt x="28814" y="36014"/>
                </a:lnTo>
                <a:lnTo>
                  <a:pt x="28859" y="35992"/>
                </a:lnTo>
                <a:lnTo>
                  <a:pt x="28882" y="35969"/>
                </a:lnTo>
                <a:lnTo>
                  <a:pt x="28916" y="35935"/>
                </a:lnTo>
                <a:lnTo>
                  <a:pt x="28928" y="35889"/>
                </a:lnTo>
                <a:lnTo>
                  <a:pt x="28939" y="35844"/>
                </a:lnTo>
                <a:lnTo>
                  <a:pt x="28950" y="35810"/>
                </a:lnTo>
                <a:lnTo>
                  <a:pt x="28939" y="35753"/>
                </a:lnTo>
                <a:lnTo>
                  <a:pt x="28928" y="35707"/>
                </a:lnTo>
                <a:lnTo>
                  <a:pt x="30873" y="34593"/>
                </a:lnTo>
                <a:lnTo>
                  <a:pt x="30907" y="34638"/>
                </a:lnTo>
                <a:lnTo>
                  <a:pt x="30964" y="34672"/>
                </a:lnTo>
                <a:lnTo>
                  <a:pt x="31021" y="34695"/>
                </a:lnTo>
                <a:lnTo>
                  <a:pt x="31078" y="34706"/>
                </a:lnTo>
                <a:lnTo>
                  <a:pt x="31146" y="34695"/>
                </a:lnTo>
                <a:lnTo>
                  <a:pt x="31203" y="34672"/>
                </a:lnTo>
                <a:lnTo>
                  <a:pt x="31248" y="34638"/>
                </a:lnTo>
                <a:lnTo>
                  <a:pt x="31282" y="34593"/>
                </a:lnTo>
                <a:close/>
                <a:moveTo>
                  <a:pt x="17018" y="34558"/>
                </a:moveTo>
                <a:lnTo>
                  <a:pt x="19008" y="35707"/>
                </a:lnTo>
                <a:lnTo>
                  <a:pt x="18997" y="35753"/>
                </a:lnTo>
                <a:lnTo>
                  <a:pt x="18986" y="35810"/>
                </a:lnTo>
                <a:lnTo>
                  <a:pt x="18986" y="35844"/>
                </a:lnTo>
                <a:lnTo>
                  <a:pt x="19008" y="35889"/>
                </a:lnTo>
                <a:lnTo>
                  <a:pt x="19020" y="35935"/>
                </a:lnTo>
                <a:lnTo>
                  <a:pt x="19054" y="35969"/>
                </a:lnTo>
                <a:lnTo>
                  <a:pt x="19088" y="35992"/>
                </a:lnTo>
                <a:lnTo>
                  <a:pt x="19122" y="36014"/>
                </a:lnTo>
                <a:lnTo>
                  <a:pt x="19156" y="36026"/>
                </a:lnTo>
                <a:lnTo>
                  <a:pt x="19202" y="36037"/>
                </a:lnTo>
                <a:lnTo>
                  <a:pt x="19202" y="38381"/>
                </a:lnTo>
                <a:lnTo>
                  <a:pt x="19145" y="38403"/>
                </a:lnTo>
                <a:lnTo>
                  <a:pt x="19088" y="38437"/>
                </a:lnTo>
                <a:lnTo>
                  <a:pt x="19054" y="38494"/>
                </a:lnTo>
                <a:lnTo>
                  <a:pt x="19043" y="38563"/>
                </a:lnTo>
                <a:lnTo>
                  <a:pt x="19054" y="38631"/>
                </a:lnTo>
                <a:lnTo>
                  <a:pt x="17006" y="39802"/>
                </a:lnTo>
                <a:lnTo>
                  <a:pt x="16984" y="39768"/>
                </a:lnTo>
                <a:lnTo>
                  <a:pt x="16938" y="39746"/>
                </a:lnTo>
                <a:lnTo>
                  <a:pt x="16893" y="39723"/>
                </a:lnTo>
                <a:lnTo>
                  <a:pt x="16847" y="39711"/>
                </a:lnTo>
                <a:lnTo>
                  <a:pt x="16802" y="39723"/>
                </a:lnTo>
                <a:lnTo>
                  <a:pt x="16756" y="39734"/>
                </a:lnTo>
                <a:lnTo>
                  <a:pt x="16722" y="39768"/>
                </a:lnTo>
                <a:lnTo>
                  <a:pt x="16699" y="39791"/>
                </a:lnTo>
                <a:lnTo>
                  <a:pt x="14708" y="38642"/>
                </a:lnTo>
                <a:lnTo>
                  <a:pt x="14720" y="38608"/>
                </a:lnTo>
                <a:lnTo>
                  <a:pt x="14720" y="38563"/>
                </a:lnTo>
                <a:lnTo>
                  <a:pt x="14720" y="38517"/>
                </a:lnTo>
                <a:lnTo>
                  <a:pt x="14708" y="38472"/>
                </a:lnTo>
                <a:lnTo>
                  <a:pt x="14686" y="38437"/>
                </a:lnTo>
                <a:lnTo>
                  <a:pt x="14663" y="38403"/>
                </a:lnTo>
                <a:lnTo>
                  <a:pt x="14629" y="38369"/>
                </a:lnTo>
                <a:lnTo>
                  <a:pt x="14595" y="38346"/>
                </a:lnTo>
                <a:lnTo>
                  <a:pt x="14549" y="38335"/>
                </a:lnTo>
                <a:lnTo>
                  <a:pt x="14515" y="38324"/>
                </a:lnTo>
                <a:lnTo>
                  <a:pt x="14515" y="36014"/>
                </a:lnTo>
                <a:lnTo>
                  <a:pt x="14549" y="36003"/>
                </a:lnTo>
                <a:lnTo>
                  <a:pt x="14583" y="35992"/>
                </a:lnTo>
                <a:lnTo>
                  <a:pt x="14640" y="35946"/>
                </a:lnTo>
                <a:lnTo>
                  <a:pt x="14674" y="35878"/>
                </a:lnTo>
                <a:lnTo>
                  <a:pt x="14686" y="35844"/>
                </a:lnTo>
                <a:lnTo>
                  <a:pt x="14697" y="35810"/>
                </a:lnTo>
                <a:lnTo>
                  <a:pt x="14686" y="35764"/>
                </a:lnTo>
                <a:lnTo>
                  <a:pt x="14674" y="35730"/>
                </a:lnTo>
                <a:lnTo>
                  <a:pt x="16688" y="34570"/>
                </a:lnTo>
                <a:lnTo>
                  <a:pt x="16722" y="34604"/>
                </a:lnTo>
                <a:lnTo>
                  <a:pt x="16756" y="34627"/>
                </a:lnTo>
                <a:lnTo>
                  <a:pt x="16802" y="34649"/>
                </a:lnTo>
                <a:lnTo>
                  <a:pt x="16847" y="34649"/>
                </a:lnTo>
                <a:lnTo>
                  <a:pt x="16904" y="34638"/>
                </a:lnTo>
                <a:lnTo>
                  <a:pt x="16938" y="34627"/>
                </a:lnTo>
                <a:lnTo>
                  <a:pt x="16984" y="34593"/>
                </a:lnTo>
                <a:lnTo>
                  <a:pt x="17018" y="34558"/>
                </a:lnTo>
                <a:close/>
                <a:moveTo>
                  <a:pt x="28859" y="38654"/>
                </a:moveTo>
                <a:lnTo>
                  <a:pt x="30873" y="39825"/>
                </a:lnTo>
                <a:lnTo>
                  <a:pt x="30862" y="39871"/>
                </a:lnTo>
                <a:lnTo>
                  <a:pt x="30862" y="39905"/>
                </a:lnTo>
                <a:lnTo>
                  <a:pt x="30862" y="39950"/>
                </a:lnTo>
                <a:lnTo>
                  <a:pt x="30873" y="39984"/>
                </a:lnTo>
                <a:lnTo>
                  <a:pt x="30896" y="40019"/>
                </a:lnTo>
                <a:lnTo>
                  <a:pt x="30918" y="40053"/>
                </a:lnTo>
                <a:lnTo>
                  <a:pt x="30953" y="40087"/>
                </a:lnTo>
                <a:lnTo>
                  <a:pt x="30975" y="40098"/>
                </a:lnTo>
                <a:lnTo>
                  <a:pt x="31021" y="40121"/>
                </a:lnTo>
                <a:lnTo>
                  <a:pt x="31055" y="40121"/>
                </a:lnTo>
                <a:lnTo>
                  <a:pt x="31055" y="42419"/>
                </a:lnTo>
                <a:lnTo>
                  <a:pt x="31009" y="42419"/>
                </a:lnTo>
                <a:lnTo>
                  <a:pt x="30964" y="42442"/>
                </a:lnTo>
                <a:lnTo>
                  <a:pt x="30930" y="42464"/>
                </a:lnTo>
                <a:lnTo>
                  <a:pt x="30896" y="42498"/>
                </a:lnTo>
                <a:lnTo>
                  <a:pt x="30862" y="42533"/>
                </a:lnTo>
                <a:lnTo>
                  <a:pt x="30850" y="42578"/>
                </a:lnTo>
                <a:lnTo>
                  <a:pt x="30827" y="42612"/>
                </a:lnTo>
                <a:lnTo>
                  <a:pt x="30827" y="42669"/>
                </a:lnTo>
                <a:lnTo>
                  <a:pt x="30839" y="42715"/>
                </a:lnTo>
                <a:lnTo>
                  <a:pt x="30850" y="42760"/>
                </a:lnTo>
                <a:lnTo>
                  <a:pt x="28882" y="43898"/>
                </a:lnTo>
                <a:lnTo>
                  <a:pt x="28848" y="43863"/>
                </a:lnTo>
                <a:lnTo>
                  <a:pt x="28803" y="43829"/>
                </a:lnTo>
                <a:lnTo>
                  <a:pt x="28757" y="43818"/>
                </a:lnTo>
                <a:lnTo>
                  <a:pt x="28712" y="43807"/>
                </a:lnTo>
                <a:lnTo>
                  <a:pt x="28655" y="43818"/>
                </a:lnTo>
                <a:lnTo>
                  <a:pt x="28609" y="43829"/>
                </a:lnTo>
                <a:lnTo>
                  <a:pt x="28575" y="43863"/>
                </a:lnTo>
                <a:lnTo>
                  <a:pt x="28541" y="43898"/>
                </a:lnTo>
                <a:lnTo>
                  <a:pt x="26493" y="42715"/>
                </a:lnTo>
                <a:lnTo>
                  <a:pt x="26505" y="42669"/>
                </a:lnTo>
                <a:lnTo>
                  <a:pt x="26493" y="42612"/>
                </a:lnTo>
                <a:lnTo>
                  <a:pt x="26459" y="42555"/>
                </a:lnTo>
                <a:lnTo>
                  <a:pt x="26414" y="42521"/>
                </a:lnTo>
                <a:lnTo>
                  <a:pt x="26368" y="42498"/>
                </a:lnTo>
                <a:lnTo>
                  <a:pt x="26368" y="40178"/>
                </a:lnTo>
                <a:lnTo>
                  <a:pt x="26414" y="40166"/>
                </a:lnTo>
                <a:lnTo>
                  <a:pt x="26459" y="40144"/>
                </a:lnTo>
                <a:lnTo>
                  <a:pt x="26505" y="40121"/>
                </a:lnTo>
                <a:lnTo>
                  <a:pt x="26539" y="40087"/>
                </a:lnTo>
                <a:lnTo>
                  <a:pt x="26562" y="40053"/>
                </a:lnTo>
                <a:lnTo>
                  <a:pt x="26584" y="40007"/>
                </a:lnTo>
                <a:lnTo>
                  <a:pt x="26607" y="39962"/>
                </a:lnTo>
                <a:lnTo>
                  <a:pt x="26607" y="39905"/>
                </a:lnTo>
                <a:lnTo>
                  <a:pt x="26596" y="39848"/>
                </a:lnTo>
                <a:lnTo>
                  <a:pt x="26584" y="39802"/>
                </a:lnTo>
                <a:lnTo>
                  <a:pt x="28564" y="38654"/>
                </a:lnTo>
                <a:lnTo>
                  <a:pt x="28598" y="38688"/>
                </a:lnTo>
                <a:lnTo>
                  <a:pt x="28632" y="38710"/>
                </a:lnTo>
                <a:lnTo>
                  <a:pt x="28666" y="38733"/>
                </a:lnTo>
                <a:lnTo>
                  <a:pt x="28757" y="38733"/>
                </a:lnTo>
                <a:lnTo>
                  <a:pt x="28791" y="38710"/>
                </a:lnTo>
                <a:lnTo>
                  <a:pt x="28825" y="38688"/>
                </a:lnTo>
                <a:lnTo>
                  <a:pt x="28859" y="38654"/>
                </a:lnTo>
                <a:close/>
                <a:moveTo>
                  <a:pt x="24161" y="38688"/>
                </a:moveTo>
                <a:lnTo>
                  <a:pt x="26095" y="39802"/>
                </a:lnTo>
                <a:lnTo>
                  <a:pt x="26072" y="39848"/>
                </a:lnTo>
                <a:lnTo>
                  <a:pt x="26072" y="39905"/>
                </a:lnTo>
                <a:lnTo>
                  <a:pt x="26072" y="39962"/>
                </a:lnTo>
                <a:lnTo>
                  <a:pt x="26095" y="40007"/>
                </a:lnTo>
                <a:lnTo>
                  <a:pt x="26118" y="40053"/>
                </a:lnTo>
                <a:lnTo>
                  <a:pt x="26141" y="40087"/>
                </a:lnTo>
                <a:lnTo>
                  <a:pt x="26175" y="40121"/>
                </a:lnTo>
                <a:lnTo>
                  <a:pt x="26220" y="40144"/>
                </a:lnTo>
                <a:lnTo>
                  <a:pt x="26266" y="40166"/>
                </a:lnTo>
                <a:lnTo>
                  <a:pt x="26323" y="40178"/>
                </a:lnTo>
                <a:lnTo>
                  <a:pt x="26323" y="42498"/>
                </a:lnTo>
                <a:lnTo>
                  <a:pt x="26266" y="42521"/>
                </a:lnTo>
                <a:lnTo>
                  <a:pt x="26220" y="42555"/>
                </a:lnTo>
                <a:lnTo>
                  <a:pt x="26186" y="42612"/>
                </a:lnTo>
                <a:lnTo>
                  <a:pt x="26175" y="42669"/>
                </a:lnTo>
                <a:lnTo>
                  <a:pt x="26186" y="42715"/>
                </a:lnTo>
                <a:lnTo>
                  <a:pt x="24093" y="43920"/>
                </a:lnTo>
                <a:lnTo>
                  <a:pt x="24070" y="43898"/>
                </a:lnTo>
                <a:lnTo>
                  <a:pt x="24036" y="43875"/>
                </a:lnTo>
                <a:lnTo>
                  <a:pt x="24002" y="43852"/>
                </a:lnTo>
                <a:lnTo>
                  <a:pt x="23923" y="43852"/>
                </a:lnTo>
                <a:lnTo>
                  <a:pt x="23888" y="43863"/>
                </a:lnTo>
                <a:lnTo>
                  <a:pt x="23854" y="43886"/>
                </a:lnTo>
                <a:lnTo>
                  <a:pt x="23832" y="43920"/>
                </a:lnTo>
                <a:lnTo>
                  <a:pt x="21829" y="42760"/>
                </a:lnTo>
                <a:lnTo>
                  <a:pt x="21852" y="42715"/>
                </a:lnTo>
                <a:lnTo>
                  <a:pt x="21852" y="42669"/>
                </a:lnTo>
                <a:lnTo>
                  <a:pt x="21852" y="42612"/>
                </a:lnTo>
                <a:lnTo>
                  <a:pt x="21841" y="42567"/>
                </a:lnTo>
                <a:lnTo>
                  <a:pt x="21818" y="42533"/>
                </a:lnTo>
                <a:lnTo>
                  <a:pt x="21784" y="42487"/>
                </a:lnTo>
                <a:lnTo>
                  <a:pt x="21750" y="42453"/>
                </a:lnTo>
                <a:lnTo>
                  <a:pt x="21716" y="42430"/>
                </a:lnTo>
                <a:lnTo>
                  <a:pt x="21670" y="42419"/>
                </a:lnTo>
                <a:lnTo>
                  <a:pt x="21625" y="42407"/>
                </a:lnTo>
                <a:lnTo>
                  <a:pt x="21625" y="40110"/>
                </a:lnTo>
                <a:lnTo>
                  <a:pt x="21693" y="40087"/>
                </a:lnTo>
                <a:lnTo>
                  <a:pt x="21750" y="40041"/>
                </a:lnTo>
                <a:lnTo>
                  <a:pt x="21784" y="39984"/>
                </a:lnTo>
                <a:lnTo>
                  <a:pt x="21795" y="39950"/>
                </a:lnTo>
                <a:lnTo>
                  <a:pt x="21795" y="39905"/>
                </a:lnTo>
                <a:lnTo>
                  <a:pt x="21784" y="39837"/>
                </a:lnTo>
                <a:lnTo>
                  <a:pt x="23763" y="38688"/>
                </a:lnTo>
                <a:lnTo>
                  <a:pt x="23797" y="38733"/>
                </a:lnTo>
                <a:lnTo>
                  <a:pt x="23854" y="38767"/>
                </a:lnTo>
                <a:lnTo>
                  <a:pt x="23900" y="38790"/>
                </a:lnTo>
                <a:lnTo>
                  <a:pt x="23957" y="38801"/>
                </a:lnTo>
                <a:lnTo>
                  <a:pt x="24025" y="38790"/>
                </a:lnTo>
                <a:lnTo>
                  <a:pt x="24082" y="38767"/>
                </a:lnTo>
                <a:lnTo>
                  <a:pt x="24127" y="38733"/>
                </a:lnTo>
                <a:lnTo>
                  <a:pt x="24161" y="38688"/>
                </a:lnTo>
                <a:close/>
                <a:moveTo>
                  <a:pt x="17029" y="42783"/>
                </a:moveTo>
                <a:lnTo>
                  <a:pt x="19054" y="43943"/>
                </a:lnTo>
                <a:lnTo>
                  <a:pt x="19043" y="43977"/>
                </a:lnTo>
                <a:lnTo>
                  <a:pt x="19031" y="44011"/>
                </a:lnTo>
                <a:lnTo>
                  <a:pt x="19043" y="44045"/>
                </a:lnTo>
                <a:lnTo>
                  <a:pt x="19054" y="44080"/>
                </a:lnTo>
                <a:lnTo>
                  <a:pt x="19088" y="44136"/>
                </a:lnTo>
                <a:lnTo>
                  <a:pt x="19134" y="44182"/>
                </a:lnTo>
                <a:lnTo>
                  <a:pt x="19202" y="44193"/>
                </a:lnTo>
                <a:lnTo>
                  <a:pt x="19202" y="46571"/>
                </a:lnTo>
                <a:lnTo>
                  <a:pt x="19168" y="46571"/>
                </a:lnTo>
                <a:lnTo>
                  <a:pt x="19134" y="46594"/>
                </a:lnTo>
                <a:lnTo>
                  <a:pt x="19099" y="46605"/>
                </a:lnTo>
                <a:lnTo>
                  <a:pt x="19065" y="46628"/>
                </a:lnTo>
                <a:lnTo>
                  <a:pt x="19043" y="46662"/>
                </a:lnTo>
                <a:lnTo>
                  <a:pt x="19031" y="46696"/>
                </a:lnTo>
                <a:lnTo>
                  <a:pt x="19020" y="46730"/>
                </a:lnTo>
                <a:lnTo>
                  <a:pt x="19020" y="46776"/>
                </a:lnTo>
                <a:lnTo>
                  <a:pt x="19020" y="46810"/>
                </a:lnTo>
                <a:lnTo>
                  <a:pt x="19031" y="46844"/>
                </a:lnTo>
                <a:lnTo>
                  <a:pt x="17075" y="47981"/>
                </a:lnTo>
                <a:lnTo>
                  <a:pt x="17029" y="47924"/>
                </a:lnTo>
                <a:lnTo>
                  <a:pt x="16984" y="47890"/>
                </a:lnTo>
                <a:lnTo>
                  <a:pt x="16915" y="47868"/>
                </a:lnTo>
                <a:lnTo>
                  <a:pt x="16847" y="47856"/>
                </a:lnTo>
                <a:lnTo>
                  <a:pt x="16779" y="47868"/>
                </a:lnTo>
                <a:lnTo>
                  <a:pt x="16722" y="47890"/>
                </a:lnTo>
                <a:lnTo>
                  <a:pt x="16665" y="47924"/>
                </a:lnTo>
                <a:lnTo>
                  <a:pt x="16631" y="47970"/>
                </a:lnTo>
                <a:lnTo>
                  <a:pt x="14708" y="46867"/>
                </a:lnTo>
                <a:lnTo>
                  <a:pt x="14720" y="46821"/>
                </a:lnTo>
                <a:lnTo>
                  <a:pt x="14720" y="46776"/>
                </a:lnTo>
                <a:lnTo>
                  <a:pt x="14720" y="46730"/>
                </a:lnTo>
                <a:lnTo>
                  <a:pt x="14708" y="46685"/>
                </a:lnTo>
                <a:lnTo>
                  <a:pt x="14686" y="46639"/>
                </a:lnTo>
                <a:lnTo>
                  <a:pt x="14663" y="46605"/>
                </a:lnTo>
                <a:lnTo>
                  <a:pt x="14629" y="46582"/>
                </a:lnTo>
                <a:lnTo>
                  <a:pt x="14595" y="46559"/>
                </a:lnTo>
                <a:lnTo>
                  <a:pt x="14549" y="46537"/>
                </a:lnTo>
                <a:lnTo>
                  <a:pt x="14515" y="46525"/>
                </a:lnTo>
                <a:lnTo>
                  <a:pt x="14515" y="44239"/>
                </a:lnTo>
                <a:lnTo>
                  <a:pt x="14549" y="44239"/>
                </a:lnTo>
                <a:lnTo>
                  <a:pt x="14595" y="44216"/>
                </a:lnTo>
                <a:lnTo>
                  <a:pt x="14629" y="44193"/>
                </a:lnTo>
                <a:lnTo>
                  <a:pt x="14652" y="44171"/>
                </a:lnTo>
                <a:lnTo>
                  <a:pt x="14674" y="44136"/>
                </a:lnTo>
                <a:lnTo>
                  <a:pt x="14697" y="44102"/>
                </a:lnTo>
                <a:lnTo>
                  <a:pt x="14708" y="44057"/>
                </a:lnTo>
                <a:lnTo>
                  <a:pt x="14708" y="44011"/>
                </a:lnTo>
                <a:lnTo>
                  <a:pt x="14708" y="43966"/>
                </a:lnTo>
                <a:lnTo>
                  <a:pt x="14697" y="43932"/>
                </a:lnTo>
                <a:lnTo>
                  <a:pt x="16676" y="42794"/>
                </a:lnTo>
                <a:lnTo>
                  <a:pt x="16699" y="42828"/>
                </a:lnTo>
                <a:lnTo>
                  <a:pt x="16745" y="42862"/>
                </a:lnTo>
                <a:lnTo>
                  <a:pt x="16790" y="42874"/>
                </a:lnTo>
                <a:lnTo>
                  <a:pt x="16847" y="42885"/>
                </a:lnTo>
                <a:lnTo>
                  <a:pt x="16904" y="42874"/>
                </a:lnTo>
                <a:lnTo>
                  <a:pt x="16949" y="42851"/>
                </a:lnTo>
                <a:lnTo>
                  <a:pt x="16995" y="42817"/>
                </a:lnTo>
                <a:lnTo>
                  <a:pt x="17029" y="42783"/>
                </a:lnTo>
                <a:close/>
                <a:moveTo>
                  <a:pt x="26471" y="42760"/>
                </a:moveTo>
                <a:lnTo>
                  <a:pt x="28518" y="43943"/>
                </a:lnTo>
                <a:lnTo>
                  <a:pt x="28507" y="43977"/>
                </a:lnTo>
                <a:lnTo>
                  <a:pt x="28507" y="44011"/>
                </a:lnTo>
                <a:lnTo>
                  <a:pt x="28507" y="44057"/>
                </a:lnTo>
                <a:lnTo>
                  <a:pt x="28518" y="44091"/>
                </a:lnTo>
                <a:lnTo>
                  <a:pt x="28552" y="44148"/>
                </a:lnTo>
                <a:lnTo>
                  <a:pt x="28621" y="44193"/>
                </a:lnTo>
                <a:lnTo>
                  <a:pt x="28655" y="44216"/>
                </a:lnTo>
                <a:lnTo>
                  <a:pt x="28689" y="44216"/>
                </a:lnTo>
                <a:lnTo>
                  <a:pt x="28689" y="46537"/>
                </a:lnTo>
                <a:lnTo>
                  <a:pt x="28643" y="46537"/>
                </a:lnTo>
                <a:lnTo>
                  <a:pt x="28598" y="46559"/>
                </a:lnTo>
                <a:lnTo>
                  <a:pt x="28564" y="46582"/>
                </a:lnTo>
                <a:lnTo>
                  <a:pt x="28530" y="46605"/>
                </a:lnTo>
                <a:lnTo>
                  <a:pt x="28507" y="46639"/>
                </a:lnTo>
                <a:lnTo>
                  <a:pt x="28484" y="46685"/>
                </a:lnTo>
                <a:lnTo>
                  <a:pt x="28473" y="46730"/>
                </a:lnTo>
                <a:lnTo>
                  <a:pt x="28473" y="46776"/>
                </a:lnTo>
                <a:lnTo>
                  <a:pt x="28473" y="46821"/>
                </a:lnTo>
                <a:lnTo>
                  <a:pt x="28484" y="46867"/>
                </a:lnTo>
                <a:lnTo>
                  <a:pt x="26539" y="47981"/>
                </a:lnTo>
                <a:lnTo>
                  <a:pt x="26505" y="47936"/>
                </a:lnTo>
                <a:lnTo>
                  <a:pt x="26459" y="47902"/>
                </a:lnTo>
                <a:lnTo>
                  <a:pt x="26402" y="47879"/>
                </a:lnTo>
                <a:lnTo>
                  <a:pt x="26277" y="47879"/>
                </a:lnTo>
                <a:lnTo>
                  <a:pt x="26220" y="47902"/>
                </a:lnTo>
                <a:lnTo>
                  <a:pt x="26175" y="47936"/>
                </a:lnTo>
                <a:lnTo>
                  <a:pt x="26141" y="47981"/>
                </a:lnTo>
                <a:lnTo>
                  <a:pt x="24196" y="46867"/>
                </a:lnTo>
                <a:lnTo>
                  <a:pt x="24207" y="46821"/>
                </a:lnTo>
                <a:lnTo>
                  <a:pt x="24218" y="46776"/>
                </a:lnTo>
                <a:lnTo>
                  <a:pt x="24207" y="46719"/>
                </a:lnTo>
                <a:lnTo>
                  <a:pt x="24196" y="46685"/>
                </a:lnTo>
                <a:lnTo>
                  <a:pt x="24184" y="46639"/>
                </a:lnTo>
                <a:lnTo>
                  <a:pt x="24150" y="46605"/>
                </a:lnTo>
                <a:lnTo>
                  <a:pt x="24116" y="46571"/>
                </a:lnTo>
                <a:lnTo>
                  <a:pt x="24082" y="46548"/>
                </a:lnTo>
                <a:lnTo>
                  <a:pt x="24036" y="46525"/>
                </a:lnTo>
                <a:lnTo>
                  <a:pt x="23991" y="46514"/>
                </a:lnTo>
                <a:lnTo>
                  <a:pt x="23991" y="44171"/>
                </a:lnTo>
                <a:lnTo>
                  <a:pt x="24048" y="44159"/>
                </a:lnTo>
                <a:lnTo>
                  <a:pt x="24093" y="44125"/>
                </a:lnTo>
                <a:lnTo>
                  <a:pt x="24116" y="44068"/>
                </a:lnTo>
                <a:lnTo>
                  <a:pt x="24127" y="44011"/>
                </a:lnTo>
                <a:lnTo>
                  <a:pt x="24116" y="43966"/>
                </a:lnTo>
                <a:lnTo>
                  <a:pt x="26209" y="42760"/>
                </a:lnTo>
                <a:lnTo>
                  <a:pt x="26232" y="42794"/>
                </a:lnTo>
                <a:lnTo>
                  <a:pt x="26266" y="42817"/>
                </a:lnTo>
                <a:lnTo>
                  <a:pt x="26300" y="42828"/>
                </a:lnTo>
                <a:lnTo>
                  <a:pt x="26380" y="42828"/>
                </a:lnTo>
                <a:lnTo>
                  <a:pt x="26414" y="42817"/>
                </a:lnTo>
                <a:lnTo>
                  <a:pt x="26448" y="42794"/>
                </a:lnTo>
                <a:lnTo>
                  <a:pt x="26471" y="42760"/>
                </a:lnTo>
                <a:close/>
                <a:moveTo>
                  <a:pt x="21818" y="42806"/>
                </a:moveTo>
                <a:lnTo>
                  <a:pt x="23809" y="43954"/>
                </a:lnTo>
                <a:lnTo>
                  <a:pt x="23797" y="44011"/>
                </a:lnTo>
                <a:lnTo>
                  <a:pt x="23809" y="44080"/>
                </a:lnTo>
                <a:lnTo>
                  <a:pt x="23843" y="44125"/>
                </a:lnTo>
                <a:lnTo>
                  <a:pt x="23888" y="44159"/>
                </a:lnTo>
                <a:lnTo>
                  <a:pt x="23945" y="44182"/>
                </a:lnTo>
                <a:lnTo>
                  <a:pt x="23945" y="46514"/>
                </a:lnTo>
                <a:lnTo>
                  <a:pt x="23900" y="46525"/>
                </a:lnTo>
                <a:lnTo>
                  <a:pt x="23854" y="46537"/>
                </a:lnTo>
                <a:lnTo>
                  <a:pt x="23809" y="46559"/>
                </a:lnTo>
                <a:lnTo>
                  <a:pt x="23775" y="46594"/>
                </a:lnTo>
                <a:lnTo>
                  <a:pt x="23752" y="46628"/>
                </a:lnTo>
                <a:lnTo>
                  <a:pt x="23729" y="46673"/>
                </a:lnTo>
                <a:lnTo>
                  <a:pt x="23706" y="46719"/>
                </a:lnTo>
                <a:lnTo>
                  <a:pt x="23706" y="46776"/>
                </a:lnTo>
                <a:lnTo>
                  <a:pt x="23706" y="46821"/>
                </a:lnTo>
                <a:lnTo>
                  <a:pt x="23729" y="46878"/>
                </a:lnTo>
                <a:lnTo>
                  <a:pt x="21761" y="48015"/>
                </a:lnTo>
                <a:lnTo>
                  <a:pt x="21727" y="47970"/>
                </a:lnTo>
                <a:lnTo>
                  <a:pt x="21682" y="47947"/>
                </a:lnTo>
                <a:lnTo>
                  <a:pt x="21636" y="47924"/>
                </a:lnTo>
                <a:lnTo>
                  <a:pt x="21591" y="47913"/>
                </a:lnTo>
                <a:lnTo>
                  <a:pt x="21534" y="47924"/>
                </a:lnTo>
                <a:lnTo>
                  <a:pt x="21500" y="47936"/>
                </a:lnTo>
                <a:lnTo>
                  <a:pt x="21454" y="47970"/>
                </a:lnTo>
                <a:lnTo>
                  <a:pt x="21420" y="48004"/>
                </a:lnTo>
                <a:lnTo>
                  <a:pt x="19407" y="46844"/>
                </a:lnTo>
                <a:lnTo>
                  <a:pt x="19418" y="46776"/>
                </a:lnTo>
                <a:lnTo>
                  <a:pt x="19407" y="46696"/>
                </a:lnTo>
                <a:lnTo>
                  <a:pt x="19372" y="46639"/>
                </a:lnTo>
                <a:lnTo>
                  <a:pt x="19316" y="46594"/>
                </a:lnTo>
                <a:lnTo>
                  <a:pt x="19247" y="46571"/>
                </a:lnTo>
                <a:lnTo>
                  <a:pt x="19247" y="44193"/>
                </a:lnTo>
                <a:lnTo>
                  <a:pt x="19316" y="44171"/>
                </a:lnTo>
                <a:lnTo>
                  <a:pt x="19361" y="44136"/>
                </a:lnTo>
                <a:lnTo>
                  <a:pt x="19395" y="44080"/>
                </a:lnTo>
                <a:lnTo>
                  <a:pt x="19407" y="44011"/>
                </a:lnTo>
                <a:lnTo>
                  <a:pt x="19395" y="43954"/>
                </a:lnTo>
                <a:lnTo>
                  <a:pt x="21363" y="42817"/>
                </a:lnTo>
                <a:lnTo>
                  <a:pt x="21409" y="42862"/>
                </a:lnTo>
                <a:lnTo>
                  <a:pt x="21465" y="42897"/>
                </a:lnTo>
                <a:lnTo>
                  <a:pt x="21522" y="42919"/>
                </a:lnTo>
                <a:lnTo>
                  <a:pt x="21591" y="42931"/>
                </a:lnTo>
                <a:lnTo>
                  <a:pt x="21659" y="42919"/>
                </a:lnTo>
                <a:lnTo>
                  <a:pt x="21716" y="42897"/>
                </a:lnTo>
                <a:lnTo>
                  <a:pt x="21773" y="42851"/>
                </a:lnTo>
                <a:lnTo>
                  <a:pt x="21818" y="42806"/>
                </a:lnTo>
                <a:close/>
                <a:moveTo>
                  <a:pt x="26323" y="0"/>
                </a:moveTo>
                <a:lnTo>
                  <a:pt x="26323" y="1433"/>
                </a:lnTo>
                <a:lnTo>
                  <a:pt x="26255" y="1456"/>
                </a:lnTo>
                <a:lnTo>
                  <a:pt x="26209" y="1490"/>
                </a:lnTo>
                <a:lnTo>
                  <a:pt x="26175" y="1547"/>
                </a:lnTo>
                <a:lnTo>
                  <a:pt x="26164" y="1615"/>
                </a:lnTo>
                <a:lnTo>
                  <a:pt x="26164" y="1672"/>
                </a:lnTo>
                <a:lnTo>
                  <a:pt x="24127" y="2844"/>
                </a:lnTo>
                <a:lnTo>
                  <a:pt x="24093" y="2810"/>
                </a:lnTo>
                <a:lnTo>
                  <a:pt x="24059" y="2787"/>
                </a:lnTo>
                <a:lnTo>
                  <a:pt x="24014" y="2764"/>
                </a:lnTo>
                <a:lnTo>
                  <a:pt x="23911" y="2764"/>
                </a:lnTo>
                <a:lnTo>
                  <a:pt x="23877" y="2787"/>
                </a:lnTo>
                <a:lnTo>
                  <a:pt x="23832" y="2810"/>
                </a:lnTo>
                <a:lnTo>
                  <a:pt x="23797" y="2844"/>
                </a:lnTo>
                <a:lnTo>
                  <a:pt x="21761" y="1661"/>
                </a:lnTo>
                <a:lnTo>
                  <a:pt x="21773" y="1615"/>
                </a:lnTo>
                <a:lnTo>
                  <a:pt x="21761" y="1581"/>
                </a:lnTo>
                <a:lnTo>
                  <a:pt x="21750" y="1547"/>
                </a:lnTo>
                <a:lnTo>
                  <a:pt x="21716" y="1490"/>
                </a:lnTo>
                <a:lnTo>
                  <a:pt x="21659" y="1445"/>
                </a:lnTo>
                <a:lnTo>
                  <a:pt x="21625" y="1445"/>
                </a:lnTo>
                <a:lnTo>
                  <a:pt x="21591" y="1433"/>
                </a:lnTo>
                <a:lnTo>
                  <a:pt x="21556" y="1445"/>
                </a:lnTo>
                <a:lnTo>
                  <a:pt x="21522" y="1445"/>
                </a:lnTo>
                <a:lnTo>
                  <a:pt x="21465" y="1490"/>
                </a:lnTo>
                <a:lnTo>
                  <a:pt x="21420" y="1547"/>
                </a:lnTo>
                <a:lnTo>
                  <a:pt x="21409" y="1581"/>
                </a:lnTo>
                <a:lnTo>
                  <a:pt x="21409" y="1615"/>
                </a:lnTo>
                <a:lnTo>
                  <a:pt x="21420" y="1672"/>
                </a:lnTo>
                <a:lnTo>
                  <a:pt x="19407" y="2832"/>
                </a:lnTo>
                <a:lnTo>
                  <a:pt x="19372" y="2798"/>
                </a:lnTo>
                <a:lnTo>
                  <a:pt x="19327" y="2764"/>
                </a:lnTo>
                <a:lnTo>
                  <a:pt x="19270" y="2741"/>
                </a:lnTo>
                <a:lnTo>
                  <a:pt x="19179" y="2741"/>
                </a:lnTo>
                <a:lnTo>
                  <a:pt x="19134" y="2753"/>
                </a:lnTo>
                <a:lnTo>
                  <a:pt x="19088" y="2776"/>
                </a:lnTo>
                <a:lnTo>
                  <a:pt x="19065" y="2810"/>
                </a:lnTo>
                <a:lnTo>
                  <a:pt x="19031" y="2844"/>
                </a:lnTo>
                <a:lnTo>
                  <a:pt x="19008" y="2878"/>
                </a:lnTo>
                <a:lnTo>
                  <a:pt x="18997" y="2923"/>
                </a:lnTo>
                <a:lnTo>
                  <a:pt x="18997" y="2958"/>
                </a:lnTo>
                <a:lnTo>
                  <a:pt x="18997" y="3003"/>
                </a:lnTo>
                <a:lnTo>
                  <a:pt x="19008" y="3049"/>
                </a:lnTo>
                <a:lnTo>
                  <a:pt x="19031" y="3083"/>
                </a:lnTo>
                <a:lnTo>
                  <a:pt x="19054" y="3117"/>
                </a:lnTo>
                <a:lnTo>
                  <a:pt x="19088" y="3140"/>
                </a:lnTo>
                <a:lnTo>
                  <a:pt x="19122" y="3162"/>
                </a:lnTo>
                <a:lnTo>
                  <a:pt x="19168" y="3174"/>
                </a:lnTo>
                <a:lnTo>
                  <a:pt x="19202" y="3185"/>
                </a:lnTo>
                <a:lnTo>
                  <a:pt x="19202" y="5517"/>
                </a:lnTo>
                <a:lnTo>
                  <a:pt x="19168" y="5517"/>
                </a:lnTo>
                <a:lnTo>
                  <a:pt x="19134" y="5528"/>
                </a:lnTo>
                <a:lnTo>
                  <a:pt x="19099" y="5551"/>
                </a:lnTo>
                <a:lnTo>
                  <a:pt x="19065" y="5574"/>
                </a:lnTo>
                <a:lnTo>
                  <a:pt x="19043" y="5608"/>
                </a:lnTo>
                <a:lnTo>
                  <a:pt x="19031" y="5642"/>
                </a:lnTo>
                <a:lnTo>
                  <a:pt x="19020" y="5676"/>
                </a:lnTo>
                <a:lnTo>
                  <a:pt x="19008" y="5722"/>
                </a:lnTo>
                <a:lnTo>
                  <a:pt x="19020" y="5767"/>
                </a:lnTo>
                <a:lnTo>
                  <a:pt x="19031" y="5801"/>
                </a:lnTo>
                <a:lnTo>
                  <a:pt x="19043" y="5836"/>
                </a:lnTo>
                <a:lnTo>
                  <a:pt x="19077" y="5870"/>
                </a:lnTo>
                <a:lnTo>
                  <a:pt x="19099" y="5892"/>
                </a:lnTo>
                <a:lnTo>
                  <a:pt x="19134" y="5915"/>
                </a:lnTo>
                <a:lnTo>
                  <a:pt x="19179" y="5927"/>
                </a:lnTo>
                <a:lnTo>
                  <a:pt x="19213" y="5927"/>
                </a:lnTo>
                <a:lnTo>
                  <a:pt x="19270" y="5915"/>
                </a:lnTo>
                <a:lnTo>
                  <a:pt x="19327" y="5904"/>
                </a:lnTo>
                <a:lnTo>
                  <a:pt x="19361" y="5870"/>
                </a:lnTo>
                <a:lnTo>
                  <a:pt x="19395" y="5824"/>
                </a:lnTo>
                <a:lnTo>
                  <a:pt x="21397" y="6973"/>
                </a:lnTo>
                <a:lnTo>
                  <a:pt x="21386" y="7019"/>
                </a:lnTo>
                <a:lnTo>
                  <a:pt x="21374" y="7064"/>
                </a:lnTo>
                <a:lnTo>
                  <a:pt x="21386" y="7110"/>
                </a:lnTo>
                <a:lnTo>
                  <a:pt x="21397" y="7155"/>
                </a:lnTo>
                <a:lnTo>
                  <a:pt x="21409" y="7189"/>
                </a:lnTo>
                <a:lnTo>
                  <a:pt x="21443" y="7212"/>
                </a:lnTo>
                <a:lnTo>
                  <a:pt x="21465" y="7246"/>
                </a:lnTo>
                <a:lnTo>
                  <a:pt x="21511" y="7257"/>
                </a:lnTo>
                <a:lnTo>
                  <a:pt x="21545" y="7280"/>
                </a:lnTo>
                <a:lnTo>
                  <a:pt x="21636" y="7280"/>
                </a:lnTo>
                <a:lnTo>
                  <a:pt x="21670" y="7257"/>
                </a:lnTo>
                <a:lnTo>
                  <a:pt x="21704" y="7246"/>
                </a:lnTo>
                <a:lnTo>
                  <a:pt x="21738" y="7212"/>
                </a:lnTo>
                <a:lnTo>
                  <a:pt x="21761" y="7189"/>
                </a:lnTo>
                <a:lnTo>
                  <a:pt x="21784" y="7155"/>
                </a:lnTo>
                <a:lnTo>
                  <a:pt x="21795" y="7110"/>
                </a:lnTo>
                <a:lnTo>
                  <a:pt x="21795" y="7064"/>
                </a:lnTo>
                <a:lnTo>
                  <a:pt x="21795" y="7030"/>
                </a:lnTo>
                <a:lnTo>
                  <a:pt x="21784" y="6984"/>
                </a:lnTo>
                <a:lnTo>
                  <a:pt x="23809" y="5824"/>
                </a:lnTo>
                <a:lnTo>
                  <a:pt x="23832" y="5858"/>
                </a:lnTo>
                <a:lnTo>
                  <a:pt x="23866" y="5881"/>
                </a:lnTo>
                <a:lnTo>
                  <a:pt x="23911" y="5904"/>
                </a:lnTo>
                <a:lnTo>
                  <a:pt x="24014" y="5904"/>
                </a:lnTo>
                <a:lnTo>
                  <a:pt x="24059" y="5881"/>
                </a:lnTo>
                <a:lnTo>
                  <a:pt x="24093" y="5847"/>
                </a:lnTo>
                <a:lnTo>
                  <a:pt x="24116" y="5813"/>
                </a:lnTo>
                <a:lnTo>
                  <a:pt x="26118" y="6973"/>
                </a:lnTo>
                <a:lnTo>
                  <a:pt x="26107" y="7019"/>
                </a:lnTo>
                <a:lnTo>
                  <a:pt x="26095" y="7064"/>
                </a:lnTo>
                <a:lnTo>
                  <a:pt x="26107" y="7110"/>
                </a:lnTo>
                <a:lnTo>
                  <a:pt x="26118" y="7155"/>
                </a:lnTo>
                <a:lnTo>
                  <a:pt x="26141" y="7201"/>
                </a:lnTo>
                <a:lnTo>
                  <a:pt x="26164" y="7235"/>
                </a:lnTo>
                <a:lnTo>
                  <a:pt x="26198" y="7257"/>
                </a:lnTo>
                <a:lnTo>
                  <a:pt x="26232" y="7280"/>
                </a:lnTo>
                <a:lnTo>
                  <a:pt x="26277" y="7303"/>
                </a:lnTo>
                <a:lnTo>
                  <a:pt x="26323" y="7303"/>
                </a:lnTo>
                <a:lnTo>
                  <a:pt x="26323" y="9601"/>
                </a:lnTo>
                <a:lnTo>
                  <a:pt x="26277" y="9612"/>
                </a:lnTo>
                <a:lnTo>
                  <a:pt x="26243" y="9624"/>
                </a:lnTo>
                <a:lnTo>
                  <a:pt x="26198" y="9646"/>
                </a:lnTo>
                <a:lnTo>
                  <a:pt x="26175" y="9669"/>
                </a:lnTo>
                <a:lnTo>
                  <a:pt x="26152" y="9703"/>
                </a:lnTo>
                <a:lnTo>
                  <a:pt x="26129" y="9737"/>
                </a:lnTo>
                <a:lnTo>
                  <a:pt x="26118" y="9783"/>
                </a:lnTo>
                <a:lnTo>
                  <a:pt x="26118" y="9828"/>
                </a:lnTo>
                <a:lnTo>
                  <a:pt x="26118" y="9862"/>
                </a:lnTo>
                <a:lnTo>
                  <a:pt x="26129" y="9897"/>
                </a:lnTo>
                <a:lnTo>
                  <a:pt x="24139" y="11057"/>
                </a:lnTo>
                <a:lnTo>
                  <a:pt x="24105" y="11011"/>
                </a:lnTo>
                <a:lnTo>
                  <a:pt x="24059" y="10989"/>
                </a:lnTo>
                <a:lnTo>
                  <a:pt x="24014" y="10966"/>
                </a:lnTo>
                <a:lnTo>
                  <a:pt x="23911" y="10966"/>
                </a:lnTo>
                <a:lnTo>
                  <a:pt x="23866" y="10989"/>
                </a:lnTo>
                <a:lnTo>
                  <a:pt x="23832" y="11011"/>
                </a:lnTo>
                <a:lnTo>
                  <a:pt x="23797" y="11045"/>
                </a:lnTo>
                <a:lnTo>
                  <a:pt x="21761" y="9874"/>
                </a:lnTo>
                <a:lnTo>
                  <a:pt x="21773" y="9828"/>
                </a:lnTo>
                <a:lnTo>
                  <a:pt x="21761" y="9783"/>
                </a:lnTo>
                <a:lnTo>
                  <a:pt x="21761" y="9749"/>
                </a:lnTo>
                <a:lnTo>
                  <a:pt x="21716" y="9692"/>
                </a:lnTo>
                <a:lnTo>
                  <a:pt x="21659" y="9658"/>
                </a:lnTo>
                <a:lnTo>
                  <a:pt x="21625" y="9646"/>
                </a:lnTo>
                <a:lnTo>
                  <a:pt x="21556" y="9646"/>
                </a:lnTo>
                <a:lnTo>
                  <a:pt x="21522" y="9658"/>
                </a:lnTo>
                <a:lnTo>
                  <a:pt x="21465" y="9692"/>
                </a:lnTo>
                <a:lnTo>
                  <a:pt x="21420" y="9749"/>
                </a:lnTo>
                <a:lnTo>
                  <a:pt x="21409" y="9783"/>
                </a:lnTo>
                <a:lnTo>
                  <a:pt x="21409" y="9828"/>
                </a:lnTo>
                <a:lnTo>
                  <a:pt x="21420" y="9885"/>
                </a:lnTo>
                <a:lnTo>
                  <a:pt x="19361" y="11068"/>
                </a:lnTo>
                <a:lnTo>
                  <a:pt x="19338" y="11034"/>
                </a:lnTo>
                <a:lnTo>
                  <a:pt x="19304" y="11011"/>
                </a:lnTo>
                <a:lnTo>
                  <a:pt x="19259" y="11000"/>
                </a:lnTo>
                <a:lnTo>
                  <a:pt x="19213" y="10989"/>
                </a:lnTo>
                <a:lnTo>
                  <a:pt x="19179" y="11000"/>
                </a:lnTo>
                <a:lnTo>
                  <a:pt x="19145" y="11011"/>
                </a:lnTo>
                <a:lnTo>
                  <a:pt x="19088" y="11045"/>
                </a:lnTo>
                <a:lnTo>
                  <a:pt x="19054" y="11102"/>
                </a:lnTo>
                <a:lnTo>
                  <a:pt x="19043" y="11136"/>
                </a:lnTo>
                <a:lnTo>
                  <a:pt x="19043" y="11171"/>
                </a:lnTo>
                <a:lnTo>
                  <a:pt x="19043" y="11205"/>
                </a:lnTo>
                <a:lnTo>
                  <a:pt x="19054" y="11239"/>
                </a:lnTo>
                <a:lnTo>
                  <a:pt x="19088" y="11296"/>
                </a:lnTo>
                <a:lnTo>
                  <a:pt x="19145" y="11341"/>
                </a:lnTo>
                <a:lnTo>
                  <a:pt x="19202" y="11353"/>
                </a:lnTo>
                <a:lnTo>
                  <a:pt x="19202" y="13764"/>
                </a:lnTo>
                <a:lnTo>
                  <a:pt x="19145" y="13776"/>
                </a:lnTo>
                <a:lnTo>
                  <a:pt x="19088" y="13810"/>
                </a:lnTo>
                <a:lnTo>
                  <a:pt x="19065" y="13867"/>
                </a:lnTo>
                <a:lnTo>
                  <a:pt x="19043" y="13935"/>
                </a:lnTo>
                <a:lnTo>
                  <a:pt x="19054" y="13969"/>
                </a:lnTo>
                <a:lnTo>
                  <a:pt x="19065" y="14003"/>
                </a:lnTo>
                <a:lnTo>
                  <a:pt x="19099" y="14049"/>
                </a:lnTo>
                <a:lnTo>
                  <a:pt x="19156" y="14094"/>
                </a:lnTo>
                <a:lnTo>
                  <a:pt x="19179" y="14094"/>
                </a:lnTo>
                <a:lnTo>
                  <a:pt x="19213" y="14105"/>
                </a:lnTo>
                <a:lnTo>
                  <a:pt x="19259" y="14094"/>
                </a:lnTo>
                <a:lnTo>
                  <a:pt x="19304" y="14083"/>
                </a:lnTo>
                <a:lnTo>
                  <a:pt x="19338" y="14049"/>
                </a:lnTo>
                <a:lnTo>
                  <a:pt x="19361" y="14014"/>
                </a:lnTo>
                <a:lnTo>
                  <a:pt x="21409" y="15198"/>
                </a:lnTo>
                <a:lnTo>
                  <a:pt x="21397" y="15232"/>
                </a:lnTo>
                <a:lnTo>
                  <a:pt x="21386" y="15277"/>
                </a:lnTo>
                <a:lnTo>
                  <a:pt x="21397" y="15311"/>
                </a:lnTo>
                <a:lnTo>
                  <a:pt x="21409" y="15357"/>
                </a:lnTo>
                <a:lnTo>
                  <a:pt x="21420" y="15391"/>
                </a:lnTo>
                <a:lnTo>
                  <a:pt x="21443" y="15414"/>
                </a:lnTo>
                <a:lnTo>
                  <a:pt x="21465" y="15436"/>
                </a:lnTo>
                <a:lnTo>
                  <a:pt x="21500" y="15459"/>
                </a:lnTo>
                <a:lnTo>
                  <a:pt x="21534" y="15471"/>
                </a:lnTo>
                <a:lnTo>
                  <a:pt x="21579" y="15471"/>
                </a:lnTo>
                <a:lnTo>
                  <a:pt x="21579" y="17859"/>
                </a:lnTo>
                <a:lnTo>
                  <a:pt x="21511" y="17871"/>
                </a:lnTo>
                <a:lnTo>
                  <a:pt x="21454" y="17916"/>
                </a:lnTo>
                <a:lnTo>
                  <a:pt x="21420" y="17973"/>
                </a:lnTo>
                <a:lnTo>
                  <a:pt x="21409" y="18030"/>
                </a:lnTo>
                <a:lnTo>
                  <a:pt x="21420" y="18098"/>
                </a:lnTo>
                <a:lnTo>
                  <a:pt x="19361" y="19281"/>
                </a:lnTo>
                <a:lnTo>
                  <a:pt x="19327" y="19259"/>
                </a:lnTo>
                <a:lnTo>
                  <a:pt x="19304" y="19236"/>
                </a:lnTo>
                <a:lnTo>
                  <a:pt x="19259" y="19213"/>
                </a:lnTo>
                <a:lnTo>
                  <a:pt x="19179" y="19213"/>
                </a:lnTo>
                <a:lnTo>
                  <a:pt x="19156" y="19224"/>
                </a:lnTo>
                <a:lnTo>
                  <a:pt x="19099" y="19259"/>
                </a:lnTo>
                <a:lnTo>
                  <a:pt x="19065" y="19315"/>
                </a:lnTo>
                <a:lnTo>
                  <a:pt x="19054" y="19350"/>
                </a:lnTo>
                <a:lnTo>
                  <a:pt x="19043" y="19384"/>
                </a:lnTo>
                <a:lnTo>
                  <a:pt x="19065" y="19452"/>
                </a:lnTo>
                <a:lnTo>
                  <a:pt x="19088" y="19497"/>
                </a:lnTo>
                <a:lnTo>
                  <a:pt x="19145" y="19532"/>
                </a:lnTo>
                <a:lnTo>
                  <a:pt x="19202" y="19554"/>
                </a:lnTo>
                <a:lnTo>
                  <a:pt x="19202" y="21875"/>
                </a:lnTo>
                <a:lnTo>
                  <a:pt x="19156" y="21875"/>
                </a:lnTo>
                <a:lnTo>
                  <a:pt x="19111" y="21898"/>
                </a:lnTo>
                <a:lnTo>
                  <a:pt x="19065" y="21920"/>
                </a:lnTo>
                <a:lnTo>
                  <a:pt x="19020" y="21954"/>
                </a:lnTo>
                <a:lnTo>
                  <a:pt x="18997" y="22000"/>
                </a:lnTo>
                <a:lnTo>
                  <a:pt x="18974" y="22034"/>
                </a:lnTo>
                <a:lnTo>
                  <a:pt x="18951" y="22091"/>
                </a:lnTo>
                <a:lnTo>
                  <a:pt x="18951" y="22136"/>
                </a:lnTo>
                <a:lnTo>
                  <a:pt x="18951" y="22193"/>
                </a:lnTo>
                <a:lnTo>
                  <a:pt x="18974" y="22250"/>
                </a:lnTo>
                <a:lnTo>
                  <a:pt x="18997" y="22296"/>
                </a:lnTo>
                <a:lnTo>
                  <a:pt x="19031" y="22330"/>
                </a:lnTo>
                <a:lnTo>
                  <a:pt x="19065" y="22364"/>
                </a:lnTo>
                <a:lnTo>
                  <a:pt x="19111" y="22387"/>
                </a:lnTo>
                <a:lnTo>
                  <a:pt x="19168" y="22409"/>
                </a:lnTo>
                <a:lnTo>
                  <a:pt x="19213" y="22409"/>
                </a:lnTo>
                <a:lnTo>
                  <a:pt x="19293" y="22398"/>
                </a:lnTo>
                <a:lnTo>
                  <a:pt x="19350" y="22375"/>
                </a:lnTo>
                <a:lnTo>
                  <a:pt x="19407" y="22330"/>
                </a:lnTo>
                <a:lnTo>
                  <a:pt x="19452" y="22273"/>
                </a:lnTo>
                <a:lnTo>
                  <a:pt x="21340" y="23376"/>
                </a:lnTo>
                <a:lnTo>
                  <a:pt x="21329" y="23433"/>
                </a:lnTo>
                <a:lnTo>
                  <a:pt x="21318" y="23490"/>
                </a:lnTo>
                <a:lnTo>
                  <a:pt x="21329" y="23536"/>
                </a:lnTo>
                <a:lnTo>
                  <a:pt x="21340" y="23593"/>
                </a:lnTo>
                <a:lnTo>
                  <a:pt x="21363" y="23638"/>
                </a:lnTo>
                <a:lnTo>
                  <a:pt x="21397" y="23672"/>
                </a:lnTo>
                <a:lnTo>
                  <a:pt x="21431" y="23706"/>
                </a:lnTo>
                <a:lnTo>
                  <a:pt x="21477" y="23729"/>
                </a:lnTo>
                <a:lnTo>
                  <a:pt x="21522" y="23752"/>
                </a:lnTo>
                <a:lnTo>
                  <a:pt x="21579" y="23763"/>
                </a:lnTo>
                <a:lnTo>
                  <a:pt x="21579" y="26072"/>
                </a:lnTo>
                <a:lnTo>
                  <a:pt x="21511" y="26095"/>
                </a:lnTo>
                <a:lnTo>
                  <a:pt x="21465" y="26129"/>
                </a:lnTo>
                <a:lnTo>
                  <a:pt x="21431" y="26186"/>
                </a:lnTo>
                <a:lnTo>
                  <a:pt x="21420" y="26243"/>
                </a:lnTo>
                <a:lnTo>
                  <a:pt x="21420" y="26277"/>
                </a:lnTo>
                <a:lnTo>
                  <a:pt x="21431" y="26311"/>
                </a:lnTo>
                <a:lnTo>
                  <a:pt x="21465" y="26368"/>
                </a:lnTo>
                <a:lnTo>
                  <a:pt x="21522" y="26402"/>
                </a:lnTo>
                <a:lnTo>
                  <a:pt x="21556" y="26414"/>
                </a:lnTo>
                <a:lnTo>
                  <a:pt x="21636" y="26414"/>
                </a:lnTo>
                <a:lnTo>
                  <a:pt x="21670" y="26391"/>
                </a:lnTo>
                <a:lnTo>
                  <a:pt x="21704" y="26368"/>
                </a:lnTo>
                <a:lnTo>
                  <a:pt x="21738" y="26334"/>
                </a:lnTo>
                <a:lnTo>
                  <a:pt x="23797" y="27528"/>
                </a:lnTo>
                <a:lnTo>
                  <a:pt x="23786" y="27563"/>
                </a:lnTo>
                <a:lnTo>
                  <a:pt x="23786" y="27597"/>
                </a:lnTo>
                <a:lnTo>
                  <a:pt x="23797" y="27665"/>
                </a:lnTo>
                <a:lnTo>
                  <a:pt x="23832" y="27710"/>
                </a:lnTo>
                <a:lnTo>
                  <a:pt x="23888" y="27756"/>
                </a:lnTo>
                <a:lnTo>
                  <a:pt x="23945" y="27767"/>
                </a:lnTo>
                <a:lnTo>
                  <a:pt x="23945" y="30133"/>
                </a:lnTo>
                <a:lnTo>
                  <a:pt x="23900" y="30145"/>
                </a:lnTo>
                <a:lnTo>
                  <a:pt x="23866" y="30156"/>
                </a:lnTo>
                <a:lnTo>
                  <a:pt x="23832" y="30179"/>
                </a:lnTo>
                <a:lnTo>
                  <a:pt x="23797" y="30202"/>
                </a:lnTo>
                <a:lnTo>
                  <a:pt x="23775" y="30236"/>
                </a:lnTo>
                <a:lnTo>
                  <a:pt x="23752" y="30270"/>
                </a:lnTo>
                <a:lnTo>
                  <a:pt x="23741" y="30304"/>
                </a:lnTo>
                <a:lnTo>
                  <a:pt x="23741" y="30350"/>
                </a:lnTo>
                <a:lnTo>
                  <a:pt x="23741" y="30395"/>
                </a:lnTo>
                <a:lnTo>
                  <a:pt x="23752" y="30429"/>
                </a:lnTo>
                <a:lnTo>
                  <a:pt x="21795" y="31567"/>
                </a:lnTo>
                <a:lnTo>
                  <a:pt x="21761" y="31521"/>
                </a:lnTo>
                <a:lnTo>
                  <a:pt x="21704" y="31487"/>
                </a:lnTo>
                <a:lnTo>
                  <a:pt x="21647" y="31464"/>
                </a:lnTo>
                <a:lnTo>
                  <a:pt x="21591" y="31453"/>
                </a:lnTo>
                <a:lnTo>
                  <a:pt x="21534" y="31464"/>
                </a:lnTo>
                <a:lnTo>
                  <a:pt x="21477" y="31476"/>
                </a:lnTo>
                <a:lnTo>
                  <a:pt x="21431" y="31510"/>
                </a:lnTo>
                <a:lnTo>
                  <a:pt x="21386" y="31555"/>
                </a:lnTo>
                <a:lnTo>
                  <a:pt x="19384" y="30395"/>
                </a:lnTo>
                <a:lnTo>
                  <a:pt x="19384" y="30350"/>
                </a:lnTo>
                <a:lnTo>
                  <a:pt x="19372" y="30293"/>
                </a:lnTo>
                <a:lnTo>
                  <a:pt x="19350" y="30247"/>
                </a:lnTo>
                <a:lnTo>
                  <a:pt x="19304" y="30213"/>
                </a:lnTo>
                <a:lnTo>
                  <a:pt x="19247" y="30190"/>
                </a:lnTo>
                <a:lnTo>
                  <a:pt x="19247" y="27779"/>
                </a:lnTo>
                <a:lnTo>
                  <a:pt x="19316" y="27756"/>
                </a:lnTo>
                <a:lnTo>
                  <a:pt x="19361" y="27710"/>
                </a:lnTo>
                <a:lnTo>
                  <a:pt x="19395" y="27665"/>
                </a:lnTo>
                <a:lnTo>
                  <a:pt x="19407" y="27597"/>
                </a:lnTo>
                <a:lnTo>
                  <a:pt x="19407" y="27551"/>
                </a:lnTo>
                <a:lnTo>
                  <a:pt x="19395" y="27517"/>
                </a:lnTo>
                <a:lnTo>
                  <a:pt x="19372" y="27494"/>
                </a:lnTo>
                <a:lnTo>
                  <a:pt x="19350" y="27460"/>
                </a:lnTo>
                <a:lnTo>
                  <a:pt x="19327" y="27437"/>
                </a:lnTo>
                <a:lnTo>
                  <a:pt x="19293" y="27426"/>
                </a:lnTo>
                <a:lnTo>
                  <a:pt x="19259" y="27415"/>
                </a:lnTo>
                <a:lnTo>
                  <a:pt x="19213" y="27403"/>
                </a:lnTo>
                <a:lnTo>
                  <a:pt x="19179" y="27415"/>
                </a:lnTo>
                <a:lnTo>
                  <a:pt x="19134" y="27426"/>
                </a:lnTo>
                <a:lnTo>
                  <a:pt x="19099" y="27449"/>
                </a:lnTo>
                <a:lnTo>
                  <a:pt x="19065" y="27483"/>
                </a:lnTo>
                <a:lnTo>
                  <a:pt x="17075" y="26334"/>
                </a:lnTo>
                <a:lnTo>
                  <a:pt x="17086" y="26288"/>
                </a:lnTo>
                <a:lnTo>
                  <a:pt x="17086" y="26243"/>
                </a:lnTo>
                <a:lnTo>
                  <a:pt x="17086" y="26197"/>
                </a:lnTo>
                <a:lnTo>
                  <a:pt x="17075" y="26163"/>
                </a:lnTo>
                <a:lnTo>
                  <a:pt x="17052" y="26118"/>
                </a:lnTo>
                <a:lnTo>
                  <a:pt x="17029" y="26084"/>
                </a:lnTo>
                <a:lnTo>
                  <a:pt x="16995" y="26061"/>
                </a:lnTo>
                <a:lnTo>
                  <a:pt x="16961" y="26038"/>
                </a:lnTo>
                <a:lnTo>
                  <a:pt x="16927" y="26015"/>
                </a:lnTo>
                <a:lnTo>
                  <a:pt x="16881" y="26004"/>
                </a:lnTo>
                <a:lnTo>
                  <a:pt x="16881" y="23672"/>
                </a:lnTo>
                <a:lnTo>
                  <a:pt x="16938" y="23649"/>
                </a:lnTo>
                <a:lnTo>
                  <a:pt x="16995" y="23604"/>
                </a:lnTo>
                <a:lnTo>
                  <a:pt x="17029" y="23558"/>
                </a:lnTo>
                <a:lnTo>
                  <a:pt x="17040" y="23490"/>
                </a:lnTo>
                <a:lnTo>
                  <a:pt x="17029" y="23445"/>
                </a:lnTo>
                <a:lnTo>
                  <a:pt x="17018" y="23411"/>
                </a:lnTo>
                <a:lnTo>
                  <a:pt x="17006" y="23388"/>
                </a:lnTo>
                <a:lnTo>
                  <a:pt x="16984" y="23354"/>
                </a:lnTo>
                <a:lnTo>
                  <a:pt x="16949" y="23331"/>
                </a:lnTo>
                <a:lnTo>
                  <a:pt x="16927" y="23320"/>
                </a:lnTo>
                <a:lnTo>
                  <a:pt x="16881" y="23308"/>
                </a:lnTo>
                <a:lnTo>
                  <a:pt x="16847" y="23297"/>
                </a:lnTo>
                <a:lnTo>
                  <a:pt x="16802" y="23308"/>
                </a:lnTo>
                <a:lnTo>
                  <a:pt x="16767" y="23320"/>
                </a:lnTo>
                <a:lnTo>
                  <a:pt x="16733" y="23342"/>
                </a:lnTo>
                <a:lnTo>
                  <a:pt x="16699" y="23376"/>
                </a:lnTo>
                <a:lnTo>
                  <a:pt x="14686" y="22216"/>
                </a:lnTo>
                <a:lnTo>
                  <a:pt x="14697" y="22182"/>
                </a:lnTo>
                <a:lnTo>
                  <a:pt x="14708" y="22136"/>
                </a:lnTo>
                <a:lnTo>
                  <a:pt x="14697" y="22091"/>
                </a:lnTo>
                <a:lnTo>
                  <a:pt x="14686" y="22057"/>
                </a:lnTo>
                <a:lnTo>
                  <a:pt x="14663" y="22011"/>
                </a:lnTo>
                <a:lnTo>
                  <a:pt x="14640" y="21977"/>
                </a:lnTo>
                <a:lnTo>
                  <a:pt x="14606" y="21954"/>
                </a:lnTo>
                <a:lnTo>
                  <a:pt x="14561" y="21932"/>
                </a:lnTo>
                <a:lnTo>
                  <a:pt x="14526" y="21920"/>
                </a:lnTo>
                <a:lnTo>
                  <a:pt x="14435" y="21920"/>
                </a:lnTo>
                <a:lnTo>
                  <a:pt x="14390" y="21932"/>
                </a:lnTo>
                <a:lnTo>
                  <a:pt x="14356" y="21954"/>
                </a:lnTo>
                <a:lnTo>
                  <a:pt x="14322" y="21977"/>
                </a:lnTo>
                <a:lnTo>
                  <a:pt x="14288" y="22011"/>
                </a:lnTo>
                <a:lnTo>
                  <a:pt x="14265" y="22057"/>
                </a:lnTo>
                <a:lnTo>
                  <a:pt x="14253" y="22091"/>
                </a:lnTo>
                <a:lnTo>
                  <a:pt x="14253" y="22136"/>
                </a:lnTo>
                <a:lnTo>
                  <a:pt x="14253" y="22182"/>
                </a:lnTo>
                <a:lnTo>
                  <a:pt x="14265" y="22227"/>
                </a:lnTo>
                <a:lnTo>
                  <a:pt x="12331" y="23342"/>
                </a:lnTo>
                <a:lnTo>
                  <a:pt x="12286" y="23297"/>
                </a:lnTo>
                <a:lnTo>
                  <a:pt x="12240" y="23251"/>
                </a:lnTo>
                <a:lnTo>
                  <a:pt x="12172" y="23229"/>
                </a:lnTo>
                <a:lnTo>
                  <a:pt x="12058" y="23229"/>
                </a:lnTo>
                <a:lnTo>
                  <a:pt x="12001" y="23240"/>
                </a:lnTo>
                <a:lnTo>
                  <a:pt x="11956" y="23274"/>
                </a:lnTo>
                <a:lnTo>
                  <a:pt x="11922" y="23297"/>
                </a:lnTo>
                <a:lnTo>
                  <a:pt x="11887" y="23342"/>
                </a:lnTo>
                <a:lnTo>
                  <a:pt x="11865" y="23388"/>
                </a:lnTo>
                <a:lnTo>
                  <a:pt x="11853" y="23433"/>
                </a:lnTo>
                <a:lnTo>
                  <a:pt x="11842" y="23490"/>
                </a:lnTo>
                <a:lnTo>
                  <a:pt x="11853" y="23536"/>
                </a:lnTo>
                <a:lnTo>
                  <a:pt x="11865" y="23593"/>
                </a:lnTo>
                <a:lnTo>
                  <a:pt x="11887" y="23627"/>
                </a:lnTo>
                <a:lnTo>
                  <a:pt x="11922" y="23672"/>
                </a:lnTo>
                <a:lnTo>
                  <a:pt x="11956" y="23706"/>
                </a:lnTo>
                <a:lnTo>
                  <a:pt x="12001" y="23729"/>
                </a:lnTo>
                <a:lnTo>
                  <a:pt x="12047" y="23740"/>
                </a:lnTo>
                <a:lnTo>
                  <a:pt x="12092" y="23752"/>
                </a:lnTo>
                <a:lnTo>
                  <a:pt x="12092" y="26004"/>
                </a:lnTo>
                <a:lnTo>
                  <a:pt x="12047" y="26015"/>
                </a:lnTo>
                <a:lnTo>
                  <a:pt x="12001" y="26027"/>
                </a:lnTo>
                <a:lnTo>
                  <a:pt x="11967" y="26050"/>
                </a:lnTo>
                <a:lnTo>
                  <a:pt x="11933" y="26084"/>
                </a:lnTo>
                <a:lnTo>
                  <a:pt x="11899" y="26118"/>
                </a:lnTo>
                <a:lnTo>
                  <a:pt x="11887" y="26152"/>
                </a:lnTo>
                <a:lnTo>
                  <a:pt x="11865" y="26197"/>
                </a:lnTo>
                <a:lnTo>
                  <a:pt x="11865" y="26243"/>
                </a:lnTo>
                <a:lnTo>
                  <a:pt x="11865" y="26288"/>
                </a:lnTo>
                <a:lnTo>
                  <a:pt x="11887" y="26334"/>
                </a:lnTo>
                <a:lnTo>
                  <a:pt x="9931" y="27472"/>
                </a:lnTo>
                <a:lnTo>
                  <a:pt x="9897" y="27426"/>
                </a:lnTo>
                <a:lnTo>
                  <a:pt x="9851" y="27392"/>
                </a:lnTo>
                <a:lnTo>
                  <a:pt x="9794" y="27369"/>
                </a:lnTo>
                <a:lnTo>
                  <a:pt x="9681" y="27369"/>
                </a:lnTo>
                <a:lnTo>
                  <a:pt x="9635" y="27392"/>
                </a:lnTo>
                <a:lnTo>
                  <a:pt x="9590" y="27426"/>
                </a:lnTo>
                <a:lnTo>
                  <a:pt x="9555" y="27460"/>
                </a:lnTo>
                <a:lnTo>
                  <a:pt x="7576" y="26311"/>
                </a:lnTo>
                <a:lnTo>
                  <a:pt x="7587" y="26243"/>
                </a:lnTo>
                <a:lnTo>
                  <a:pt x="7576" y="26197"/>
                </a:lnTo>
                <a:lnTo>
                  <a:pt x="7565" y="26163"/>
                </a:lnTo>
                <a:lnTo>
                  <a:pt x="7542" y="26129"/>
                </a:lnTo>
                <a:lnTo>
                  <a:pt x="7519" y="26095"/>
                </a:lnTo>
                <a:lnTo>
                  <a:pt x="7485" y="26061"/>
                </a:lnTo>
                <a:lnTo>
                  <a:pt x="7451" y="26050"/>
                </a:lnTo>
                <a:lnTo>
                  <a:pt x="7417" y="26038"/>
                </a:lnTo>
                <a:lnTo>
                  <a:pt x="7371" y="26027"/>
                </a:lnTo>
                <a:lnTo>
                  <a:pt x="7326" y="26038"/>
                </a:lnTo>
                <a:lnTo>
                  <a:pt x="7280" y="26050"/>
                </a:lnTo>
                <a:lnTo>
                  <a:pt x="7246" y="26061"/>
                </a:lnTo>
                <a:lnTo>
                  <a:pt x="7212" y="26095"/>
                </a:lnTo>
                <a:lnTo>
                  <a:pt x="7189" y="26129"/>
                </a:lnTo>
                <a:lnTo>
                  <a:pt x="7167" y="26163"/>
                </a:lnTo>
                <a:lnTo>
                  <a:pt x="7155" y="26197"/>
                </a:lnTo>
                <a:lnTo>
                  <a:pt x="7155" y="26243"/>
                </a:lnTo>
                <a:lnTo>
                  <a:pt x="7155" y="26288"/>
                </a:lnTo>
                <a:lnTo>
                  <a:pt x="7167" y="26323"/>
                </a:lnTo>
                <a:lnTo>
                  <a:pt x="5210" y="27460"/>
                </a:lnTo>
                <a:lnTo>
                  <a:pt x="5176" y="27403"/>
                </a:lnTo>
                <a:lnTo>
                  <a:pt x="5119" y="27369"/>
                </a:lnTo>
                <a:lnTo>
                  <a:pt x="5062" y="27346"/>
                </a:lnTo>
                <a:lnTo>
                  <a:pt x="4994" y="27335"/>
                </a:lnTo>
                <a:lnTo>
                  <a:pt x="4937" y="27346"/>
                </a:lnTo>
                <a:lnTo>
                  <a:pt x="4880" y="27369"/>
                </a:lnTo>
                <a:lnTo>
                  <a:pt x="4835" y="27403"/>
                </a:lnTo>
                <a:lnTo>
                  <a:pt x="4789" y="27449"/>
                </a:lnTo>
                <a:lnTo>
                  <a:pt x="2833" y="26323"/>
                </a:lnTo>
                <a:lnTo>
                  <a:pt x="2844" y="26277"/>
                </a:lnTo>
                <a:lnTo>
                  <a:pt x="2844" y="26243"/>
                </a:lnTo>
                <a:lnTo>
                  <a:pt x="2844" y="26197"/>
                </a:lnTo>
                <a:lnTo>
                  <a:pt x="2833" y="26163"/>
                </a:lnTo>
                <a:lnTo>
                  <a:pt x="2810" y="26129"/>
                </a:lnTo>
                <a:lnTo>
                  <a:pt x="2787" y="26095"/>
                </a:lnTo>
                <a:lnTo>
                  <a:pt x="2753" y="26061"/>
                </a:lnTo>
                <a:lnTo>
                  <a:pt x="2707" y="26050"/>
                </a:lnTo>
                <a:lnTo>
                  <a:pt x="2673" y="26027"/>
                </a:lnTo>
                <a:lnTo>
                  <a:pt x="2582" y="26027"/>
                </a:lnTo>
                <a:lnTo>
                  <a:pt x="2548" y="26050"/>
                </a:lnTo>
                <a:lnTo>
                  <a:pt x="2503" y="26061"/>
                </a:lnTo>
                <a:lnTo>
                  <a:pt x="2480" y="26095"/>
                </a:lnTo>
                <a:lnTo>
                  <a:pt x="2446" y="26129"/>
                </a:lnTo>
                <a:lnTo>
                  <a:pt x="2423" y="26163"/>
                </a:lnTo>
                <a:lnTo>
                  <a:pt x="2412" y="26197"/>
                </a:lnTo>
                <a:lnTo>
                  <a:pt x="2412" y="26243"/>
                </a:lnTo>
                <a:lnTo>
                  <a:pt x="2412" y="26288"/>
                </a:lnTo>
                <a:lnTo>
                  <a:pt x="2423" y="26323"/>
                </a:lnTo>
                <a:lnTo>
                  <a:pt x="466" y="27460"/>
                </a:lnTo>
                <a:lnTo>
                  <a:pt x="432" y="27403"/>
                </a:lnTo>
                <a:lnTo>
                  <a:pt x="375" y="27369"/>
                </a:lnTo>
                <a:lnTo>
                  <a:pt x="319" y="27346"/>
                </a:lnTo>
                <a:lnTo>
                  <a:pt x="205" y="27346"/>
                </a:lnTo>
                <a:lnTo>
                  <a:pt x="159" y="27358"/>
                </a:lnTo>
                <a:lnTo>
                  <a:pt x="114" y="27381"/>
                </a:lnTo>
                <a:lnTo>
                  <a:pt x="80" y="27415"/>
                </a:lnTo>
                <a:lnTo>
                  <a:pt x="46" y="27449"/>
                </a:lnTo>
                <a:lnTo>
                  <a:pt x="23" y="27494"/>
                </a:lnTo>
                <a:lnTo>
                  <a:pt x="11" y="27540"/>
                </a:lnTo>
                <a:lnTo>
                  <a:pt x="0" y="27597"/>
                </a:lnTo>
                <a:lnTo>
                  <a:pt x="11" y="27642"/>
                </a:lnTo>
                <a:lnTo>
                  <a:pt x="23" y="27688"/>
                </a:lnTo>
                <a:lnTo>
                  <a:pt x="46" y="27733"/>
                </a:lnTo>
                <a:lnTo>
                  <a:pt x="80" y="27767"/>
                </a:lnTo>
                <a:lnTo>
                  <a:pt x="114" y="27801"/>
                </a:lnTo>
                <a:lnTo>
                  <a:pt x="148" y="27824"/>
                </a:lnTo>
                <a:lnTo>
                  <a:pt x="193" y="27836"/>
                </a:lnTo>
                <a:lnTo>
                  <a:pt x="239" y="27847"/>
                </a:lnTo>
                <a:lnTo>
                  <a:pt x="239" y="30111"/>
                </a:lnTo>
                <a:lnTo>
                  <a:pt x="193" y="30111"/>
                </a:lnTo>
                <a:lnTo>
                  <a:pt x="148" y="30133"/>
                </a:lnTo>
                <a:lnTo>
                  <a:pt x="114" y="30156"/>
                </a:lnTo>
                <a:lnTo>
                  <a:pt x="80" y="30179"/>
                </a:lnTo>
                <a:lnTo>
                  <a:pt x="57" y="30224"/>
                </a:lnTo>
                <a:lnTo>
                  <a:pt x="34" y="30259"/>
                </a:lnTo>
                <a:lnTo>
                  <a:pt x="23" y="30304"/>
                </a:lnTo>
                <a:lnTo>
                  <a:pt x="11" y="30350"/>
                </a:lnTo>
                <a:lnTo>
                  <a:pt x="23" y="30395"/>
                </a:lnTo>
                <a:lnTo>
                  <a:pt x="34" y="30452"/>
                </a:lnTo>
                <a:lnTo>
                  <a:pt x="57" y="30486"/>
                </a:lnTo>
                <a:lnTo>
                  <a:pt x="80" y="30520"/>
                </a:lnTo>
                <a:lnTo>
                  <a:pt x="125" y="30554"/>
                </a:lnTo>
                <a:lnTo>
                  <a:pt x="159" y="30577"/>
                </a:lnTo>
                <a:lnTo>
                  <a:pt x="205" y="30588"/>
                </a:lnTo>
                <a:lnTo>
                  <a:pt x="262" y="30600"/>
                </a:lnTo>
                <a:lnTo>
                  <a:pt x="319" y="30588"/>
                </a:lnTo>
                <a:lnTo>
                  <a:pt x="375" y="30566"/>
                </a:lnTo>
                <a:lnTo>
                  <a:pt x="432" y="30532"/>
                </a:lnTo>
                <a:lnTo>
                  <a:pt x="466" y="30475"/>
                </a:lnTo>
                <a:lnTo>
                  <a:pt x="2378" y="31589"/>
                </a:lnTo>
                <a:lnTo>
                  <a:pt x="2366" y="31635"/>
                </a:lnTo>
                <a:lnTo>
                  <a:pt x="2355" y="31703"/>
                </a:lnTo>
                <a:lnTo>
                  <a:pt x="2366" y="31749"/>
                </a:lnTo>
                <a:lnTo>
                  <a:pt x="2378" y="31806"/>
                </a:lnTo>
                <a:lnTo>
                  <a:pt x="2400" y="31851"/>
                </a:lnTo>
                <a:lnTo>
                  <a:pt x="2434" y="31885"/>
                </a:lnTo>
                <a:lnTo>
                  <a:pt x="2480" y="31919"/>
                </a:lnTo>
                <a:lnTo>
                  <a:pt x="2525" y="31942"/>
                </a:lnTo>
                <a:lnTo>
                  <a:pt x="2571" y="31965"/>
                </a:lnTo>
                <a:lnTo>
                  <a:pt x="2685" y="31965"/>
                </a:lnTo>
                <a:lnTo>
                  <a:pt x="2730" y="31942"/>
                </a:lnTo>
                <a:lnTo>
                  <a:pt x="2776" y="31919"/>
                </a:lnTo>
                <a:lnTo>
                  <a:pt x="2821" y="31885"/>
                </a:lnTo>
                <a:lnTo>
                  <a:pt x="2855" y="31851"/>
                </a:lnTo>
                <a:lnTo>
                  <a:pt x="2878" y="31806"/>
                </a:lnTo>
                <a:lnTo>
                  <a:pt x="2889" y="31749"/>
                </a:lnTo>
                <a:lnTo>
                  <a:pt x="2901" y="31703"/>
                </a:lnTo>
                <a:lnTo>
                  <a:pt x="2889" y="31646"/>
                </a:lnTo>
                <a:lnTo>
                  <a:pt x="2878" y="31589"/>
                </a:lnTo>
                <a:lnTo>
                  <a:pt x="4846" y="30463"/>
                </a:lnTo>
                <a:lnTo>
                  <a:pt x="4869" y="30497"/>
                </a:lnTo>
                <a:lnTo>
                  <a:pt x="4903" y="30520"/>
                </a:lnTo>
                <a:lnTo>
                  <a:pt x="4948" y="30532"/>
                </a:lnTo>
                <a:lnTo>
                  <a:pt x="4994" y="30543"/>
                </a:lnTo>
                <a:lnTo>
                  <a:pt x="5051" y="30532"/>
                </a:lnTo>
                <a:lnTo>
                  <a:pt x="5096" y="30520"/>
                </a:lnTo>
                <a:lnTo>
                  <a:pt x="5130" y="30486"/>
                </a:lnTo>
                <a:lnTo>
                  <a:pt x="5165" y="30452"/>
                </a:lnTo>
                <a:lnTo>
                  <a:pt x="7212" y="31635"/>
                </a:lnTo>
                <a:lnTo>
                  <a:pt x="7189" y="31703"/>
                </a:lnTo>
                <a:lnTo>
                  <a:pt x="7201" y="31737"/>
                </a:lnTo>
                <a:lnTo>
                  <a:pt x="7212" y="31760"/>
                </a:lnTo>
                <a:lnTo>
                  <a:pt x="7246" y="31817"/>
                </a:lnTo>
                <a:lnTo>
                  <a:pt x="7303" y="31862"/>
                </a:lnTo>
                <a:lnTo>
                  <a:pt x="7337" y="31874"/>
                </a:lnTo>
                <a:lnTo>
                  <a:pt x="7405" y="31874"/>
                </a:lnTo>
                <a:lnTo>
                  <a:pt x="7440" y="31862"/>
                </a:lnTo>
                <a:lnTo>
                  <a:pt x="7496" y="31817"/>
                </a:lnTo>
                <a:lnTo>
                  <a:pt x="7531" y="31760"/>
                </a:lnTo>
                <a:lnTo>
                  <a:pt x="7542" y="31737"/>
                </a:lnTo>
                <a:lnTo>
                  <a:pt x="7542" y="31703"/>
                </a:lnTo>
                <a:lnTo>
                  <a:pt x="7531" y="31646"/>
                </a:lnTo>
                <a:lnTo>
                  <a:pt x="9555" y="30475"/>
                </a:lnTo>
                <a:lnTo>
                  <a:pt x="9590" y="30509"/>
                </a:lnTo>
                <a:lnTo>
                  <a:pt x="9635" y="30543"/>
                </a:lnTo>
                <a:lnTo>
                  <a:pt x="9681" y="30566"/>
                </a:lnTo>
                <a:lnTo>
                  <a:pt x="9737" y="30577"/>
                </a:lnTo>
                <a:lnTo>
                  <a:pt x="9794" y="30566"/>
                </a:lnTo>
                <a:lnTo>
                  <a:pt x="9851" y="30543"/>
                </a:lnTo>
                <a:lnTo>
                  <a:pt x="9885" y="30509"/>
                </a:lnTo>
                <a:lnTo>
                  <a:pt x="9931" y="30463"/>
                </a:lnTo>
                <a:lnTo>
                  <a:pt x="11933" y="31624"/>
                </a:lnTo>
                <a:lnTo>
                  <a:pt x="11922" y="31658"/>
                </a:lnTo>
                <a:lnTo>
                  <a:pt x="11910" y="31703"/>
                </a:lnTo>
                <a:lnTo>
                  <a:pt x="11922" y="31737"/>
                </a:lnTo>
                <a:lnTo>
                  <a:pt x="11933" y="31771"/>
                </a:lnTo>
                <a:lnTo>
                  <a:pt x="11967" y="31828"/>
                </a:lnTo>
                <a:lnTo>
                  <a:pt x="12024" y="31874"/>
                </a:lnTo>
                <a:lnTo>
                  <a:pt x="12058" y="31885"/>
                </a:lnTo>
                <a:lnTo>
                  <a:pt x="12092" y="31885"/>
                </a:lnTo>
                <a:lnTo>
                  <a:pt x="12092" y="34240"/>
                </a:lnTo>
                <a:lnTo>
                  <a:pt x="12047" y="34240"/>
                </a:lnTo>
                <a:lnTo>
                  <a:pt x="12013" y="34251"/>
                </a:lnTo>
                <a:lnTo>
                  <a:pt x="11978" y="34274"/>
                </a:lnTo>
                <a:lnTo>
                  <a:pt x="11944" y="34308"/>
                </a:lnTo>
                <a:lnTo>
                  <a:pt x="11922" y="34331"/>
                </a:lnTo>
                <a:lnTo>
                  <a:pt x="11899" y="34376"/>
                </a:lnTo>
                <a:lnTo>
                  <a:pt x="11887" y="34411"/>
                </a:lnTo>
                <a:lnTo>
                  <a:pt x="11887" y="34456"/>
                </a:lnTo>
                <a:lnTo>
                  <a:pt x="11887" y="34502"/>
                </a:lnTo>
                <a:lnTo>
                  <a:pt x="11910" y="34547"/>
                </a:lnTo>
                <a:lnTo>
                  <a:pt x="11922" y="34581"/>
                </a:lnTo>
                <a:lnTo>
                  <a:pt x="11956" y="34615"/>
                </a:lnTo>
                <a:lnTo>
                  <a:pt x="11990" y="34638"/>
                </a:lnTo>
                <a:lnTo>
                  <a:pt x="12024" y="34661"/>
                </a:lnTo>
                <a:lnTo>
                  <a:pt x="12069" y="34672"/>
                </a:lnTo>
                <a:lnTo>
                  <a:pt x="12160" y="34672"/>
                </a:lnTo>
                <a:lnTo>
                  <a:pt x="12217" y="34649"/>
                </a:lnTo>
                <a:lnTo>
                  <a:pt x="12263" y="34615"/>
                </a:lnTo>
                <a:lnTo>
                  <a:pt x="12297" y="34570"/>
                </a:lnTo>
                <a:lnTo>
                  <a:pt x="14276" y="35719"/>
                </a:lnTo>
                <a:lnTo>
                  <a:pt x="14265" y="35764"/>
                </a:lnTo>
                <a:lnTo>
                  <a:pt x="14265" y="35810"/>
                </a:lnTo>
                <a:lnTo>
                  <a:pt x="14265" y="35844"/>
                </a:lnTo>
                <a:lnTo>
                  <a:pt x="14276" y="35889"/>
                </a:lnTo>
                <a:lnTo>
                  <a:pt x="14299" y="35923"/>
                </a:lnTo>
                <a:lnTo>
                  <a:pt x="14322" y="35946"/>
                </a:lnTo>
                <a:lnTo>
                  <a:pt x="14356" y="35980"/>
                </a:lnTo>
                <a:lnTo>
                  <a:pt x="14390" y="35992"/>
                </a:lnTo>
                <a:lnTo>
                  <a:pt x="14424" y="36014"/>
                </a:lnTo>
                <a:lnTo>
                  <a:pt x="14470" y="36014"/>
                </a:lnTo>
                <a:lnTo>
                  <a:pt x="14470" y="38324"/>
                </a:lnTo>
                <a:lnTo>
                  <a:pt x="14424" y="38324"/>
                </a:lnTo>
                <a:lnTo>
                  <a:pt x="14379" y="38346"/>
                </a:lnTo>
                <a:lnTo>
                  <a:pt x="14333" y="38369"/>
                </a:lnTo>
                <a:lnTo>
                  <a:pt x="14299" y="38392"/>
                </a:lnTo>
                <a:lnTo>
                  <a:pt x="14276" y="38426"/>
                </a:lnTo>
                <a:lnTo>
                  <a:pt x="14253" y="38472"/>
                </a:lnTo>
                <a:lnTo>
                  <a:pt x="14242" y="38517"/>
                </a:lnTo>
                <a:lnTo>
                  <a:pt x="14242" y="38563"/>
                </a:lnTo>
                <a:lnTo>
                  <a:pt x="14242" y="38608"/>
                </a:lnTo>
                <a:lnTo>
                  <a:pt x="14253" y="38654"/>
                </a:lnTo>
                <a:lnTo>
                  <a:pt x="14276" y="38699"/>
                </a:lnTo>
                <a:lnTo>
                  <a:pt x="14310" y="38733"/>
                </a:lnTo>
                <a:lnTo>
                  <a:pt x="14344" y="38756"/>
                </a:lnTo>
                <a:lnTo>
                  <a:pt x="14390" y="38779"/>
                </a:lnTo>
                <a:lnTo>
                  <a:pt x="14424" y="38801"/>
                </a:lnTo>
                <a:lnTo>
                  <a:pt x="14481" y="38801"/>
                </a:lnTo>
                <a:lnTo>
                  <a:pt x="14538" y="38790"/>
                </a:lnTo>
                <a:lnTo>
                  <a:pt x="14595" y="38767"/>
                </a:lnTo>
                <a:lnTo>
                  <a:pt x="14640" y="38733"/>
                </a:lnTo>
                <a:lnTo>
                  <a:pt x="14686" y="38688"/>
                </a:lnTo>
                <a:lnTo>
                  <a:pt x="16676" y="39837"/>
                </a:lnTo>
                <a:lnTo>
                  <a:pt x="16665" y="39871"/>
                </a:lnTo>
                <a:lnTo>
                  <a:pt x="16654" y="39905"/>
                </a:lnTo>
                <a:lnTo>
                  <a:pt x="16665" y="39950"/>
                </a:lnTo>
                <a:lnTo>
                  <a:pt x="16676" y="39984"/>
                </a:lnTo>
                <a:lnTo>
                  <a:pt x="16688" y="40019"/>
                </a:lnTo>
                <a:lnTo>
                  <a:pt x="16711" y="40041"/>
                </a:lnTo>
                <a:lnTo>
                  <a:pt x="16745" y="40064"/>
                </a:lnTo>
                <a:lnTo>
                  <a:pt x="16779" y="40087"/>
                </a:lnTo>
                <a:lnTo>
                  <a:pt x="16813" y="40098"/>
                </a:lnTo>
                <a:lnTo>
                  <a:pt x="16893" y="40098"/>
                </a:lnTo>
                <a:lnTo>
                  <a:pt x="16927" y="40087"/>
                </a:lnTo>
                <a:lnTo>
                  <a:pt x="16961" y="40064"/>
                </a:lnTo>
                <a:lnTo>
                  <a:pt x="16984" y="40041"/>
                </a:lnTo>
                <a:lnTo>
                  <a:pt x="17006" y="40019"/>
                </a:lnTo>
                <a:lnTo>
                  <a:pt x="17029" y="39984"/>
                </a:lnTo>
                <a:lnTo>
                  <a:pt x="17040" y="39950"/>
                </a:lnTo>
                <a:lnTo>
                  <a:pt x="17040" y="39905"/>
                </a:lnTo>
                <a:lnTo>
                  <a:pt x="17029" y="39848"/>
                </a:lnTo>
                <a:lnTo>
                  <a:pt x="19077" y="38665"/>
                </a:lnTo>
                <a:lnTo>
                  <a:pt x="19099" y="38699"/>
                </a:lnTo>
                <a:lnTo>
                  <a:pt x="19134" y="38722"/>
                </a:lnTo>
                <a:lnTo>
                  <a:pt x="19179" y="38733"/>
                </a:lnTo>
                <a:lnTo>
                  <a:pt x="19213" y="38745"/>
                </a:lnTo>
                <a:lnTo>
                  <a:pt x="19259" y="38733"/>
                </a:lnTo>
                <a:lnTo>
                  <a:pt x="19293" y="38733"/>
                </a:lnTo>
                <a:lnTo>
                  <a:pt x="19350" y="38688"/>
                </a:lnTo>
                <a:lnTo>
                  <a:pt x="19384" y="38631"/>
                </a:lnTo>
                <a:lnTo>
                  <a:pt x="19395" y="38597"/>
                </a:lnTo>
                <a:lnTo>
                  <a:pt x="19395" y="38563"/>
                </a:lnTo>
                <a:lnTo>
                  <a:pt x="19384" y="38494"/>
                </a:lnTo>
                <a:lnTo>
                  <a:pt x="19361" y="38449"/>
                </a:lnTo>
                <a:lnTo>
                  <a:pt x="19304" y="38403"/>
                </a:lnTo>
                <a:lnTo>
                  <a:pt x="19247" y="38381"/>
                </a:lnTo>
                <a:lnTo>
                  <a:pt x="19247" y="36037"/>
                </a:lnTo>
                <a:lnTo>
                  <a:pt x="19293" y="36026"/>
                </a:lnTo>
                <a:lnTo>
                  <a:pt x="19327" y="36003"/>
                </a:lnTo>
                <a:lnTo>
                  <a:pt x="19361" y="35980"/>
                </a:lnTo>
                <a:lnTo>
                  <a:pt x="19395" y="35958"/>
                </a:lnTo>
                <a:lnTo>
                  <a:pt x="19418" y="35923"/>
                </a:lnTo>
                <a:lnTo>
                  <a:pt x="19429" y="35889"/>
                </a:lnTo>
                <a:lnTo>
                  <a:pt x="19441" y="35844"/>
                </a:lnTo>
                <a:lnTo>
                  <a:pt x="19452" y="35810"/>
                </a:lnTo>
                <a:lnTo>
                  <a:pt x="19441" y="35764"/>
                </a:lnTo>
                <a:lnTo>
                  <a:pt x="19429" y="35719"/>
                </a:lnTo>
                <a:lnTo>
                  <a:pt x="21431" y="34570"/>
                </a:lnTo>
                <a:lnTo>
                  <a:pt x="21465" y="34593"/>
                </a:lnTo>
                <a:lnTo>
                  <a:pt x="21500" y="34627"/>
                </a:lnTo>
                <a:lnTo>
                  <a:pt x="21545" y="34638"/>
                </a:lnTo>
                <a:lnTo>
                  <a:pt x="21591" y="34649"/>
                </a:lnTo>
                <a:lnTo>
                  <a:pt x="21636" y="34638"/>
                </a:lnTo>
                <a:lnTo>
                  <a:pt x="21682" y="34615"/>
                </a:lnTo>
                <a:lnTo>
                  <a:pt x="21716" y="34593"/>
                </a:lnTo>
                <a:lnTo>
                  <a:pt x="21750" y="34558"/>
                </a:lnTo>
                <a:lnTo>
                  <a:pt x="23729" y="35696"/>
                </a:lnTo>
                <a:lnTo>
                  <a:pt x="23706" y="35753"/>
                </a:lnTo>
                <a:lnTo>
                  <a:pt x="23706" y="35810"/>
                </a:lnTo>
                <a:lnTo>
                  <a:pt x="23706" y="35855"/>
                </a:lnTo>
                <a:lnTo>
                  <a:pt x="23718" y="35901"/>
                </a:lnTo>
                <a:lnTo>
                  <a:pt x="23752" y="35946"/>
                </a:lnTo>
                <a:lnTo>
                  <a:pt x="23775" y="35992"/>
                </a:lnTo>
                <a:lnTo>
                  <a:pt x="23820" y="36014"/>
                </a:lnTo>
                <a:lnTo>
                  <a:pt x="23866" y="36037"/>
                </a:lnTo>
                <a:lnTo>
                  <a:pt x="23911" y="36060"/>
                </a:lnTo>
                <a:lnTo>
                  <a:pt x="24014" y="36060"/>
                </a:lnTo>
                <a:lnTo>
                  <a:pt x="24059" y="36037"/>
                </a:lnTo>
                <a:lnTo>
                  <a:pt x="24105" y="36014"/>
                </a:lnTo>
                <a:lnTo>
                  <a:pt x="24139" y="35992"/>
                </a:lnTo>
                <a:lnTo>
                  <a:pt x="24173" y="35946"/>
                </a:lnTo>
                <a:lnTo>
                  <a:pt x="24196" y="35901"/>
                </a:lnTo>
                <a:lnTo>
                  <a:pt x="24218" y="35855"/>
                </a:lnTo>
                <a:lnTo>
                  <a:pt x="24218" y="35810"/>
                </a:lnTo>
                <a:lnTo>
                  <a:pt x="24218" y="35753"/>
                </a:lnTo>
                <a:lnTo>
                  <a:pt x="24196" y="35707"/>
                </a:lnTo>
                <a:lnTo>
                  <a:pt x="26175" y="34558"/>
                </a:lnTo>
                <a:lnTo>
                  <a:pt x="26209" y="34604"/>
                </a:lnTo>
                <a:lnTo>
                  <a:pt x="26243" y="34627"/>
                </a:lnTo>
                <a:lnTo>
                  <a:pt x="26289" y="34638"/>
                </a:lnTo>
                <a:lnTo>
                  <a:pt x="26334" y="34649"/>
                </a:lnTo>
                <a:lnTo>
                  <a:pt x="26391" y="34638"/>
                </a:lnTo>
                <a:lnTo>
                  <a:pt x="26437" y="34627"/>
                </a:lnTo>
                <a:lnTo>
                  <a:pt x="26471" y="34593"/>
                </a:lnTo>
                <a:lnTo>
                  <a:pt x="26505" y="34558"/>
                </a:lnTo>
                <a:lnTo>
                  <a:pt x="28495" y="35707"/>
                </a:lnTo>
                <a:lnTo>
                  <a:pt x="28473" y="35753"/>
                </a:lnTo>
                <a:lnTo>
                  <a:pt x="28473" y="35810"/>
                </a:lnTo>
                <a:lnTo>
                  <a:pt x="28473" y="35855"/>
                </a:lnTo>
                <a:lnTo>
                  <a:pt x="28484" y="35889"/>
                </a:lnTo>
                <a:lnTo>
                  <a:pt x="28507" y="35935"/>
                </a:lnTo>
                <a:lnTo>
                  <a:pt x="28530" y="35969"/>
                </a:lnTo>
                <a:lnTo>
                  <a:pt x="28564" y="35992"/>
                </a:lnTo>
                <a:lnTo>
                  <a:pt x="28598" y="36014"/>
                </a:lnTo>
                <a:lnTo>
                  <a:pt x="28643" y="36037"/>
                </a:lnTo>
                <a:lnTo>
                  <a:pt x="28689" y="36037"/>
                </a:lnTo>
                <a:lnTo>
                  <a:pt x="28689" y="38392"/>
                </a:lnTo>
                <a:lnTo>
                  <a:pt x="28632" y="38403"/>
                </a:lnTo>
                <a:lnTo>
                  <a:pt x="28575" y="38449"/>
                </a:lnTo>
                <a:lnTo>
                  <a:pt x="28552" y="38494"/>
                </a:lnTo>
                <a:lnTo>
                  <a:pt x="28530" y="38563"/>
                </a:lnTo>
                <a:lnTo>
                  <a:pt x="28541" y="38619"/>
                </a:lnTo>
                <a:lnTo>
                  <a:pt x="26562" y="39757"/>
                </a:lnTo>
                <a:lnTo>
                  <a:pt x="26516" y="39711"/>
                </a:lnTo>
                <a:lnTo>
                  <a:pt x="26471" y="39677"/>
                </a:lnTo>
                <a:lnTo>
                  <a:pt x="26402" y="39655"/>
                </a:lnTo>
                <a:lnTo>
                  <a:pt x="26334" y="39643"/>
                </a:lnTo>
                <a:lnTo>
                  <a:pt x="26277" y="39655"/>
                </a:lnTo>
                <a:lnTo>
                  <a:pt x="26209" y="39677"/>
                </a:lnTo>
                <a:lnTo>
                  <a:pt x="26164" y="39711"/>
                </a:lnTo>
                <a:lnTo>
                  <a:pt x="26118" y="39757"/>
                </a:lnTo>
                <a:lnTo>
                  <a:pt x="24184" y="38642"/>
                </a:lnTo>
                <a:lnTo>
                  <a:pt x="24196" y="38608"/>
                </a:lnTo>
                <a:lnTo>
                  <a:pt x="24196" y="38563"/>
                </a:lnTo>
                <a:lnTo>
                  <a:pt x="24196" y="38517"/>
                </a:lnTo>
                <a:lnTo>
                  <a:pt x="24173" y="38472"/>
                </a:lnTo>
                <a:lnTo>
                  <a:pt x="24161" y="38426"/>
                </a:lnTo>
                <a:lnTo>
                  <a:pt x="24127" y="38392"/>
                </a:lnTo>
                <a:lnTo>
                  <a:pt x="24093" y="38369"/>
                </a:lnTo>
                <a:lnTo>
                  <a:pt x="24048" y="38346"/>
                </a:lnTo>
                <a:lnTo>
                  <a:pt x="24014" y="38335"/>
                </a:lnTo>
                <a:lnTo>
                  <a:pt x="23957" y="38324"/>
                </a:lnTo>
                <a:lnTo>
                  <a:pt x="23911" y="38335"/>
                </a:lnTo>
                <a:lnTo>
                  <a:pt x="23866" y="38346"/>
                </a:lnTo>
                <a:lnTo>
                  <a:pt x="23832" y="38369"/>
                </a:lnTo>
                <a:lnTo>
                  <a:pt x="23797" y="38392"/>
                </a:lnTo>
                <a:lnTo>
                  <a:pt x="23763" y="38426"/>
                </a:lnTo>
                <a:lnTo>
                  <a:pt x="23741" y="38472"/>
                </a:lnTo>
                <a:lnTo>
                  <a:pt x="23729" y="38517"/>
                </a:lnTo>
                <a:lnTo>
                  <a:pt x="23729" y="38563"/>
                </a:lnTo>
                <a:lnTo>
                  <a:pt x="23729" y="38608"/>
                </a:lnTo>
                <a:lnTo>
                  <a:pt x="23741" y="38654"/>
                </a:lnTo>
                <a:lnTo>
                  <a:pt x="21761" y="39802"/>
                </a:lnTo>
                <a:lnTo>
                  <a:pt x="21727" y="39757"/>
                </a:lnTo>
                <a:lnTo>
                  <a:pt x="21693" y="39734"/>
                </a:lnTo>
                <a:lnTo>
                  <a:pt x="21636" y="39711"/>
                </a:lnTo>
                <a:lnTo>
                  <a:pt x="21591" y="39700"/>
                </a:lnTo>
                <a:lnTo>
                  <a:pt x="21545" y="39711"/>
                </a:lnTo>
                <a:lnTo>
                  <a:pt x="21511" y="39723"/>
                </a:lnTo>
                <a:lnTo>
                  <a:pt x="21477" y="39734"/>
                </a:lnTo>
                <a:lnTo>
                  <a:pt x="21443" y="39768"/>
                </a:lnTo>
                <a:lnTo>
                  <a:pt x="21420" y="39791"/>
                </a:lnTo>
                <a:lnTo>
                  <a:pt x="21397" y="39825"/>
                </a:lnTo>
                <a:lnTo>
                  <a:pt x="21386" y="39871"/>
                </a:lnTo>
                <a:lnTo>
                  <a:pt x="21386" y="39905"/>
                </a:lnTo>
                <a:lnTo>
                  <a:pt x="21386" y="39950"/>
                </a:lnTo>
                <a:lnTo>
                  <a:pt x="21397" y="39984"/>
                </a:lnTo>
                <a:lnTo>
                  <a:pt x="21420" y="40019"/>
                </a:lnTo>
                <a:lnTo>
                  <a:pt x="21443" y="40053"/>
                </a:lnTo>
                <a:lnTo>
                  <a:pt x="21465" y="40075"/>
                </a:lnTo>
                <a:lnTo>
                  <a:pt x="21500" y="40098"/>
                </a:lnTo>
                <a:lnTo>
                  <a:pt x="21534" y="40110"/>
                </a:lnTo>
                <a:lnTo>
                  <a:pt x="21579" y="40110"/>
                </a:lnTo>
                <a:lnTo>
                  <a:pt x="21579" y="42396"/>
                </a:lnTo>
                <a:lnTo>
                  <a:pt x="21522" y="42407"/>
                </a:lnTo>
                <a:lnTo>
                  <a:pt x="21477" y="42430"/>
                </a:lnTo>
                <a:lnTo>
                  <a:pt x="21431" y="42453"/>
                </a:lnTo>
                <a:lnTo>
                  <a:pt x="21397" y="42487"/>
                </a:lnTo>
                <a:lnTo>
                  <a:pt x="21363" y="42521"/>
                </a:lnTo>
                <a:lnTo>
                  <a:pt x="21340" y="42567"/>
                </a:lnTo>
                <a:lnTo>
                  <a:pt x="21329" y="42612"/>
                </a:lnTo>
                <a:lnTo>
                  <a:pt x="21318" y="42669"/>
                </a:lnTo>
                <a:lnTo>
                  <a:pt x="21329" y="42726"/>
                </a:lnTo>
                <a:lnTo>
                  <a:pt x="21352" y="42771"/>
                </a:lnTo>
                <a:lnTo>
                  <a:pt x="19372" y="43909"/>
                </a:lnTo>
                <a:lnTo>
                  <a:pt x="19338" y="43875"/>
                </a:lnTo>
                <a:lnTo>
                  <a:pt x="19304" y="43852"/>
                </a:lnTo>
                <a:lnTo>
                  <a:pt x="19270" y="43841"/>
                </a:lnTo>
                <a:lnTo>
                  <a:pt x="19213" y="43829"/>
                </a:lnTo>
                <a:lnTo>
                  <a:pt x="19179" y="43841"/>
                </a:lnTo>
                <a:lnTo>
                  <a:pt x="19134" y="43852"/>
                </a:lnTo>
                <a:lnTo>
                  <a:pt x="19099" y="43875"/>
                </a:lnTo>
                <a:lnTo>
                  <a:pt x="19065" y="43909"/>
                </a:lnTo>
                <a:lnTo>
                  <a:pt x="17052" y="42737"/>
                </a:lnTo>
                <a:lnTo>
                  <a:pt x="17063" y="42703"/>
                </a:lnTo>
                <a:lnTo>
                  <a:pt x="17063" y="42669"/>
                </a:lnTo>
                <a:lnTo>
                  <a:pt x="17063" y="42624"/>
                </a:lnTo>
                <a:lnTo>
                  <a:pt x="17052" y="42578"/>
                </a:lnTo>
                <a:lnTo>
                  <a:pt x="17029" y="42544"/>
                </a:lnTo>
                <a:lnTo>
                  <a:pt x="17006" y="42510"/>
                </a:lnTo>
                <a:lnTo>
                  <a:pt x="16972" y="42487"/>
                </a:lnTo>
                <a:lnTo>
                  <a:pt x="16938" y="42464"/>
                </a:lnTo>
                <a:lnTo>
                  <a:pt x="16893" y="42453"/>
                </a:lnTo>
                <a:lnTo>
                  <a:pt x="16802" y="42453"/>
                </a:lnTo>
                <a:lnTo>
                  <a:pt x="16767" y="42464"/>
                </a:lnTo>
                <a:lnTo>
                  <a:pt x="16722" y="42487"/>
                </a:lnTo>
                <a:lnTo>
                  <a:pt x="16699" y="42510"/>
                </a:lnTo>
                <a:lnTo>
                  <a:pt x="16665" y="42544"/>
                </a:lnTo>
                <a:lnTo>
                  <a:pt x="16654" y="42578"/>
                </a:lnTo>
                <a:lnTo>
                  <a:pt x="16631" y="42624"/>
                </a:lnTo>
                <a:lnTo>
                  <a:pt x="16631" y="42669"/>
                </a:lnTo>
                <a:lnTo>
                  <a:pt x="16631" y="42715"/>
                </a:lnTo>
                <a:lnTo>
                  <a:pt x="16654" y="42749"/>
                </a:lnTo>
                <a:lnTo>
                  <a:pt x="14674" y="43886"/>
                </a:lnTo>
                <a:lnTo>
                  <a:pt x="14640" y="43841"/>
                </a:lnTo>
                <a:lnTo>
                  <a:pt x="14595" y="43807"/>
                </a:lnTo>
                <a:lnTo>
                  <a:pt x="14538" y="43784"/>
                </a:lnTo>
                <a:lnTo>
                  <a:pt x="14435" y="43784"/>
                </a:lnTo>
                <a:lnTo>
                  <a:pt x="14390" y="43795"/>
                </a:lnTo>
                <a:lnTo>
                  <a:pt x="14344" y="43818"/>
                </a:lnTo>
                <a:lnTo>
                  <a:pt x="14310" y="43852"/>
                </a:lnTo>
                <a:lnTo>
                  <a:pt x="14288" y="43886"/>
                </a:lnTo>
                <a:lnTo>
                  <a:pt x="14265" y="43920"/>
                </a:lnTo>
                <a:lnTo>
                  <a:pt x="14253" y="43966"/>
                </a:lnTo>
                <a:lnTo>
                  <a:pt x="14242" y="44011"/>
                </a:lnTo>
                <a:lnTo>
                  <a:pt x="14253" y="44057"/>
                </a:lnTo>
                <a:lnTo>
                  <a:pt x="14265" y="44102"/>
                </a:lnTo>
                <a:lnTo>
                  <a:pt x="14288" y="44136"/>
                </a:lnTo>
                <a:lnTo>
                  <a:pt x="14310" y="44171"/>
                </a:lnTo>
                <a:lnTo>
                  <a:pt x="14344" y="44205"/>
                </a:lnTo>
                <a:lnTo>
                  <a:pt x="14379" y="44227"/>
                </a:lnTo>
                <a:lnTo>
                  <a:pt x="14424" y="44239"/>
                </a:lnTo>
                <a:lnTo>
                  <a:pt x="14470" y="44250"/>
                </a:lnTo>
                <a:lnTo>
                  <a:pt x="14470" y="46525"/>
                </a:lnTo>
                <a:lnTo>
                  <a:pt x="14413" y="46537"/>
                </a:lnTo>
                <a:lnTo>
                  <a:pt x="14379" y="46548"/>
                </a:lnTo>
                <a:lnTo>
                  <a:pt x="14333" y="46571"/>
                </a:lnTo>
                <a:lnTo>
                  <a:pt x="14299" y="46605"/>
                </a:lnTo>
                <a:lnTo>
                  <a:pt x="14276" y="46639"/>
                </a:lnTo>
                <a:lnTo>
                  <a:pt x="14253" y="46673"/>
                </a:lnTo>
                <a:lnTo>
                  <a:pt x="14231" y="46719"/>
                </a:lnTo>
                <a:lnTo>
                  <a:pt x="14231" y="46776"/>
                </a:lnTo>
                <a:lnTo>
                  <a:pt x="14242" y="46821"/>
                </a:lnTo>
                <a:lnTo>
                  <a:pt x="14253" y="46867"/>
                </a:lnTo>
                <a:lnTo>
                  <a:pt x="14276" y="46912"/>
                </a:lnTo>
                <a:lnTo>
                  <a:pt x="14299" y="46946"/>
                </a:lnTo>
                <a:lnTo>
                  <a:pt x="14344" y="46980"/>
                </a:lnTo>
                <a:lnTo>
                  <a:pt x="14379" y="47003"/>
                </a:lnTo>
                <a:lnTo>
                  <a:pt x="14424" y="47014"/>
                </a:lnTo>
                <a:lnTo>
                  <a:pt x="14538" y="47014"/>
                </a:lnTo>
                <a:lnTo>
                  <a:pt x="14595" y="46992"/>
                </a:lnTo>
                <a:lnTo>
                  <a:pt x="14652" y="46946"/>
                </a:lnTo>
                <a:lnTo>
                  <a:pt x="14686" y="46901"/>
                </a:lnTo>
                <a:lnTo>
                  <a:pt x="16608" y="48015"/>
                </a:lnTo>
                <a:lnTo>
                  <a:pt x="16585" y="48061"/>
                </a:lnTo>
                <a:lnTo>
                  <a:pt x="16585" y="48118"/>
                </a:lnTo>
                <a:lnTo>
                  <a:pt x="16585" y="48175"/>
                </a:lnTo>
                <a:lnTo>
                  <a:pt x="16608" y="48220"/>
                </a:lnTo>
                <a:lnTo>
                  <a:pt x="16631" y="48266"/>
                </a:lnTo>
                <a:lnTo>
                  <a:pt x="16654" y="48300"/>
                </a:lnTo>
                <a:lnTo>
                  <a:pt x="16699" y="48334"/>
                </a:lnTo>
                <a:lnTo>
                  <a:pt x="16733" y="48357"/>
                </a:lnTo>
                <a:lnTo>
                  <a:pt x="16779" y="48379"/>
                </a:lnTo>
                <a:lnTo>
                  <a:pt x="16836" y="48379"/>
                </a:lnTo>
                <a:lnTo>
                  <a:pt x="16836" y="49142"/>
                </a:lnTo>
                <a:lnTo>
                  <a:pt x="16881" y="49142"/>
                </a:lnTo>
                <a:lnTo>
                  <a:pt x="16881" y="48379"/>
                </a:lnTo>
                <a:lnTo>
                  <a:pt x="16927" y="48368"/>
                </a:lnTo>
                <a:lnTo>
                  <a:pt x="16972" y="48357"/>
                </a:lnTo>
                <a:lnTo>
                  <a:pt x="17006" y="48323"/>
                </a:lnTo>
                <a:lnTo>
                  <a:pt x="17040" y="48300"/>
                </a:lnTo>
                <a:lnTo>
                  <a:pt x="17075" y="48254"/>
                </a:lnTo>
                <a:lnTo>
                  <a:pt x="17097" y="48209"/>
                </a:lnTo>
                <a:lnTo>
                  <a:pt x="17109" y="48163"/>
                </a:lnTo>
                <a:lnTo>
                  <a:pt x="17109" y="48118"/>
                </a:lnTo>
                <a:lnTo>
                  <a:pt x="17109" y="48072"/>
                </a:lnTo>
                <a:lnTo>
                  <a:pt x="17097" y="48015"/>
                </a:lnTo>
                <a:lnTo>
                  <a:pt x="19054" y="46889"/>
                </a:lnTo>
                <a:lnTo>
                  <a:pt x="19088" y="46923"/>
                </a:lnTo>
                <a:lnTo>
                  <a:pt x="19122" y="46946"/>
                </a:lnTo>
                <a:lnTo>
                  <a:pt x="19168" y="46969"/>
                </a:lnTo>
                <a:lnTo>
                  <a:pt x="19213" y="46980"/>
                </a:lnTo>
                <a:lnTo>
                  <a:pt x="19270" y="46969"/>
                </a:lnTo>
                <a:lnTo>
                  <a:pt x="19316" y="46946"/>
                </a:lnTo>
                <a:lnTo>
                  <a:pt x="19361" y="46923"/>
                </a:lnTo>
                <a:lnTo>
                  <a:pt x="19395" y="46878"/>
                </a:lnTo>
                <a:lnTo>
                  <a:pt x="21397" y="48038"/>
                </a:lnTo>
                <a:lnTo>
                  <a:pt x="21386" y="48084"/>
                </a:lnTo>
                <a:lnTo>
                  <a:pt x="21386" y="48118"/>
                </a:lnTo>
                <a:lnTo>
                  <a:pt x="21386" y="48163"/>
                </a:lnTo>
                <a:lnTo>
                  <a:pt x="21397" y="48197"/>
                </a:lnTo>
                <a:lnTo>
                  <a:pt x="21420" y="48232"/>
                </a:lnTo>
                <a:lnTo>
                  <a:pt x="21443" y="48254"/>
                </a:lnTo>
                <a:lnTo>
                  <a:pt x="21465" y="48277"/>
                </a:lnTo>
                <a:lnTo>
                  <a:pt x="21500" y="48300"/>
                </a:lnTo>
                <a:lnTo>
                  <a:pt x="21534" y="48311"/>
                </a:lnTo>
                <a:lnTo>
                  <a:pt x="21579" y="48323"/>
                </a:lnTo>
                <a:lnTo>
                  <a:pt x="21579" y="49142"/>
                </a:lnTo>
                <a:lnTo>
                  <a:pt x="21625" y="49142"/>
                </a:lnTo>
                <a:lnTo>
                  <a:pt x="21625" y="48311"/>
                </a:lnTo>
                <a:lnTo>
                  <a:pt x="21693" y="48288"/>
                </a:lnTo>
                <a:lnTo>
                  <a:pt x="21738" y="48254"/>
                </a:lnTo>
                <a:lnTo>
                  <a:pt x="21773" y="48186"/>
                </a:lnTo>
                <a:lnTo>
                  <a:pt x="21795" y="48118"/>
                </a:lnTo>
                <a:lnTo>
                  <a:pt x="21773" y="48050"/>
                </a:lnTo>
                <a:lnTo>
                  <a:pt x="23752" y="46912"/>
                </a:lnTo>
                <a:lnTo>
                  <a:pt x="23786" y="46958"/>
                </a:lnTo>
                <a:lnTo>
                  <a:pt x="23843" y="46992"/>
                </a:lnTo>
                <a:lnTo>
                  <a:pt x="23900" y="47014"/>
                </a:lnTo>
                <a:lnTo>
                  <a:pt x="23957" y="47026"/>
                </a:lnTo>
                <a:lnTo>
                  <a:pt x="24025" y="47014"/>
                </a:lnTo>
                <a:lnTo>
                  <a:pt x="24082" y="46992"/>
                </a:lnTo>
                <a:lnTo>
                  <a:pt x="24139" y="46958"/>
                </a:lnTo>
                <a:lnTo>
                  <a:pt x="24173" y="46912"/>
                </a:lnTo>
                <a:lnTo>
                  <a:pt x="26118" y="48027"/>
                </a:lnTo>
                <a:lnTo>
                  <a:pt x="26095" y="48072"/>
                </a:lnTo>
                <a:lnTo>
                  <a:pt x="26095" y="48118"/>
                </a:lnTo>
                <a:lnTo>
                  <a:pt x="26095" y="48163"/>
                </a:lnTo>
                <a:lnTo>
                  <a:pt x="26118" y="48209"/>
                </a:lnTo>
                <a:lnTo>
                  <a:pt x="26141" y="48254"/>
                </a:lnTo>
                <a:lnTo>
                  <a:pt x="26164" y="48288"/>
                </a:lnTo>
                <a:lnTo>
                  <a:pt x="26198" y="48323"/>
                </a:lnTo>
                <a:lnTo>
                  <a:pt x="26243" y="48345"/>
                </a:lnTo>
                <a:lnTo>
                  <a:pt x="26289" y="48357"/>
                </a:lnTo>
                <a:lnTo>
                  <a:pt x="26334" y="48368"/>
                </a:lnTo>
                <a:lnTo>
                  <a:pt x="26391" y="48357"/>
                </a:lnTo>
                <a:lnTo>
                  <a:pt x="26437" y="48345"/>
                </a:lnTo>
                <a:lnTo>
                  <a:pt x="26471" y="48323"/>
                </a:lnTo>
                <a:lnTo>
                  <a:pt x="26516" y="48288"/>
                </a:lnTo>
                <a:lnTo>
                  <a:pt x="26539" y="48254"/>
                </a:lnTo>
                <a:lnTo>
                  <a:pt x="26562" y="48209"/>
                </a:lnTo>
                <a:lnTo>
                  <a:pt x="26584" y="48163"/>
                </a:lnTo>
                <a:lnTo>
                  <a:pt x="26584" y="48118"/>
                </a:lnTo>
                <a:lnTo>
                  <a:pt x="26584" y="48072"/>
                </a:lnTo>
                <a:lnTo>
                  <a:pt x="26562" y="48027"/>
                </a:lnTo>
                <a:lnTo>
                  <a:pt x="28507" y="46901"/>
                </a:lnTo>
                <a:lnTo>
                  <a:pt x="28541" y="46946"/>
                </a:lnTo>
                <a:lnTo>
                  <a:pt x="28598" y="46980"/>
                </a:lnTo>
                <a:lnTo>
                  <a:pt x="28643" y="47003"/>
                </a:lnTo>
                <a:lnTo>
                  <a:pt x="28712" y="47014"/>
                </a:lnTo>
                <a:lnTo>
                  <a:pt x="28757" y="47003"/>
                </a:lnTo>
                <a:lnTo>
                  <a:pt x="28803" y="46992"/>
                </a:lnTo>
                <a:lnTo>
                  <a:pt x="28848" y="46969"/>
                </a:lnTo>
                <a:lnTo>
                  <a:pt x="28882" y="46946"/>
                </a:lnTo>
                <a:lnTo>
                  <a:pt x="28905" y="46912"/>
                </a:lnTo>
                <a:lnTo>
                  <a:pt x="28928" y="46867"/>
                </a:lnTo>
                <a:lnTo>
                  <a:pt x="28950" y="46821"/>
                </a:lnTo>
                <a:lnTo>
                  <a:pt x="28950" y="46776"/>
                </a:lnTo>
                <a:lnTo>
                  <a:pt x="28950" y="46730"/>
                </a:lnTo>
                <a:lnTo>
                  <a:pt x="28939" y="46685"/>
                </a:lnTo>
                <a:lnTo>
                  <a:pt x="28916" y="46639"/>
                </a:lnTo>
                <a:lnTo>
                  <a:pt x="28894" y="46605"/>
                </a:lnTo>
                <a:lnTo>
                  <a:pt x="28859" y="46582"/>
                </a:lnTo>
                <a:lnTo>
                  <a:pt x="28814" y="46559"/>
                </a:lnTo>
                <a:lnTo>
                  <a:pt x="28780" y="46537"/>
                </a:lnTo>
                <a:lnTo>
                  <a:pt x="28734" y="46537"/>
                </a:lnTo>
                <a:lnTo>
                  <a:pt x="28734" y="44216"/>
                </a:lnTo>
                <a:lnTo>
                  <a:pt x="28768" y="44216"/>
                </a:lnTo>
                <a:lnTo>
                  <a:pt x="28803" y="44193"/>
                </a:lnTo>
                <a:lnTo>
                  <a:pt x="28859" y="44148"/>
                </a:lnTo>
                <a:lnTo>
                  <a:pt x="28905" y="44091"/>
                </a:lnTo>
                <a:lnTo>
                  <a:pt x="28916" y="44057"/>
                </a:lnTo>
                <a:lnTo>
                  <a:pt x="28916" y="44011"/>
                </a:lnTo>
                <a:lnTo>
                  <a:pt x="28916" y="43977"/>
                </a:lnTo>
                <a:lnTo>
                  <a:pt x="28905" y="43943"/>
                </a:lnTo>
                <a:lnTo>
                  <a:pt x="30873" y="42806"/>
                </a:lnTo>
                <a:lnTo>
                  <a:pt x="30907" y="42851"/>
                </a:lnTo>
                <a:lnTo>
                  <a:pt x="30964" y="42885"/>
                </a:lnTo>
                <a:lnTo>
                  <a:pt x="31021" y="42908"/>
                </a:lnTo>
                <a:lnTo>
                  <a:pt x="31078" y="42919"/>
                </a:lnTo>
                <a:lnTo>
                  <a:pt x="31135" y="42908"/>
                </a:lnTo>
                <a:lnTo>
                  <a:pt x="31180" y="42897"/>
                </a:lnTo>
                <a:lnTo>
                  <a:pt x="31226" y="42874"/>
                </a:lnTo>
                <a:lnTo>
                  <a:pt x="31260" y="42840"/>
                </a:lnTo>
                <a:lnTo>
                  <a:pt x="31282" y="42806"/>
                </a:lnTo>
                <a:lnTo>
                  <a:pt x="31317" y="42760"/>
                </a:lnTo>
                <a:lnTo>
                  <a:pt x="31328" y="42715"/>
                </a:lnTo>
                <a:lnTo>
                  <a:pt x="31328" y="42669"/>
                </a:lnTo>
                <a:lnTo>
                  <a:pt x="31328" y="42624"/>
                </a:lnTo>
                <a:lnTo>
                  <a:pt x="31317" y="42578"/>
                </a:lnTo>
                <a:lnTo>
                  <a:pt x="31294" y="42533"/>
                </a:lnTo>
                <a:lnTo>
                  <a:pt x="31260" y="42498"/>
                </a:lnTo>
                <a:lnTo>
                  <a:pt x="31237" y="42464"/>
                </a:lnTo>
                <a:lnTo>
                  <a:pt x="31191" y="42442"/>
                </a:lnTo>
                <a:lnTo>
                  <a:pt x="31146" y="42430"/>
                </a:lnTo>
                <a:lnTo>
                  <a:pt x="31100" y="42419"/>
                </a:lnTo>
                <a:lnTo>
                  <a:pt x="31100" y="40121"/>
                </a:lnTo>
                <a:lnTo>
                  <a:pt x="31146" y="40121"/>
                </a:lnTo>
                <a:lnTo>
                  <a:pt x="31180" y="40098"/>
                </a:lnTo>
                <a:lnTo>
                  <a:pt x="31214" y="40075"/>
                </a:lnTo>
                <a:lnTo>
                  <a:pt x="31237" y="40053"/>
                </a:lnTo>
                <a:lnTo>
                  <a:pt x="31271" y="40019"/>
                </a:lnTo>
                <a:lnTo>
                  <a:pt x="31282" y="39984"/>
                </a:lnTo>
                <a:lnTo>
                  <a:pt x="31294" y="39950"/>
                </a:lnTo>
                <a:lnTo>
                  <a:pt x="31294" y="39905"/>
                </a:lnTo>
                <a:lnTo>
                  <a:pt x="31294" y="39871"/>
                </a:lnTo>
                <a:lnTo>
                  <a:pt x="31282" y="39825"/>
                </a:lnTo>
                <a:lnTo>
                  <a:pt x="33296" y="38665"/>
                </a:lnTo>
                <a:lnTo>
                  <a:pt x="33319" y="38699"/>
                </a:lnTo>
                <a:lnTo>
                  <a:pt x="33364" y="38733"/>
                </a:lnTo>
                <a:lnTo>
                  <a:pt x="33398" y="38745"/>
                </a:lnTo>
                <a:lnTo>
                  <a:pt x="33455" y="38756"/>
                </a:lnTo>
                <a:lnTo>
                  <a:pt x="33501" y="38745"/>
                </a:lnTo>
                <a:lnTo>
                  <a:pt x="33546" y="38733"/>
                </a:lnTo>
                <a:lnTo>
                  <a:pt x="33580" y="38699"/>
                </a:lnTo>
                <a:lnTo>
                  <a:pt x="33603" y="38665"/>
                </a:lnTo>
                <a:lnTo>
                  <a:pt x="35616" y="39825"/>
                </a:lnTo>
                <a:lnTo>
                  <a:pt x="35594" y="39859"/>
                </a:lnTo>
                <a:lnTo>
                  <a:pt x="35594" y="39905"/>
                </a:lnTo>
                <a:lnTo>
                  <a:pt x="35594" y="39950"/>
                </a:lnTo>
                <a:lnTo>
                  <a:pt x="35616" y="39996"/>
                </a:lnTo>
                <a:lnTo>
                  <a:pt x="35628" y="40030"/>
                </a:lnTo>
                <a:lnTo>
                  <a:pt x="35662" y="40064"/>
                </a:lnTo>
                <a:lnTo>
                  <a:pt x="35696" y="40098"/>
                </a:lnTo>
                <a:lnTo>
                  <a:pt x="35730" y="40121"/>
                </a:lnTo>
                <a:lnTo>
                  <a:pt x="35776" y="40132"/>
                </a:lnTo>
                <a:lnTo>
                  <a:pt x="35867" y="40132"/>
                </a:lnTo>
                <a:lnTo>
                  <a:pt x="35912" y="40121"/>
                </a:lnTo>
                <a:lnTo>
                  <a:pt x="35946" y="40098"/>
                </a:lnTo>
                <a:lnTo>
                  <a:pt x="35980" y="40064"/>
                </a:lnTo>
                <a:lnTo>
                  <a:pt x="36003" y="40030"/>
                </a:lnTo>
                <a:lnTo>
                  <a:pt x="36026" y="39996"/>
                </a:lnTo>
                <a:lnTo>
                  <a:pt x="36037" y="39950"/>
                </a:lnTo>
                <a:lnTo>
                  <a:pt x="36049" y="39905"/>
                </a:lnTo>
                <a:lnTo>
                  <a:pt x="36037" y="39871"/>
                </a:lnTo>
                <a:lnTo>
                  <a:pt x="36026" y="39825"/>
                </a:lnTo>
                <a:lnTo>
                  <a:pt x="37960" y="38710"/>
                </a:lnTo>
                <a:lnTo>
                  <a:pt x="38005" y="38756"/>
                </a:lnTo>
                <a:lnTo>
                  <a:pt x="38062" y="38790"/>
                </a:lnTo>
                <a:lnTo>
                  <a:pt x="38119" y="38824"/>
                </a:lnTo>
                <a:lnTo>
                  <a:pt x="38244" y="38824"/>
                </a:lnTo>
                <a:lnTo>
                  <a:pt x="38290" y="38813"/>
                </a:lnTo>
                <a:lnTo>
                  <a:pt x="38335" y="38779"/>
                </a:lnTo>
                <a:lnTo>
                  <a:pt x="38381" y="38756"/>
                </a:lnTo>
                <a:lnTo>
                  <a:pt x="38415" y="38710"/>
                </a:lnTo>
                <a:lnTo>
                  <a:pt x="38438" y="38665"/>
                </a:lnTo>
                <a:lnTo>
                  <a:pt x="38449" y="38619"/>
                </a:lnTo>
                <a:lnTo>
                  <a:pt x="38460" y="38563"/>
                </a:lnTo>
                <a:lnTo>
                  <a:pt x="38449" y="38506"/>
                </a:lnTo>
                <a:lnTo>
                  <a:pt x="38438" y="38460"/>
                </a:lnTo>
                <a:lnTo>
                  <a:pt x="38415" y="38415"/>
                </a:lnTo>
                <a:lnTo>
                  <a:pt x="38392" y="38381"/>
                </a:lnTo>
                <a:lnTo>
                  <a:pt x="38347" y="38346"/>
                </a:lnTo>
                <a:lnTo>
                  <a:pt x="38312" y="38324"/>
                </a:lnTo>
                <a:lnTo>
                  <a:pt x="38267" y="38301"/>
                </a:lnTo>
                <a:lnTo>
                  <a:pt x="38210" y="38301"/>
                </a:lnTo>
                <a:lnTo>
                  <a:pt x="38210" y="36003"/>
                </a:lnTo>
                <a:lnTo>
                  <a:pt x="38278" y="35980"/>
                </a:lnTo>
                <a:lnTo>
                  <a:pt x="38335" y="35935"/>
                </a:lnTo>
                <a:lnTo>
                  <a:pt x="38381" y="35878"/>
                </a:lnTo>
                <a:lnTo>
                  <a:pt x="38392" y="35844"/>
                </a:lnTo>
                <a:lnTo>
                  <a:pt x="38392" y="35810"/>
                </a:lnTo>
                <a:lnTo>
                  <a:pt x="38381" y="35764"/>
                </a:lnTo>
                <a:lnTo>
                  <a:pt x="38381" y="35730"/>
                </a:lnTo>
                <a:lnTo>
                  <a:pt x="40383" y="34570"/>
                </a:lnTo>
                <a:lnTo>
                  <a:pt x="40417" y="34615"/>
                </a:lnTo>
                <a:lnTo>
                  <a:pt x="40462" y="34638"/>
                </a:lnTo>
                <a:lnTo>
                  <a:pt x="40508" y="34661"/>
                </a:lnTo>
                <a:lnTo>
                  <a:pt x="40599" y="34661"/>
                </a:lnTo>
                <a:lnTo>
                  <a:pt x="40644" y="34649"/>
                </a:lnTo>
                <a:lnTo>
                  <a:pt x="40679" y="34627"/>
                </a:lnTo>
                <a:lnTo>
                  <a:pt x="40713" y="34604"/>
                </a:lnTo>
                <a:lnTo>
                  <a:pt x="40735" y="34570"/>
                </a:lnTo>
                <a:lnTo>
                  <a:pt x="40747" y="34536"/>
                </a:lnTo>
                <a:lnTo>
                  <a:pt x="40770" y="34502"/>
                </a:lnTo>
                <a:lnTo>
                  <a:pt x="40770" y="34456"/>
                </a:lnTo>
                <a:lnTo>
                  <a:pt x="40770" y="34422"/>
                </a:lnTo>
                <a:lnTo>
                  <a:pt x="40758" y="34376"/>
                </a:lnTo>
                <a:lnTo>
                  <a:pt x="40713" y="34320"/>
                </a:lnTo>
                <a:lnTo>
                  <a:pt x="40656" y="34274"/>
                </a:lnTo>
                <a:lnTo>
                  <a:pt x="40622" y="34263"/>
                </a:lnTo>
                <a:lnTo>
                  <a:pt x="40588" y="34251"/>
                </a:lnTo>
                <a:lnTo>
                  <a:pt x="40588" y="31942"/>
                </a:lnTo>
                <a:lnTo>
                  <a:pt x="40633" y="31931"/>
                </a:lnTo>
                <a:lnTo>
                  <a:pt x="40667" y="31908"/>
                </a:lnTo>
                <a:lnTo>
                  <a:pt x="40713" y="31885"/>
                </a:lnTo>
                <a:lnTo>
                  <a:pt x="40735" y="31862"/>
                </a:lnTo>
                <a:lnTo>
                  <a:pt x="40770" y="31828"/>
                </a:lnTo>
                <a:lnTo>
                  <a:pt x="40781" y="31783"/>
                </a:lnTo>
                <a:lnTo>
                  <a:pt x="40792" y="31749"/>
                </a:lnTo>
                <a:lnTo>
                  <a:pt x="40804" y="31703"/>
                </a:lnTo>
                <a:lnTo>
                  <a:pt x="40792" y="31646"/>
                </a:lnTo>
                <a:lnTo>
                  <a:pt x="40781" y="31601"/>
                </a:lnTo>
                <a:lnTo>
                  <a:pt x="42760" y="30463"/>
                </a:lnTo>
                <a:lnTo>
                  <a:pt x="42794" y="30497"/>
                </a:lnTo>
                <a:lnTo>
                  <a:pt x="42828" y="30532"/>
                </a:lnTo>
                <a:lnTo>
                  <a:pt x="42874" y="30543"/>
                </a:lnTo>
                <a:lnTo>
                  <a:pt x="42931" y="30554"/>
                </a:lnTo>
                <a:lnTo>
                  <a:pt x="42976" y="30543"/>
                </a:lnTo>
                <a:lnTo>
                  <a:pt x="43033" y="30532"/>
                </a:lnTo>
                <a:lnTo>
                  <a:pt x="43067" y="30497"/>
                </a:lnTo>
                <a:lnTo>
                  <a:pt x="43101" y="30463"/>
                </a:lnTo>
                <a:lnTo>
                  <a:pt x="45092" y="31612"/>
                </a:lnTo>
                <a:lnTo>
                  <a:pt x="45069" y="31646"/>
                </a:lnTo>
                <a:lnTo>
                  <a:pt x="45069" y="31703"/>
                </a:lnTo>
                <a:lnTo>
                  <a:pt x="45069" y="31749"/>
                </a:lnTo>
                <a:lnTo>
                  <a:pt x="45092" y="31783"/>
                </a:lnTo>
                <a:lnTo>
                  <a:pt x="45104" y="31828"/>
                </a:lnTo>
                <a:lnTo>
                  <a:pt x="45138" y="31862"/>
                </a:lnTo>
                <a:lnTo>
                  <a:pt x="45172" y="31885"/>
                </a:lnTo>
                <a:lnTo>
                  <a:pt x="45206" y="31908"/>
                </a:lnTo>
                <a:lnTo>
                  <a:pt x="45251" y="31919"/>
                </a:lnTo>
                <a:lnTo>
                  <a:pt x="45297" y="31931"/>
                </a:lnTo>
                <a:lnTo>
                  <a:pt x="45342" y="31919"/>
                </a:lnTo>
                <a:lnTo>
                  <a:pt x="45388" y="31908"/>
                </a:lnTo>
                <a:lnTo>
                  <a:pt x="45433" y="31885"/>
                </a:lnTo>
                <a:lnTo>
                  <a:pt x="45468" y="31862"/>
                </a:lnTo>
                <a:lnTo>
                  <a:pt x="45490" y="31828"/>
                </a:lnTo>
                <a:lnTo>
                  <a:pt x="45513" y="31783"/>
                </a:lnTo>
                <a:lnTo>
                  <a:pt x="45524" y="31749"/>
                </a:lnTo>
                <a:lnTo>
                  <a:pt x="45524" y="31703"/>
                </a:lnTo>
                <a:lnTo>
                  <a:pt x="45524" y="31658"/>
                </a:lnTo>
                <a:lnTo>
                  <a:pt x="45513" y="31612"/>
                </a:lnTo>
                <a:lnTo>
                  <a:pt x="47492" y="30463"/>
                </a:lnTo>
                <a:lnTo>
                  <a:pt x="47526" y="30509"/>
                </a:lnTo>
                <a:lnTo>
                  <a:pt x="47572" y="30543"/>
                </a:lnTo>
                <a:lnTo>
                  <a:pt x="47618" y="30554"/>
                </a:lnTo>
                <a:lnTo>
                  <a:pt x="47674" y="30566"/>
                </a:lnTo>
                <a:lnTo>
                  <a:pt x="47709" y="30566"/>
                </a:lnTo>
                <a:lnTo>
                  <a:pt x="47754" y="30543"/>
                </a:lnTo>
                <a:lnTo>
                  <a:pt x="47788" y="30532"/>
                </a:lnTo>
                <a:lnTo>
                  <a:pt x="47822" y="30497"/>
                </a:lnTo>
                <a:lnTo>
                  <a:pt x="47845" y="30475"/>
                </a:lnTo>
                <a:lnTo>
                  <a:pt x="47868" y="30429"/>
                </a:lnTo>
                <a:lnTo>
                  <a:pt x="47879" y="30395"/>
                </a:lnTo>
                <a:lnTo>
                  <a:pt x="47879" y="30350"/>
                </a:lnTo>
                <a:lnTo>
                  <a:pt x="47879" y="30315"/>
                </a:lnTo>
                <a:lnTo>
                  <a:pt x="47868" y="30270"/>
                </a:lnTo>
                <a:lnTo>
                  <a:pt x="47856" y="30236"/>
                </a:lnTo>
                <a:lnTo>
                  <a:pt x="47834" y="30213"/>
                </a:lnTo>
                <a:lnTo>
                  <a:pt x="47765" y="30168"/>
                </a:lnTo>
                <a:lnTo>
                  <a:pt x="47731" y="30145"/>
                </a:lnTo>
                <a:lnTo>
                  <a:pt x="47697" y="30145"/>
                </a:lnTo>
                <a:lnTo>
                  <a:pt x="47697" y="27813"/>
                </a:lnTo>
                <a:lnTo>
                  <a:pt x="47731" y="27801"/>
                </a:lnTo>
                <a:lnTo>
                  <a:pt x="47777" y="27790"/>
                </a:lnTo>
                <a:lnTo>
                  <a:pt x="47800" y="27767"/>
                </a:lnTo>
                <a:lnTo>
                  <a:pt x="47834" y="27733"/>
                </a:lnTo>
                <a:lnTo>
                  <a:pt x="47856" y="27710"/>
                </a:lnTo>
                <a:lnTo>
                  <a:pt x="47879" y="27676"/>
                </a:lnTo>
                <a:lnTo>
                  <a:pt x="47879" y="27631"/>
                </a:lnTo>
                <a:lnTo>
                  <a:pt x="47891" y="27597"/>
                </a:lnTo>
                <a:lnTo>
                  <a:pt x="47879" y="27551"/>
                </a:lnTo>
                <a:lnTo>
                  <a:pt x="47868" y="27506"/>
                </a:lnTo>
                <a:lnTo>
                  <a:pt x="47856" y="27472"/>
                </a:lnTo>
                <a:lnTo>
                  <a:pt x="47822" y="27437"/>
                </a:lnTo>
                <a:lnTo>
                  <a:pt x="47788" y="27415"/>
                </a:lnTo>
                <a:lnTo>
                  <a:pt x="47754" y="27392"/>
                </a:lnTo>
                <a:lnTo>
                  <a:pt x="47709" y="27381"/>
                </a:lnTo>
                <a:lnTo>
                  <a:pt x="47618" y="27381"/>
                </a:lnTo>
                <a:lnTo>
                  <a:pt x="47572" y="27403"/>
                </a:lnTo>
                <a:lnTo>
                  <a:pt x="47526" y="27426"/>
                </a:lnTo>
                <a:lnTo>
                  <a:pt x="47492" y="27472"/>
                </a:lnTo>
                <a:lnTo>
                  <a:pt x="45490" y="26311"/>
                </a:lnTo>
                <a:lnTo>
                  <a:pt x="45502" y="26243"/>
                </a:lnTo>
                <a:lnTo>
                  <a:pt x="45502" y="26209"/>
                </a:lnTo>
                <a:lnTo>
                  <a:pt x="45490" y="26163"/>
                </a:lnTo>
                <a:lnTo>
                  <a:pt x="45468" y="26129"/>
                </a:lnTo>
                <a:lnTo>
                  <a:pt x="45445" y="26106"/>
                </a:lnTo>
                <a:lnTo>
                  <a:pt x="45411" y="26072"/>
                </a:lnTo>
                <a:lnTo>
                  <a:pt x="45377" y="26061"/>
                </a:lnTo>
                <a:lnTo>
                  <a:pt x="45342" y="26050"/>
                </a:lnTo>
                <a:lnTo>
                  <a:pt x="45297" y="26038"/>
                </a:lnTo>
                <a:lnTo>
                  <a:pt x="45263" y="26050"/>
                </a:lnTo>
                <a:lnTo>
                  <a:pt x="45217" y="26061"/>
                </a:lnTo>
                <a:lnTo>
                  <a:pt x="45183" y="26072"/>
                </a:lnTo>
                <a:lnTo>
                  <a:pt x="45160" y="26106"/>
                </a:lnTo>
                <a:lnTo>
                  <a:pt x="45126" y="26129"/>
                </a:lnTo>
                <a:lnTo>
                  <a:pt x="45115" y="26163"/>
                </a:lnTo>
                <a:lnTo>
                  <a:pt x="45104" y="26209"/>
                </a:lnTo>
                <a:lnTo>
                  <a:pt x="45092" y="26243"/>
                </a:lnTo>
                <a:lnTo>
                  <a:pt x="45104" y="26277"/>
                </a:lnTo>
                <a:lnTo>
                  <a:pt x="45115" y="26311"/>
                </a:lnTo>
                <a:lnTo>
                  <a:pt x="43079" y="27494"/>
                </a:lnTo>
                <a:lnTo>
                  <a:pt x="43045" y="27460"/>
                </a:lnTo>
                <a:lnTo>
                  <a:pt x="43010" y="27437"/>
                </a:lnTo>
                <a:lnTo>
                  <a:pt x="42976" y="27415"/>
                </a:lnTo>
                <a:lnTo>
                  <a:pt x="42885" y="27415"/>
                </a:lnTo>
                <a:lnTo>
                  <a:pt x="42851" y="27437"/>
                </a:lnTo>
                <a:lnTo>
                  <a:pt x="42817" y="27460"/>
                </a:lnTo>
                <a:lnTo>
                  <a:pt x="42783" y="27483"/>
                </a:lnTo>
                <a:lnTo>
                  <a:pt x="40781" y="26334"/>
                </a:lnTo>
                <a:lnTo>
                  <a:pt x="40792" y="26288"/>
                </a:lnTo>
                <a:lnTo>
                  <a:pt x="40792" y="26243"/>
                </a:lnTo>
                <a:lnTo>
                  <a:pt x="40792" y="26197"/>
                </a:lnTo>
                <a:lnTo>
                  <a:pt x="40781" y="26152"/>
                </a:lnTo>
                <a:lnTo>
                  <a:pt x="40758" y="26106"/>
                </a:lnTo>
                <a:lnTo>
                  <a:pt x="40724" y="26072"/>
                </a:lnTo>
                <a:lnTo>
                  <a:pt x="40690" y="26050"/>
                </a:lnTo>
                <a:lnTo>
                  <a:pt x="40656" y="26027"/>
                </a:lnTo>
                <a:lnTo>
                  <a:pt x="40610" y="26015"/>
                </a:lnTo>
                <a:lnTo>
                  <a:pt x="40565" y="26004"/>
                </a:lnTo>
                <a:lnTo>
                  <a:pt x="40508" y="26015"/>
                </a:lnTo>
                <a:lnTo>
                  <a:pt x="40462" y="26027"/>
                </a:lnTo>
                <a:lnTo>
                  <a:pt x="40428" y="26050"/>
                </a:lnTo>
                <a:lnTo>
                  <a:pt x="40394" y="26072"/>
                </a:lnTo>
                <a:lnTo>
                  <a:pt x="40360" y="26106"/>
                </a:lnTo>
                <a:lnTo>
                  <a:pt x="40337" y="26152"/>
                </a:lnTo>
                <a:lnTo>
                  <a:pt x="40326" y="26197"/>
                </a:lnTo>
                <a:lnTo>
                  <a:pt x="40326" y="26243"/>
                </a:lnTo>
                <a:lnTo>
                  <a:pt x="40326" y="26288"/>
                </a:lnTo>
                <a:lnTo>
                  <a:pt x="40337" y="26334"/>
                </a:lnTo>
                <a:lnTo>
                  <a:pt x="38392" y="27460"/>
                </a:lnTo>
                <a:lnTo>
                  <a:pt x="38358" y="27415"/>
                </a:lnTo>
                <a:lnTo>
                  <a:pt x="38312" y="27381"/>
                </a:lnTo>
                <a:lnTo>
                  <a:pt x="38256" y="27358"/>
                </a:lnTo>
                <a:lnTo>
                  <a:pt x="38187" y="27346"/>
                </a:lnTo>
                <a:lnTo>
                  <a:pt x="38130" y="27358"/>
                </a:lnTo>
                <a:lnTo>
                  <a:pt x="38074" y="27381"/>
                </a:lnTo>
                <a:lnTo>
                  <a:pt x="38028" y="27415"/>
                </a:lnTo>
                <a:lnTo>
                  <a:pt x="37983" y="27449"/>
                </a:lnTo>
                <a:lnTo>
                  <a:pt x="36037" y="26323"/>
                </a:lnTo>
                <a:lnTo>
                  <a:pt x="36037" y="26288"/>
                </a:lnTo>
                <a:lnTo>
                  <a:pt x="36049" y="26243"/>
                </a:lnTo>
                <a:lnTo>
                  <a:pt x="36037" y="26197"/>
                </a:lnTo>
                <a:lnTo>
                  <a:pt x="36026" y="26152"/>
                </a:lnTo>
                <a:lnTo>
                  <a:pt x="36003" y="26118"/>
                </a:lnTo>
                <a:lnTo>
                  <a:pt x="35980" y="26084"/>
                </a:lnTo>
                <a:lnTo>
                  <a:pt x="35946" y="26061"/>
                </a:lnTo>
                <a:lnTo>
                  <a:pt x="35912" y="26038"/>
                </a:lnTo>
                <a:lnTo>
                  <a:pt x="35867" y="26027"/>
                </a:lnTo>
                <a:lnTo>
                  <a:pt x="35821" y="26015"/>
                </a:lnTo>
                <a:lnTo>
                  <a:pt x="35776" y="26027"/>
                </a:lnTo>
                <a:lnTo>
                  <a:pt x="35730" y="26038"/>
                </a:lnTo>
                <a:lnTo>
                  <a:pt x="35696" y="26061"/>
                </a:lnTo>
                <a:lnTo>
                  <a:pt x="35662" y="26084"/>
                </a:lnTo>
                <a:lnTo>
                  <a:pt x="35628" y="26118"/>
                </a:lnTo>
                <a:lnTo>
                  <a:pt x="35605" y="26152"/>
                </a:lnTo>
                <a:lnTo>
                  <a:pt x="35594" y="26197"/>
                </a:lnTo>
                <a:lnTo>
                  <a:pt x="35594" y="26243"/>
                </a:lnTo>
                <a:lnTo>
                  <a:pt x="35594" y="26288"/>
                </a:lnTo>
                <a:lnTo>
                  <a:pt x="35605" y="26323"/>
                </a:lnTo>
                <a:lnTo>
                  <a:pt x="33603" y="27483"/>
                </a:lnTo>
                <a:lnTo>
                  <a:pt x="33569" y="27449"/>
                </a:lnTo>
                <a:lnTo>
                  <a:pt x="33535" y="27426"/>
                </a:lnTo>
                <a:lnTo>
                  <a:pt x="33501" y="27415"/>
                </a:lnTo>
                <a:lnTo>
                  <a:pt x="33455" y="27403"/>
                </a:lnTo>
                <a:lnTo>
                  <a:pt x="33410" y="27403"/>
                </a:lnTo>
                <a:lnTo>
                  <a:pt x="33376" y="27415"/>
                </a:lnTo>
                <a:lnTo>
                  <a:pt x="33341" y="27437"/>
                </a:lnTo>
                <a:lnTo>
                  <a:pt x="33319" y="27460"/>
                </a:lnTo>
                <a:lnTo>
                  <a:pt x="33296" y="27483"/>
                </a:lnTo>
                <a:lnTo>
                  <a:pt x="33273" y="27517"/>
                </a:lnTo>
                <a:lnTo>
                  <a:pt x="33262" y="27551"/>
                </a:lnTo>
                <a:lnTo>
                  <a:pt x="33262" y="27597"/>
                </a:lnTo>
                <a:lnTo>
                  <a:pt x="33273" y="27665"/>
                </a:lnTo>
                <a:lnTo>
                  <a:pt x="33307" y="27722"/>
                </a:lnTo>
                <a:lnTo>
                  <a:pt x="33364" y="27756"/>
                </a:lnTo>
                <a:lnTo>
                  <a:pt x="33432" y="27779"/>
                </a:lnTo>
                <a:lnTo>
                  <a:pt x="33432" y="30099"/>
                </a:lnTo>
                <a:lnTo>
                  <a:pt x="33376" y="30099"/>
                </a:lnTo>
                <a:lnTo>
                  <a:pt x="33330" y="30122"/>
                </a:lnTo>
                <a:lnTo>
                  <a:pt x="33296" y="30145"/>
                </a:lnTo>
                <a:lnTo>
                  <a:pt x="33262" y="30179"/>
                </a:lnTo>
                <a:lnTo>
                  <a:pt x="33228" y="30213"/>
                </a:lnTo>
                <a:lnTo>
                  <a:pt x="33205" y="30259"/>
                </a:lnTo>
                <a:lnTo>
                  <a:pt x="33193" y="30304"/>
                </a:lnTo>
                <a:lnTo>
                  <a:pt x="33193" y="30350"/>
                </a:lnTo>
                <a:lnTo>
                  <a:pt x="33193" y="30406"/>
                </a:lnTo>
                <a:lnTo>
                  <a:pt x="33216" y="30452"/>
                </a:lnTo>
                <a:lnTo>
                  <a:pt x="33239" y="30497"/>
                </a:lnTo>
                <a:lnTo>
                  <a:pt x="33262" y="30532"/>
                </a:lnTo>
                <a:lnTo>
                  <a:pt x="33307" y="30566"/>
                </a:lnTo>
                <a:lnTo>
                  <a:pt x="33353" y="30588"/>
                </a:lnTo>
                <a:lnTo>
                  <a:pt x="33398" y="30600"/>
                </a:lnTo>
                <a:lnTo>
                  <a:pt x="33455" y="30611"/>
                </a:lnTo>
                <a:lnTo>
                  <a:pt x="33512" y="30600"/>
                </a:lnTo>
                <a:lnTo>
                  <a:pt x="33580" y="30577"/>
                </a:lnTo>
                <a:lnTo>
                  <a:pt x="33626" y="30543"/>
                </a:lnTo>
                <a:lnTo>
                  <a:pt x="33671" y="30486"/>
                </a:lnTo>
                <a:lnTo>
                  <a:pt x="35628" y="31624"/>
                </a:lnTo>
                <a:lnTo>
                  <a:pt x="35616" y="31658"/>
                </a:lnTo>
                <a:lnTo>
                  <a:pt x="35605" y="31703"/>
                </a:lnTo>
                <a:lnTo>
                  <a:pt x="35616" y="31737"/>
                </a:lnTo>
                <a:lnTo>
                  <a:pt x="35628" y="31771"/>
                </a:lnTo>
                <a:lnTo>
                  <a:pt x="35639" y="31806"/>
                </a:lnTo>
                <a:lnTo>
                  <a:pt x="35662" y="31840"/>
                </a:lnTo>
                <a:lnTo>
                  <a:pt x="35696" y="31862"/>
                </a:lnTo>
                <a:lnTo>
                  <a:pt x="35730" y="31885"/>
                </a:lnTo>
                <a:lnTo>
                  <a:pt x="35764" y="31897"/>
                </a:lnTo>
                <a:lnTo>
                  <a:pt x="35798" y="31908"/>
                </a:lnTo>
                <a:lnTo>
                  <a:pt x="35798" y="34206"/>
                </a:lnTo>
                <a:lnTo>
                  <a:pt x="35753" y="34217"/>
                </a:lnTo>
                <a:lnTo>
                  <a:pt x="35707" y="34229"/>
                </a:lnTo>
                <a:lnTo>
                  <a:pt x="35673" y="34251"/>
                </a:lnTo>
                <a:lnTo>
                  <a:pt x="35639" y="34285"/>
                </a:lnTo>
                <a:lnTo>
                  <a:pt x="35605" y="34320"/>
                </a:lnTo>
                <a:lnTo>
                  <a:pt x="35582" y="34365"/>
                </a:lnTo>
                <a:lnTo>
                  <a:pt x="35571" y="34411"/>
                </a:lnTo>
                <a:lnTo>
                  <a:pt x="35571" y="34456"/>
                </a:lnTo>
                <a:lnTo>
                  <a:pt x="35571" y="34502"/>
                </a:lnTo>
                <a:lnTo>
                  <a:pt x="35582" y="34558"/>
                </a:lnTo>
                <a:lnTo>
                  <a:pt x="33637" y="35685"/>
                </a:lnTo>
                <a:lnTo>
                  <a:pt x="33603" y="35639"/>
                </a:lnTo>
                <a:lnTo>
                  <a:pt x="33558" y="35605"/>
                </a:lnTo>
                <a:lnTo>
                  <a:pt x="33501" y="35594"/>
                </a:lnTo>
                <a:lnTo>
                  <a:pt x="33455" y="35582"/>
                </a:lnTo>
                <a:lnTo>
                  <a:pt x="33398" y="35594"/>
                </a:lnTo>
                <a:lnTo>
                  <a:pt x="33341" y="35605"/>
                </a:lnTo>
                <a:lnTo>
                  <a:pt x="33307" y="35639"/>
                </a:lnTo>
                <a:lnTo>
                  <a:pt x="33273" y="35685"/>
                </a:lnTo>
                <a:lnTo>
                  <a:pt x="31305" y="34547"/>
                </a:lnTo>
                <a:lnTo>
                  <a:pt x="31317" y="34502"/>
                </a:lnTo>
                <a:lnTo>
                  <a:pt x="31328" y="34456"/>
                </a:lnTo>
                <a:lnTo>
                  <a:pt x="31317" y="34411"/>
                </a:lnTo>
                <a:lnTo>
                  <a:pt x="31305" y="34365"/>
                </a:lnTo>
                <a:lnTo>
                  <a:pt x="31282" y="34331"/>
                </a:lnTo>
                <a:lnTo>
                  <a:pt x="31260" y="34285"/>
                </a:lnTo>
                <a:lnTo>
                  <a:pt x="31226" y="34263"/>
                </a:lnTo>
                <a:lnTo>
                  <a:pt x="31191" y="34240"/>
                </a:lnTo>
                <a:lnTo>
                  <a:pt x="31146" y="34217"/>
                </a:lnTo>
                <a:lnTo>
                  <a:pt x="31100" y="34217"/>
                </a:lnTo>
                <a:lnTo>
                  <a:pt x="31100" y="31862"/>
                </a:lnTo>
                <a:lnTo>
                  <a:pt x="31157" y="31840"/>
                </a:lnTo>
                <a:lnTo>
                  <a:pt x="31203" y="31806"/>
                </a:lnTo>
                <a:lnTo>
                  <a:pt x="31237" y="31760"/>
                </a:lnTo>
                <a:lnTo>
                  <a:pt x="31248" y="31703"/>
                </a:lnTo>
                <a:lnTo>
                  <a:pt x="31248" y="31669"/>
                </a:lnTo>
                <a:lnTo>
                  <a:pt x="31237" y="31635"/>
                </a:lnTo>
                <a:lnTo>
                  <a:pt x="31203" y="31578"/>
                </a:lnTo>
                <a:lnTo>
                  <a:pt x="31146" y="31544"/>
                </a:lnTo>
                <a:lnTo>
                  <a:pt x="31112" y="31533"/>
                </a:lnTo>
                <a:lnTo>
                  <a:pt x="31044" y="31533"/>
                </a:lnTo>
                <a:lnTo>
                  <a:pt x="30998" y="31555"/>
                </a:lnTo>
                <a:lnTo>
                  <a:pt x="30975" y="31567"/>
                </a:lnTo>
                <a:lnTo>
                  <a:pt x="30941" y="31601"/>
                </a:lnTo>
                <a:lnTo>
                  <a:pt x="28905" y="30429"/>
                </a:lnTo>
                <a:lnTo>
                  <a:pt x="28916" y="30384"/>
                </a:lnTo>
                <a:lnTo>
                  <a:pt x="28916" y="30350"/>
                </a:lnTo>
                <a:lnTo>
                  <a:pt x="28916" y="30315"/>
                </a:lnTo>
                <a:lnTo>
                  <a:pt x="28905" y="30270"/>
                </a:lnTo>
                <a:lnTo>
                  <a:pt x="28894" y="30236"/>
                </a:lnTo>
                <a:lnTo>
                  <a:pt x="28871" y="30213"/>
                </a:lnTo>
                <a:lnTo>
                  <a:pt x="28803" y="30168"/>
                </a:lnTo>
                <a:lnTo>
                  <a:pt x="28768" y="30156"/>
                </a:lnTo>
                <a:lnTo>
                  <a:pt x="28734" y="30145"/>
                </a:lnTo>
                <a:lnTo>
                  <a:pt x="28734" y="27813"/>
                </a:lnTo>
                <a:lnTo>
                  <a:pt x="28768" y="27801"/>
                </a:lnTo>
                <a:lnTo>
                  <a:pt x="28814" y="27790"/>
                </a:lnTo>
                <a:lnTo>
                  <a:pt x="28848" y="27767"/>
                </a:lnTo>
                <a:lnTo>
                  <a:pt x="28871" y="27745"/>
                </a:lnTo>
                <a:lnTo>
                  <a:pt x="28894" y="27710"/>
                </a:lnTo>
                <a:lnTo>
                  <a:pt x="28916" y="27676"/>
                </a:lnTo>
                <a:lnTo>
                  <a:pt x="28928" y="27631"/>
                </a:lnTo>
                <a:lnTo>
                  <a:pt x="28928" y="27597"/>
                </a:lnTo>
                <a:lnTo>
                  <a:pt x="28928" y="27551"/>
                </a:lnTo>
                <a:lnTo>
                  <a:pt x="28916" y="27506"/>
                </a:lnTo>
                <a:lnTo>
                  <a:pt x="28894" y="27472"/>
                </a:lnTo>
                <a:lnTo>
                  <a:pt x="28859" y="27437"/>
                </a:lnTo>
                <a:lnTo>
                  <a:pt x="28837" y="27415"/>
                </a:lnTo>
                <a:lnTo>
                  <a:pt x="28791" y="27392"/>
                </a:lnTo>
                <a:lnTo>
                  <a:pt x="28757" y="27381"/>
                </a:lnTo>
                <a:lnTo>
                  <a:pt x="28712" y="27369"/>
                </a:lnTo>
                <a:lnTo>
                  <a:pt x="28655" y="27381"/>
                </a:lnTo>
                <a:lnTo>
                  <a:pt x="28609" y="27403"/>
                </a:lnTo>
                <a:lnTo>
                  <a:pt x="28564" y="27426"/>
                </a:lnTo>
                <a:lnTo>
                  <a:pt x="28530" y="27472"/>
                </a:lnTo>
                <a:lnTo>
                  <a:pt x="26528" y="26311"/>
                </a:lnTo>
                <a:lnTo>
                  <a:pt x="26539" y="26243"/>
                </a:lnTo>
                <a:lnTo>
                  <a:pt x="26528" y="26209"/>
                </a:lnTo>
                <a:lnTo>
                  <a:pt x="26516" y="26175"/>
                </a:lnTo>
                <a:lnTo>
                  <a:pt x="26482" y="26118"/>
                </a:lnTo>
                <a:lnTo>
                  <a:pt x="26425" y="26072"/>
                </a:lnTo>
                <a:lnTo>
                  <a:pt x="26368" y="26050"/>
                </a:lnTo>
                <a:lnTo>
                  <a:pt x="26368" y="23740"/>
                </a:lnTo>
                <a:lnTo>
                  <a:pt x="26414" y="23729"/>
                </a:lnTo>
                <a:lnTo>
                  <a:pt x="26448" y="23706"/>
                </a:lnTo>
                <a:lnTo>
                  <a:pt x="26493" y="23684"/>
                </a:lnTo>
                <a:lnTo>
                  <a:pt x="26528" y="23661"/>
                </a:lnTo>
                <a:lnTo>
                  <a:pt x="26550" y="23627"/>
                </a:lnTo>
                <a:lnTo>
                  <a:pt x="26573" y="23581"/>
                </a:lnTo>
                <a:lnTo>
                  <a:pt x="26584" y="23536"/>
                </a:lnTo>
                <a:lnTo>
                  <a:pt x="26584" y="23490"/>
                </a:lnTo>
                <a:lnTo>
                  <a:pt x="26584" y="23433"/>
                </a:lnTo>
                <a:lnTo>
                  <a:pt x="26573" y="23388"/>
                </a:lnTo>
                <a:lnTo>
                  <a:pt x="28507" y="22262"/>
                </a:lnTo>
                <a:lnTo>
                  <a:pt x="28552" y="22307"/>
                </a:lnTo>
                <a:lnTo>
                  <a:pt x="28598" y="22353"/>
                </a:lnTo>
                <a:lnTo>
                  <a:pt x="28643" y="22375"/>
                </a:lnTo>
                <a:lnTo>
                  <a:pt x="28712" y="22375"/>
                </a:lnTo>
                <a:lnTo>
                  <a:pt x="28768" y="22364"/>
                </a:lnTo>
                <a:lnTo>
                  <a:pt x="28825" y="22353"/>
                </a:lnTo>
                <a:lnTo>
                  <a:pt x="28871" y="22307"/>
                </a:lnTo>
                <a:lnTo>
                  <a:pt x="28905" y="22262"/>
                </a:lnTo>
                <a:lnTo>
                  <a:pt x="30907" y="23422"/>
                </a:lnTo>
                <a:lnTo>
                  <a:pt x="30896" y="23456"/>
                </a:lnTo>
                <a:lnTo>
                  <a:pt x="30884" y="23490"/>
                </a:lnTo>
                <a:lnTo>
                  <a:pt x="30896" y="23524"/>
                </a:lnTo>
                <a:lnTo>
                  <a:pt x="30907" y="23558"/>
                </a:lnTo>
                <a:lnTo>
                  <a:pt x="30918" y="23593"/>
                </a:lnTo>
                <a:lnTo>
                  <a:pt x="30941" y="23627"/>
                </a:lnTo>
                <a:lnTo>
                  <a:pt x="30975" y="23649"/>
                </a:lnTo>
                <a:lnTo>
                  <a:pt x="31009" y="23661"/>
                </a:lnTo>
                <a:lnTo>
                  <a:pt x="31044" y="23672"/>
                </a:lnTo>
                <a:lnTo>
                  <a:pt x="31078" y="23684"/>
                </a:lnTo>
                <a:lnTo>
                  <a:pt x="31123" y="23672"/>
                </a:lnTo>
                <a:lnTo>
                  <a:pt x="31157" y="23661"/>
                </a:lnTo>
                <a:lnTo>
                  <a:pt x="31191" y="23649"/>
                </a:lnTo>
                <a:lnTo>
                  <a:pt x="31214" y="23627"/>
                </a:lnTo>
                <a:lnTo>
                  <a:pt x="31237" y="23593"/>
                </a:lnTo>
                <a:lnTo>
                  <a:pt x="31260" y="23558"/>
                </a:lnTo>
                <a:lnTo>
                  <a:pt x="31271" y="23524"/>
                </a:lnTo>
                <a:lnTo>
                  <a:pt x="31271" y="23490"/>
                </a:lnTo>
                <a:lnTo>
                  <a:pt x="31271" y="23456"/>
                </a:lnTo>
                <a:lnTo>
                  <a:pt x="31260" y="23422"/>
                </a:lnTo>
                <a:lnTo>
                  <a:pt x="33239" y="22273"/>
                </a:lnTo>
                <a:lnTo>
                  <a:pt x="33273" y="22318"/>
                </a:lnTo>
                <a:lnTo>
                  <a:pt x="33330" y="22364"/>
                </a:lnTo>
                <a:lnTo>
                  <a:pt x="33387" y="22387"/>
                </a:lnTo>
                <a:lnTo>
                  <a:pt x="33455" y="22398"/>
                </a:lnTo>
                <a:lnTo>
                  <a:pt x="33512" y="22387"/>
                </a:lnTo>
                <a:lnTo>
                  <a:pt x="33569" y="22364"/>
                </a:lnTo>
                <a:lnTo>
                  <a:pt x="33626" y="22318"/>
                </a:lnTo>
                <a:lnTo>
                  <a:pt x="33660" y="22273"/>
                </a:lnTo>
                <a:lnTo>
                  <a:pt x="35616" y="23399"/>
                </a:lnTo>
                <a:lnTo>
                  <a:pt x="35605" y="23445"/>
                </a:lnTo>
                <a:lnTo>
                  <a:pt x="35605" y="23490"/>
                </a:lnTo>
                <a:lnTo>
                  <a:pt x="35605" y="23536"/>
                </a:lnTo>
                <a:lnTo>
                  <a:pt x="35616" y="23570"/>
                </a:lnTo>
                <a:lnTo>
                  <a:pt x="35639" y="23604"/>
                </a:lnTo>
                <a:lnTo>
                  <a:pt x="35662" y="23638"/>
                </a:lnTo>
                <a:lnTo>
                  <a:pt x="35696" y="23672"/>
                </a:lnTo>
                <a:lnTo>
                  <a:pt x="35730" y="23684"/>
                </a:lnTo>
                <a:lnTo>
                  <a:pt x="35776" y="23695"/>
                </a:lnTo>
                <a:lnTo>
                  <a:pt x="35821" y="23706"/>
                </a:lnTo>
                <a:lnTo>
                  <a:pt x="35867" y="23695"/>
                </a:lnTo>
                <a:lnTo>
                  <a:pt x="35901" y="23684"/>
                </a:lnTo>
                <a:lnTo>
                  <a:pt x="35946" y="23672"/>
                </a:lnTo>
                <a:lnTo>
                  <a:pt x="35969" y="23638"/>
                </a:lnTo>
                <a:lnTo>
                  <a:pt x="36003" y="23604"/>
                </a:lnTo>
                <a:lnTo>
                  <a:pt x="36015" y="23570"/>
                </a:lnTo>
                <a:lnTo>
                  <a:pt x="36037" y="23536"/>
                </a:lnTo>
                <a:lnTo>
                  <a:pt x="36037" y="23490"/>
                </a:lnTo>
                <a:lnTo>
                  <a:pt x="36037" y="23445"/>
                </a:lnTo>
                <a:lnTo>
                  <a:pt x="36015" y="23411"/>
                </a:lnTo>
                <a:lnTo>
                  <a:pt x="38028" y="22239"/>
                </a:lnTo>
                <a:lnTo>
                  <a:pt x="38062" y="22284"/>
                </a:lnTo>
                <a:lnTo>
                  <a:pt x="38096" y="22307"/>
                </a:lnTo>
                <a:lnTo>
                  <a:pt x="38142" y="22318"/>
                </a:lnTo>
                <a:lnTo>
                  <a:pt x="38187" y="22330"/>
                </a:lnTo>
                <a:lnTo>
                  <a:pt x="38233" y="22330"/>
                </a:lnTo>
                <a:lnTo>
                  <a:pt x="38267" y="22318"/>
                </a:lnTo>
                <a:lnTo>
                  <a:pt x="38290" y="22296"/>
                </a:lnTo>
                <a:lnTo>
                  <a:pt x="38324" y="22273"/>
                </a:lnTo>
                <a:lnTo>
                  <a:pt x="38347" y="22250"/>
                </a:lnTo>
                <a:lnTo>
                  <a:pt x="38358" y="22216"/>
                </a:lnTo>
                <a:lnTo>
                  <a:pt x="38369" y="22182"/>
                </a:lnTo>
                <a:lnTo>
                  <a:pt x="38381" y="22136"/>
                </a:lnTo>
                <a:lnTo>
                  <a:pt x="38369" y="22068"/>
                </a:lnTo>
                <a:lnTo>
                  <a:pt x="38335" y="22011"/>
                </a:lnTo>
                <a:lnTo>
                  <a:pt x="38278" y="21977"/>
                </a:lnTo>
                <a:lnTo>
                  <a:pt x="38210" y="21954"/>
                </a:lnTo>
                <a:lnTo>
                  <a:pt x="38210" y="19554"/>
                </a:lnTo>
                <a:lnTo>
                  <a:pt x="38278" y="19532"/>
                </a:lnTo>
                <a:lnTo>
                  <a:pt x="38324" y="19497"/>
                </a:lnTo>
                <a:lnTo>
                  <a:pt x="38347" y="19441"/>
                </a:lnTo>
                <a:lnTo>
                  <a:pt x="38358" y="19384"/>
                </a:lnTo>
                <a:lnTo>
                  <a:pt x="38358" y="19350"/>
                </a:lnTo>
                <a:lnTo>
                  <a:pt x="38347" y="19315"/>
                </a:lnTo>
                <a:lnTo>
                  <a:pt x="38312" y="19259"/>
                </a:lnTo>
                <a:lnTo>
                  <a:pt x="38256" y="19224"/>
                </a:lnTo>
                <a:lnTo>
                  <a:pt x="38221" y="19213"/>
                </a:lnTo>
                <a:lnTo>
                  <a:pt x="38153" y="19213"/>
                </a:lnTo>
                <a:lnTo>
                  <a:pt x="38119" y="19236"/>
                </a:lnTo>
                <a:lnTo>
                  <a:pt x="38085" y="19259"/>
                </a:lnTo>
                <a:lnTo>
                  <a:pt x="38051" y="19281"/>
                </a:lnTo>
                <a:lnTo>
                  <a:pt x="36049" y="18121"/>
                </a:lnTo>
                <a:lnTo>
                  <a:pt x="36060" y="18075"/>
                </a:lnTo>
                <a:lnTo>
                  <a:pt x="36071" y="18030"/>
                </a:lnTo>
                <a:lnTo>
                  <a:pt x="36060" y="17984"/>
                </a:lnTo>
                <a:lnTo>
                  <a:pt x="36049" y="17939"/>
                </a:lnTo>
                <a:lnTo>
                  <a:pt x="36026" y="17893"/>
                </a:lnTo>
                <a:lnTo>
                  <a:pt x="35992" y="17859"/>
                </a:lnTo>
                <a:lnTo>
                  <a:pt x="35958" y="17825"/>
                </a:lnTo>
                <a:lnTo>
                  <a:pt x="35912" y="17802"/>
                </a:lnTo>
                <a:lnTo>
                  <a:pt x="35867" y="17791"/>
                </a:lnTo>
                <a:lnTo>
                  <a:pt x="35764" y="17791"/>
                </a:lnTo>
                <a:lnTo>
                  <a:pt x="35719" y="17802"/>
                </a:lnTo>
                <a:lnTo>
                  <a:pt x="35685" y="17825"/>
                </a:lnTo>
                <a:lnTo>
                  <a:pt x="35651" y="17859"/>
                </a:lnTo>
                <a:lnTo>
                  <a:pt x="35616" y="17893"/>
                </a:lnTo>
                <a:lnTo>
                  <a:pt x="35594" y="17939"/>
                </a:lnTo>
                <a:lnTo>
                  <a:pt x="35582" y="17984"/>
                </a:lnTo>
                <a:lnTo>
                  <a:pt x="35571" y="18030"/>
                </a:lnTo>
                <a:lnTo>
                  <a:pt x="35582" y="18087"/>
                </a:lnTo>
                <a:lnTo>
                  <a:pt x="35594" y="18121"/>
                </a:lnTo>
                <a:lnTo>
                  <a:pt x="33671" y="19236"/>
                </a:lnTo>
                <a:lnTo>
                  <a:pt x="33626" y="19190"/>
                </a:lnTo>
                <a:lnTo>
                  <a:pt x="33569" y="19156"/>
                </a:lnTo>
                <a:lnTo>
                  <a:pt x="33512" y="19133"/>
                </a:lnTo>
                <a:lnTo>
                  <a:pt x="33455" y="19122"/>
                </a:lnTo>
                <a:lnTo>
                  <a:pt x="33387" y="19133"/>
                </a:lnTo>
                <a:lnTo>
                  <a:pt x="33330" y="19156"/>
                </a:lnTo>
                <a:lnTo>
                  <a:pt x="33273" y="19190"/>
                </a:lnTo>
                <a:lnTo>
                  <a:pt x="33239" y="19236"/>
                </a:lnTo>
                <a:lnTo>
                  <a:pt x="31317" y="18132"/>
                </a:lnTo>
                <a:lnTo>
                  <a:pt x="31339" y="18087"/>
                </a:lnTo>
                <a:lnTo>
                  <a:pt x="31339" y="18030"/>
                </a:lnTo>
                <a:lnTo>
                  <a:pt x="31328" y="17984"/>
                </a:lnTo>
                <a:lnTo>
                  <a:pt x="31317" y="17939"/>
                </a:lnTo>
                <a:lnTo>
                  <a:pt x="31294" y="17893"/>
                </a:lnTo>
                <a:lnTo>
                  <a:pt x="31260" y="17848"/>
                </a:lnTo>
                <a:lnTo>
                  <a:pt x="31226" y="17825"/>
                </a:lnTo>
                <a:lnTo>
                  <a:pt x="31180" y="17791"/>
                </a:lnTo>
                <a:lnTo>
                  <a:pt x="31135" y="17780"/>
                </a:lnTo>
                <a:lnTo>
                  <a:pt x="31032" y="17780"/>
                </a:lnTo>
                <a:lnTo>
                  <a:pt x="30975" y="17791"/>
                </a:lnTo>
                <a:lnTo>
                  <a:pt x="30930" y="17825"/>
                </a:lnTo>
                <a:lnTo>
                  <a:pt x="30896" y="17848"/>
                </a:lnTo>
                <a:lnTo>
                  <a:pt x="30862" y="17893"/>
                </a:lnTo>
                <a:lnTo>
                  <a:pt x="30839" y="17939"/>
                </a:lnTo>
                <a:lnTo>
                  <a:pt x="30827" y="17984"/>
                </a:lnTo>
                <a:lnTo>
                  <a:pt x="30816" y="18030"/>
                </a:lnTo>
                <a:lnTo>
                  <a:pt x="30827" y="18087"/>
                </a:lnTo>
                <a:lnTo>
                  <a:pt x="30839" y="18132"/>
                </a:lnTo>
                <a:lnTo>
                  <a:pt x="28916" y="19236"/>
                </a:lnTo>
                <a:lnTo>
                  <a:pt x="28882" y="19190"/>
                </a:lnTo>
                <a:lnTo>
                  <a:pt x="28825" y="19156"/>
                </a:lnTo>
                <a:lnTo>
                  <a:pt x="28768" y="19133"/>
                </a:lnTo>
                <a:lnTo>
                  <a:pt x="28643" y="19133"/>
                </a:lnTo>
                <a:lnTo>
                  <a:pt x="28586" y="19156"/>
                </a:lnTo>
                <a:lnTo>
                  <a:pt x="28541" y="19190"/>
                </a:lnTo>
                <a:lnTo>
                  <a:pt x="28495" y="19236"/>
                </a:lnTo>
                <a:lnTo>
                  <a:pt x="26573" y="18121"/>
                </a:lnTo>
                <a:lnTo>
                  <a:pt x="26584" y="18087"/>
                </a:lnTo>
                <a:lnTo>
                  <a:pt x="26584" y="18030"/>
                </a:lnTo>
                <a:lnTo>
                  <a:pt x="26584" y="17984"/>
                </a:lnTo>
                <a:lnTo>
                  <a:pt x="26573" y="17939"/>
                </a:lnTo>
                <a:lnTo>
                  <a:pt x="26550" y="17905"/>
                </a:lnTo>
                <a:lnTo>
                  <a:pt x="26528" y="17871"/>
                </a:lnTo>
                <a:lnTo>
                  <a:pt x="26493" y="17837"/>
                </a:lnTo>
                <a:lnTo>
                  <a:pt x="26448" y="17814"/>
                </a:lnTo>
                <a:lnTo>
                  <a:pt x="26414" y="17791"/>
                </a:lnTo>
                <a:lnTo>
                  <a:pt x="26368" y="17791"/>
                </a:lnTo>
                <a:lnTo>
                  <a:pt x="26368" y="15505"/>
                </a:lnTo>
                <a:lnTo>
                  <a:pt x="26402" y="15493"/>
                </a:lnTo>
                <a:lnTo>
                  <a:pt x="26448" y="15482"/>
                </a:lnTo>
                <a:lnTo>
                  <a:pt x="26482" y="15459"/>
                </a:lnTo>
                <a:lnTo>
                  <a:pt x="26505" y="15436"/>
                </a:lnTo>
                <a:lnTo>
                  <a:pt x="26539" y="15402"/>
                </a:lnTo>
                <a:lnTo>
                  <a:pt x="26550" y="15357"/>
                </a:lnTo>
                <a:lnTo>
                  <a:pt x="26562" y="15323"/>
                </a:lnTo>
                <a:lnTo>
                  <a:pt x="26573" y="15277"/>
                </a:lnTo>
                <a:lnTo>
                  <a:pt x="26562" y="15232"/>
                </a:lnTo>
                <a:lnTo>
                  <a:pt x="26550" y="15186"/>
                </a:lnTo>
                <a:lnTo>
                  <a:pt x="28564" y="14026"/>
                </a:lnTo>
                <a:lnTo>
                  <a:pt x="28598" y="14060"/>
                </a:lnTo>
                <a:lnTo>
                  <a:pt x="28632" y="14083"/>
                </a:lnTo>
                <a:lnTo>
                  <a:pt x="28666" y="14094"/>
                </a:lnTo>
                <a:lnTo>
                  <a:pt x="28712" y="14105"/>
                </a:lnTo>
                <a:lnTo>
                  <a:pt x="28757" y="14094"/>
                </a:lnTo>
                <a:lnTo>
                  <a:pt x="28791" y="14083"/>
                </a:lnTo>
                <a:lnTo>
                  <a:pt x="28825" y="14060"/>
                </a:lnTo>
                <a:lnTo>
                  <a:pt x="28848" y="14026"/>
                </a:lnTo>
                <a:lnTo>
                  <a:pt x="30839" y="15163"/>
                </a:lnTo>
                <a:lnTo>
                  <a:pt x="30827" y="15220"/>
                </a:lnTo>
                <a:lnTo>
                  <a:pt x="30816" y="15277"/>
                </a:lnTo>
                <a:lnTo>
                  <a:pt x="30816" y="15334"/>
                </a:lnTo>
                <a:lnTo>
                  <a:pt x="30839" y="15380"/>
                </a:lnTo>
                <a:lnTo>
                  <a:pt x="30862" y="15425"/>
                </a:lnTo>
                <a:lnTo>
                  <a:pt x="30896" y="15459"/>
                </a:lnTo>
                <a:lnTo>
                  <a:pt x="30930" y="15493"/>
                </a:lnTo>
                <a:lnTo>
                  <a:pt x="30975" y="15516"/>
                </a:lnTo>
                <a:lnTo>
                  <a:pt x="31021" y="15539"/>
                </a:lnTo>
                <a:lnTo>
                  <a:pt x="31135" y="15539"/>
                </a:lnTo>
                <a:lnTo>
                  <a:pt x="31180" y="15516"/>
                </a:lnTo>
                <a:lnTo>
                  <a:pt x="31226" y="15493"/>
                </a:lnTo>
                <a:lnTo>
                  <a:pt x="31271" y="15459"/>
                </a:lnTo>
                <a:lnTo>
                  <a:pt x="31294" y="15425"/>
                </a:lnTo>
                <a:lnTo>
                  <a:pt x="31328" y="15380"/>
                </a:lnTo>
                <a:lnTo>
                  <a:pt x="31339" y="15334"/>
                </a:lnTo>
                <a:lnTo>
                  <a:pt x="31339" y="15277"/>
                </a:lnTo>
                <a:lnTo>
                  <a:pt x="31339" y="15220"/>
                </a:lnTo>
                <a:lnTo>
                  <a:pt x="31317" y="15175"/>
                </a:lnTo>
                <a:lnTo>
                  <a:pt x="33228" y="14071"/>
                </a:lnTo>
                <a:lnTo>
                  <a:pt x="33262" y="14117"/>
                </a:lnTo>
                <a:lnTo>
                  <a:pt x="33319" y="14162"/>
                </a:lnTo>
                <a:lnTo>
                  <a:pt x="33376" y="14185"/>
                </a:lnTo>
                <a:lnTo>
                  <a:pt x="33455" y="14196"/>
                </a:lnTo>
                <a:lnTo>
                  <a:pt x="33501" y="14196"/>
                </a:lnTo>
                <a:lnTo>
                  <a:pt x="33558" y="14174"/>
                </a:lnTo>
                <a:lnTo>
                  <a:pt x="33603" y="14151"/>
                </a:lnTo>
                <a:lnTo>
                  <a:pt x="33637" y="14117"/>
                </a:lnTo>
                <a:lnTo>
                  <a:pt x="33671" y="14083"/>
                </a:lnTo>
                <a:lnTo>
                  <a:pt x="33694" y="14037"/>
                </a:lnTo>
                <a:lnTo>
                  <a:pt x="33705" y="13980"/>
                </a:lnTo>
                <a:lnTo>
                  <a:pt x="33717" y="13935"/>
                </a:lnTo>
                <a:lnTo>
                  <a:pt x="33705" y="13878"/>
                </a:lnTo>
                <a:lnTo>
                  <a:pt x="33694" y="13832"/>
                </a:lnTo>
                <a:lnTo>
                  <a:pt x="33671" y="13787"/>
                </a:lnTo>
                <a:lnTo>
                  <a:pt x="33649" y="13753"/>
                </a:lnTo>
                <a:lnTo>
                  <a:pt x="33614" y="13719"/>
                </a:lnTo>
                <a:lnTo>
                  <a:pt x="33569" y="13696"/>
                </a:lnTo>
                <a:lnTo>
                  <a:pt x="33523" y="13673"/>
                </a:lnTo>
                <a:lnTo>
                  <a:pt x="33478" y="13662"/>
                </a:lnTo>
                <a:lnTo>
                  <a:pt x="33478" y="11375"/>
                </a:lnTo>
                <a:lnTo>
                  <a:pt x="33546" y="11353"/>
                </a:lnTo>
                <a:lnTo>
                  <a:pt x="33603" y="11307"/>
                </a:lnTo>
                <a:lnTo>
                  <a:pt x="33637" y="11250"/>
                </a:lnTo>
                <a:lnTo>
                  <a:pt x="33649" y="11216"/>
                </a:lnTo>
                <a:lnTo>
                  <a:pt x="33649" y="11171"/>
                </a:lnTo>
                <a:lnTo>
                  <a:pt x="33649" y="11136"/>
                </a:lnTo>
                <a:lnTo>
                  <a:pt x="33637" y="11091"/>
                </a:lnTo>
                <a:lnTo>
                  <a:pt x="33614" y="11057"/>
                </a:lnTo>
                <a:lnTo>
                  <a:pt x="33592" y="11034"/>
                </a:lnTo>
                <a:lnTo>
                  <a:pt x="33558" y="11000"/>
                </a:lnTo>
                <a:lnTo>
                  <a:pt x="33523" y="10989"/>
                </a:lnTo>
                <a:lnTo>
                  <a:pt x="33489" y="10977"/>
                </a:lnTo>
                <a:lnTo>
                  <a:pt x="33455" y="10966"/>
                </a:lnTo>
                <a:lnTo>
                  <a:pt x="33398" y="10977"/>
                </a:lnTo>
                <a:lnTo>
                  <a:pt x="33353" y="10989"/>
                </a:lnTo>
                <a:lnTo>
                  <a:pt x="33319" y="11023"/>
                </a:lnTo>
                <a:lnTo>
                  <a:pt x="33285" y="11057"/>
                </a:lnTo>
                <a:lnTo>
                  <a:pt x="31271" y="9897"/>
                </a:lnTo>
                <a:lnTo>
                  <a:pt x="31282" y="9828"/>
                </a:lnTo>
                <a:lnTo>
                  <a:pt x="31282" y="9783"/>
                </a:lnTo>
                <a:lnTo>
                  <a:pt x="31271" y="9749"/>
                </a:lnTo>
                <a:lnTo>
                  <a:pt x="31237" y="9692"/>
                </a:lnTo>
                <a:lnTo>
                  <a:pt x="31180" y="9646"/>
                </a:lnTo>
                <a:lnTo>
                  <a:pt x="31146" y="9635"/>
                </a:lnTo>
                <a:lnTo>
                  <a:pt x="31100" y="9624"/>
                </a:lnTo>
                <a:lnTo>
                  <a:pt x="31100" y="7269"/>
                </a:lnTo>
                <a:lnTo>
                  <a:pt x="31146" y="7257"/>
                </a:lnTo>
                <a:lnTo>
                  <a:pt x="31180" y="7246"/>
                </a:lnTo>
                <a:lnTo>
                  <a:pt x="31237" y="7201"/>
                </a:lnTo>
                <a:lnTo>
                  <a:pt x="31271" y="7144"/>
                </a:lnTo>
                <a:lnTo>
                  <a:pt x="31282" y="7110"/>
                </a:lnTo>
                <a:lnTo>
                  <a:pt x="31282" y="7064"/>
                </a:lnTo>
                <a:lnTo>
                  <a:pt x="31282" y="7030"/>
                </a:lnTo>
                <a:lnTo>
                  <a:pt x="31271" y="6984"/>
                </a:lnTo>
                <a:lnTo>
                  <a:pt x="33262" y="5836"/>
                </a:lnTo>
                <a:lnTo>
                  <a:pt x="33296" y="5881"/>
                </a:lnTo>
                <a:lnTo>
                  <a:pt x="33341" y="5915"/>
                </a:lnTo>
                <a:lnTo>
                  <a:pt x="33387" y="5938"/>
                </a:lnTo>
                <a:lnTo>
                  <a:pt x="33455" y="5949"/>
                </a:lnTo>
                <a:lnTo>
                  <a:pt x="33512" y="5938"/>
                </a:lnTo>
                <a:lnTo>
                  <a:pt x="33558" y="5915"/>
                </a:lnTo>
                <a:lnTo>
                  <a:pt x="33603" y="5881"/>
                </a:lnTo>
                <a:lnTo>
                  <a:pt x="33637" y="5836"/>
                </a:lnTo>
                <a:lnTo>
                  <a:pt x="35594" y="6962"/>
                </a:lnTo>
                <a:lnTo>
                  <a:pt x="35582" y="7019"/>
                </a:lnTo>
                <a:lnTo>
                  <a:pt x="35571" y="7064"/>
                </a:lnTo>
                <a:lnTo>
                  <a:pt x="35582" y="7121"/>
                </a:lnTo>
                <a:lnTo>
                  <a:pt x="35594" y="7166"/>
                </a:lnTo>
                <a:lnTo>
                  <a:pt x="35616" y="7201"/>
                </a:lnTo>
                <a:lnTo>
                  <a:pt x="35651" y="7246"/>
                </a:lnTo>
                <a:lnTo>
                  <a:pt x="35685" y="7269"/>
                </a:lnTo>
                <a:lnTo>
                  <a:pt x="35719" y="7292"/>
                </a:lnTo>
                <a:lnTo>
                  <a:pt x="35776" y="7303"/>
                </a:lnTo>
                <a:lnTo>
                  <a:pt x="35821" y="7314"/>
                </a:lnTo>
                <a:lnTo>
                  <a:pt x="35867" y="7303"/>
                </a:lnTo>
                <a:lnTo>
                  <a:pt x="35912" y="7292"/>
                </a:lnTo>
                <a:lnTo>
                  <a:pt x="35958" y="7269"/>
                </a:lnTo>
                <a:lnTo>
                  <a:pt x="35992" y="7246"/>
                </a:lnTo>
                <a:lnTo>
                  <a:pt x="36026" y="7201"/>
                </a:lnTo>
                <a:lnTo>
                  <a:pt x="36049" y="7166"/>
                </a:lnTo>
                <a:lnTo>
                  <a:pt x="36060" y="7121"/>
                </a:lnTo>
                <a:lnTo>
                  <a:pt x="36060" y="7064"/>
                </a:lnTo>
                <a:lnTo>
                  <a:pt x="36060" y="7019"/>
                </a:lnTo>
                <a:lnTo>
                  <a:pt x="36049" y="6973"/>
                </a:lnTo>
                <a:lnTo>
                  <a:pt x="38017" y="5824"/>
                </a:lnTo>
                <a:lnTo>
                  <a:pt x="38051" y="5870"/>
                </a:lnTo>
                <a:lnTo>
                  <a:pt x="38085" y="5904"/>
                </a:lnTo>
                <a:lnTo>
                  <a:pt x="38142" y="5927"/>
                </a:lnTo>
                <a:lnTo>
                  <a:pt x="38233" y="5927"/>
                </a:lnTo>
                <a:lnTo>
                  <a:pt x="38278" y="5915"/>
                </a:lnTo>
                <a:lnTo>
                  <a:pt x="38312" y="5892"/>
                </a:lnTo>
                <a:lnTo>
                  <a:pt x="38335" y="5870"/>
                </a:lnTo>
                <a:lnTo>
                  <a:pt x="38369" y="5836"/>
                </a:lnTo>
                <a:lnTo>
                  <a:pt x="38381" y="5801"/>
                </a:lnTo>
                <a:lnTo>
                  <a:pt x="38392" y="5767"/>
                </a:lnTo>
                <a:lnTo>
                  <a:pt x="38403" y="5722"/>
                </a:lnTo>
                <a:lnTo>
                  <a:pt x="38392" y="5676"/>
                </a:lnTo>
                <a:lnTo>
                  <a:pt x="38381" y="5642"/>
                </a:lnTo>
                <a:lnTo>
                  <a:pt x="38347" y="5585"/>
                </a:lnTo>
                <a:lnTo>
                  <a:pt x="38290" y="5540"/>
                </a:lnTo>
                <a:lnTo>
                  <a:pt x="38256" y="5528"/>
                </a:lnTo>
                <a:lnTo>
                  <a:pt x="38210" y="5517"/>
                </a:lnTo>
                <a:lnTo>
                  <a:pt x="38210" y="3185"/>
                </a:lnTo>
                <a:lnTo>
                  <a:pt x="38256" y="3174"/>
                </a:lnTo>
                <a:lnTo>
                  <a:pt x="38290" y="3162"/>
                </a:lnTo>
                <a:lnTo>
                  <a:pt x="38324" y="3140"/>
                </a:lnTo>
                <a:lnTo>
                  <a:pt x="38358" y="3117"/>
                </a:lnTo>
                <a:lnTo>
                  <a:pt x="38381" y="3083"/>
                </a:lnTo>
                <a:lnTo>
                  <a:pt x="38403" y="3049"/>
                </a:lnTo>
                <a:lnTo>
                  <a:pt x="38415" y="3003"/>
                </a:lnTo>
                <a:lnTo>
                  <a:pt x="38415" y="2958"/>
                </a:lnTo>
                <a:lnTo>
                  <a:pt x="38415" y="2923"/>
                </a:lnTo>
                <a:lnTo>
                  <a:pt x="38403" y="2878"/>
                </a:lnTo>
                <a:lnTo>
                  <a:pt x="38381" y="2844"/>
                </a:lnTo>
                <a:lnTo>
                  <a:pt x="38347" y="2810"/>
                </a:lnTo>
                <a:lnTo>
                  <a:pt x="38312" y="2776"/>
                </a:lnTo>
                <a:lnTo>
                  <a:pt x="38278" y="2753"/>
                </a:lnTo>
                <a:lnTo>
                  <a:pt x="38233" y="2741"/>
                </a:lnTo>
                <a:lnTo>
                  <a:pt x="38142" y="2741"/>
                </a:lnTo>
                <a:lnTo>
                  <a:pt x="38085" y="2764"/>
                </a:lnTo>
                <a:lnTo>
                  <a:pt x="38051" y="2798"/>
                </a:lnTo>
                <a:lnTo>
                  <a:pt x="38017" y="2832"/>
                </a:lnTo>
                <a:lnTo>
                  <a:pt x="35992" y="1661"/>
                </a:lnTo>
                <a:lnTo>
                  <a:pt x="35992" y="1615"/>
                </a:lnTo>
                <a:lnTo>
                  <a:pt x="35992" y="1581"/>
                </a:lnTo>
                <a:lnTo>
                  <a:pt x="35980" y="1547"/>
                </a:lnTo>
                <a:lnTo>
                  <a:pt x="35946" y="1490"/>
                </a:lnTo>
                <a:lnTo>
                  <a:pt x="35889" y="1456"/>
                </a:lnTo>
                <a:lnTo>
                  <a:pt x="35855" y="1445"/>
                </a:lnTo>
                <a:lnTo>
                  <a:pt x="35821" y="1433"/>
                </a:lnTo>
                <a:lnTo>
                  <a:pt x="35787" y="1445"/>
                </a:lnTo>
                <a:lnTo>
                  <a:pt x="35753" y="1456"/>
                </a:lnTo>
                <a:lnTo>
                  <a:pt x="35696" y="1490"/>
                </a:lnTo>
                <a:lnTo>
                  <a:pt x="35662" y="1547"/>
                </a:lnTo>
                <a:lnTo>
                  <a:pt x="35651" y="1581"/>
                </a:lnTo>
                <a:lnTo>
                  <a:pt x="35639" y="1615"/>
                </a:lnTo>
                <a:lnTo>
                  <a:pt x="35651" y="1672"/>
                </a:lnTo>
                <a:lnTo>
                  <a:pt x="33649" y="2821"/>
                </a:lnTo>
                <a:lnTo>
                  <a:pt x="33614" y="2776"/>
                </a:lnTo>
                <a:lnTo>
                  <a:pt x="33569" y="2741"/>
                </a:lnTo>
                <a:lnTo>
                  <a:pt x="33512" y="2719"/>
                </a:lnTo>
                <a:lnTo>
                  <a:pt x="33387" y="2719"/>
                </a:lnTo>
                <a:lnTo>
                  <a:pt x="33330" y="2741"/>
                </a:lnTo>
                <a:lnTo>
                  <a:pt x="33285" y="2776"/>
                </a:lnTo>
                <a:lnTo>
                  <a:pt x="33250" y="2821"/>
                </a:lnTo>
                <a:lnTo>
                  <a:pt x="31305" y="1695"/>
                </a:lnTo>
                <a:lnTo>
                  <a:pt x="31317" y="1661"/>
                </a:lnTo>
                <a:lnTo>
                  <a:pt x="31317" y="1615"/>
                </a:lnTo>
                <a:lnTo>
                  <a:pt x="31317" y="1570"/>
                </a:lnTo>
                <a:lnTo>
                  <a:pt x="31305" y="1524"/>
                </a:lnTo>
                <a:lnTo>
                  <a:pt x="31282" y="1490"/>
                </a:lnTo>
                <a:lnTo>
                  <a:pt x="31260" y="1456"/>
                </a:lnTo>
                <a:lnTo>
                  <a:pt x="31226" y="1422"/>
                </a:lnTo>
                <a:lnTo>
                  <a:pt x="31191" y="1399"/>
                </a:lnTo>
                <a:lnTo>
                  <a:pt x="31146" y="1388"/>
                </a:lnTo>
                <a:lnTo>
                  <a:pt x="31100" y="1376"/>
                </a:lnTo>
                <a:lnTo>
                  <a:pt x="31100" y="0"/>
                </a:lnTo>
                <a:lnTo>
                  <a:pt x="31055" y="0"/>
                </a:lnTo>
                <a:lnTo>
                  <a:pt x="31055" y="1376"/>
                </a:lnTo>
                <a:lnTo>
                  <a:pt x="31009" y="1388"/>
                </a:lnTo>
                <a:lnTo>
                  <a:pt x="30975" y="1399"/>
                </a:lnTo>
                <a:lnTo>
                  <a:pt x="30941" y="1422"/>
                </a:lnTo>
                <a:lnTo>
                  <a:pt x="30907" y="1456"/>
                </a:lnTo>
                <a:lnTo>
                  <a:pt x="30873" y="1490"/>
                </a:lnTo>
                <a:lnTo>
                  <a:pt x="30862" y="1524"/>
                </a:lnTo>
                <a:lnTo>
                  <a:pt x="30850" y="1570"/>
                </a:lnTo>
                <a:lnTo>
                  <a:pt x="30839" y="1615"/>
                </a:lnTo>
                <a:lnTo>
                  <a:pt x="30839" y="1661"/>
                </a:lnTo>
                <a:lnTo>
                  <a:pt x="30862" y="1695"/>
                </a:lnTo>
                <a:lnTo>
                  <a:pt x="28871" y="2844"/>
                </a:lnTo>
                <a:lnTo>
                  <a:pt x="28848" y="2810"/>
                </a:lnTo>
                <a:lnTo>
                  <a:pt x="28803" y="2776"/>
                </a:lnTo>
                <a:lnTo>
                  <a:pt x="28757" y="2764"/>
                </a:lnTo>
                <a:lnTo>
                  <a:pt x="28712" y="2753"/>
                </a:lnTo>
                <a:lnTo>
                  <a:pt x="28655" y="2764"/>
                </a:lnTo>
                <a:lnTo>
                  <a:pt x="28621" y="2776"/>
                </a:lnTo>
                <a:lnTo>
                  <a:pt x="28575" y="2810"/>
                </a:lnTo>
                <a:lnTo>
                  <a:pt x="28541" y="2844"/>
                </a:lnTo>
                <a:lnTo>
                  <a:pt x="26516" y="1672"/>
                </a:lnTo>
                <a:lnTo>
                  <a:pt x="26516" y="1615"/>
                </a:lnTo>
                <a:lnTo>
                  <a:pt x="26505" y="1547"/>
                </a:lnTo>
                <a:lnTo>
                  <a:pt x="26471" y="1490"/>
                </a:lnTo>
                <a:lnTo>
                  <a:pt x="26425" y="1456"/>
                </a:lnTo>
                <a:lnTo>
                  <a:pt x="26368" y="1433"/>
                </a:lnTo>
                <a:lnTo>
                  <a:pt x="26368" y="0"/>
                </a:lnTo>
                <a:close/>
              </a:path>
            </a:pathLst>
          </a:custGeom>
          <a:gradFill>
            <a:gsLst>
              <a:gs pos="0">
                <a:schemeClr val="dk1"/>
              </a:gs>
              <a:gs pos="9000">
                <a:schemeClr val="dk1"/>
              </a:gs>
              <a:gs pos="42000">
                <a:srgbClr val="FFFFFF">
                  <a:alpha val="32549"/>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6765091" y="4445691"/>
            <a:ext cx="544258" cy="608522"/>
          </a:xfrm>
          <a:custGeom>
            <a:avLst/>
            <a:gdLst/>
            <a:ahLst/>
            <a:cxnLst/>
            <a:rect l="l" t="t" r="r" b="b"/>
            <a:pathLst>
              <a:path w="5200" h="5814" extrusionOk="0">
                <a:moveTo>
                  <a:pt x="2776" y="296"/>
                </a:moveTo>
                <a:lnTo>
                  <a:pt x="4824" y="1479"/>
                </a:lnTo>
                <a:lnTo>
                  <a:pt x="4813" y="1536"/>
                </a:lnTo>
                <a:lnTo>
                  <a:pt x="4824" y="1605"/>
                </a:lnTo>
                <a:lnTo>
                  <a:pt x="4858" y="1661"/>
                </a:lnTo>
                <a:lnTo>
                  <a:pt x="4904" y="1696"/>
                </a:lnTo>
                <a:lnTo>
                  <a:pt x="4961" y="1718"/>
                </a:lnTo>
                <a:lnTo>
                  <a:pt x="4961" y="4084"/>
                </a:lnTo>
                <a:lnTo>
                  <a:pt x="4926" y="4084"/>
                </a:lnTo>
                <a:lnTo>
                  <a:pt x="4892" y="4107"/>
                </a:lnTo>
                <a:lnTo>
                  <a:pt x="4858" y="4119"/>
                </a:lnTo>
                <a:lnTo>
                  <a:pt x="4824" y="4153"/>
                </a:lnTo>
                <a:lnTo>
                  <a:pt x="4801" y="4175"/>
                </a:lnTo>
                <a:lnTo>
                  <a:pt x="4779" y="4221"/>
                </a:lnTo>
                <a:lnTo>
                  <a:pt x="4767" y="4255"/>
                </a:lnTo>
                <a:lnTo>
                  <a:pt x="4767" y="4301"/>
                </a:lnTo>
                <a:lnTo>
                  <a:pt x="4767" y="4335"/>
                </a:lnTo>
                <a:lnTo>
                  <a:pt x="4779" y="4380"/>
                </a:lnTo>
                <a:lnTo>
                  <a:pt x="2754" y="5552"/>
                </a:lnTo>
                <a:lnTo>
                  <a:pt x="2731" y="5518"/>
                </a:lnTo>
                <a:lnTo>
                  <a:pt x="2697" y="5495"/>
                </a:lnTo>
                <a:lnTo>
                  <a:pt x="2663" y="5484"/>
                </a:lnTo>
                <a:lnTo>
                  <a:pt x="2617" y="5472"/>
                </a:lnTo>
                <a:lnTo>
                  <a:pt x="2572" y="5484"/>
                </a:lnTo>
                <a:lnTo>
                  <a:pt x="2538" y="5495"/>
                </a:lnTo>
                <a:lnTo>
                  <a:pt x="2503" y="5518"/>
                </a:lnTo>
                <a:lnTo>
                  <a:pt x="2481" y="5552"/>
                </a:lnTo>
                <a:lnTo>
                  <a:pt x="479" y="4392"/>
                </a:lnTo>
                <a:lnTo>
                  <a:pt x="490" y="4346"/>
                </a:lnTo>
                <a:lnTo>
                  <a:pt x="490" y="4301"/>
                </a:lnTo>
                <a:lnTo>
                  <a:pt x="490" y="4244"/>
                </a:lnTo>
                <a:lnTo>
                  <a:pt x="479" y="4210"/>
                </a:lnTo>
                <a:lnTo>
                  <a:pt x="456" y="4164"/>
                </a:lnTo>
                <a:lnTo>
                  <a:pt x="433" y="4130"/>
                </a:lnTo>
                <a:lnTo>
                  <a:pt x="399" y="4096"/>
                </a:lnTo>
                <a:lnTo>
                  <a:pt x="354" y="4073"/>
                </a:lnTo>
                <a:lnTo>
                  <a:pt x="319" y="4062"/>
                </a:lnTo>
                <a:lnTo>
                  <a:pt x="274" y="4050"/>
                </a:lnTo>
                <a:lnTo>
                  <a:pt x="274" y="1718"/>
                </a:lnTo>
                <a:lnTo>
                  <a:pt x="331" y="1696"/>
                </a:lnTo>
                <a:lnTo>
                  <a:pt x="376" y="1661"/>
                </a:lnTo>
                <a:lnTo>
                  <a:pt x="410" y="1605"/>
                </a:lnTo>
                <a:lnTo>
                  <a:pt x="422" y="1536"/>
                </a:lnTo>
                <a:lnTo>
                  <a:pt x="410" y="1479"/>
                </a:lnTo>
                <a:lnTo>
                  <a:pt x="2458" y="296"/>
                </a:lnTo>
                <a:lnTo>
                  <a:pt x="2492" y="331"/>
                </a:lnTo>
                <a:lnTo>
                  <a:pt x="2526" y="353"/>
                </a:lnTo>
                <a:lnTo>
                  <a:pt x="2572" y="376"/>
                </a:lnTo>
                <a:lnTo>
                  <a:pt x="2663" y="376"/>
                </a:lnTo>
                <a:lnTo>
                  <a:pt x="2708" y="353"/>
                </a:lnTo>
                <a:lnTo>
                  <a:pt x="2742" y="331"/>
                </a:lnTo>
                <a:lnTo>
                  <a:pt x="2776" y="296"/>
                </a:lnTo>
                <a:close/>
                <a:moveTo>
                  <a:pt x="2583" y="1"/>
                </a:moveTo>
                <a:lnTo>
                  <a:pt x="2538" y="12"/>
                </a:lnTo>
                <a:lnTo>
                  <a:pt x="2515" y="35"/>
                </a:lnTo>
                <a:lnTo>
                  <a:pt x="2481" y="58"/>
                </a:lnTo>
                <a:lnTo>
                  <a:pt x="2458" y="80"/>
                </a:lnTo>
                <a:lnTo>
                  <a:pt x="2447" y="114"/>
                </a:lnTo>
                <a:lnTo>
                  <a:pt x="2435" y="149"/>
                </a:lnTo>
                <a:lnTo>
                  <a:pt x="2424" y="194"/>
                </a:lnTo>
                <a:lnTo>
                  <a:pt x="2435" y="251"/>
                </a:lnTo>
                <a:lnTo>
                  <a:pt x="388" y="1434"/>
                </a:lnTo>
                <a:lnTo>
                  <a:pt x="365" y="1411"/>
                </a:lnTo>
                <a:lnTo>
                  <a:pt x="331" y="1377"/>
                </a:lnTo>
                <a:lnTo>
                  <a:pt x="285" y="1366"/>
                </a:lnTo>
                <a:lnTo>
                  <a:pt x="206" y="1366"/>
                </a:lnTo>
                <a:lnTo>
                  <a:pt x="172" y="1377"/>
                </a:lnTo>
                <a:lnTo>
                  <a:pt x="115" y="1411"/>
                </a:lnTo>
                <a:lnTo>
                  <a:pt x="81" y="1468"/>
                </a:lnTo>
                <a:lnTo>
                  <a:pt x="69" y="1502"/>
                </a:lnTo>
                <a:lnTo>
                  <a:pt x="69" y="1536"/>
                </a:lnTo>
                <a:lnTo>
                  <a:pt x="81" y="1605"/>
                </a:lnTo>
                <a:lnTo>
                  <a:pt x="115" y="1661"/>
                </a:lnTo>
                <a:lnTo>
                  <a:pt x="160" y="1696"/>
                </a:lnTo>
                <a:lnTo>
                  <a:pt x="228" y="1718"/>
                </a:lnTo>
                <a:lnTo>
                  <a:pt x="228" y="4050"/>
                </a:lnTo>
                <a:lnTo>
                  <a:pt x="183" y="4062"/>
                </a:lnTo>
                <a:lnTo>
                  <a:pt x="137" y="4073"/>
                </a:lnTo>
                <a:lnTo>
                  <a:pt x="92" y="4096"/>
                </a:lnTo>
                <a:lnTo>
                  <a:pt x="58" y="4130"/>
                </a:lnTo>
                <a:lnTo>
                  <a:pt x="35" y="4164"/>
                </a:lnTo>
                <a:lnTo>
                  <a:pt x="12" y="4210"/>
                </a:lnTo>
                <a:lnTo>
                  <a:pt x="1" y="4244"/>
                </a:lnTo>
                <a:lnTo>
                  <a:pt x="1" y="4301"/>
                </a:lnTo>
                <a:lnTo>
                  <a:pt x="1" y="4346"/>
                </a:lnTo>
                <a:lnTo>
                  <a:pt x="12" y="4392"/>
                </a:lnTo>
                <a:lnTo>
                  <a:pt x="35" y="4437"/>
                </a:lnTo>
                <a:lnTo>
                  <a:pt x="69" y="4471"/>
                </a:lnTo>
                <a:lnTo>
                  <a:pt x="103" y="4505"/>
                </a:lnTo>
                <a:lnTo>
                  <a:pt x="149" y="4528"/>
                </a:lnTo>
                <a:lnTo>
                  <a:pt x="194" y="4539"/>
                </a:lnTo>
                <a:lnTo>
                  <a:pt x="251" y="4551"/>
                </a:lnTo>
                <a:lnTo>
                  <a:pt x="308" y="4539"/>
                </a:lnTo>
                <a:lnTo>
                  <a:pt x="365" y="4517"/>
                </a:lnTo>
                <a:lnTo>
                  <a:pt x="422" y="4483"/>
                </a:lnTo>
                <a:lnTo>
                  <a:pt x="456" y="4437"/>
                </a:lnTo>
                <a:lnTo>
                  <a:pt x="2458" y="5586"/>
                </a:lnTo>
                <a:lnTo>
                  <a:pt x="2447" y="5643"/>
                </a:lnTo>
                <a:lnTo>
                  <a:pt x="2447" y="5677"/>
                </a:lnTo>
                <a:lnTo>
                  <a:pt x="2458" y="5711"/>
                </a:lnTo>
                <a:lnTo>
                  <a:pt x="2492" y="5768"/>
                </a:lnTo>
                <a:lnTo>
                  <a:pt x="2549" y="5802"/>
                </a:lnTo>
                <a:lnTo>
                  <a:pt x="2583" y="5813"/>
                </a:lnTo>
                <a:lnTo>
                  <a:pt x="2651" y="5813"/>
                </a:lnTo>
                <a:lnTo>
                  <a:pt x="2685" y="5802"/>
                </a:lnTo>
                <a:lnTo>
                  <a:pt x="2731" y="5768"/>
                </a:lnTo>
                <a:lnTo>
                  <a:pt x="2776" y="5711"/>
                </a:lnTo>
                <a:lnTo>
                  <a:pt x="2776" y="5677"/>
                </a:lnTo>
                <a:lnTo>
                  <a:pt x="2788" y="5643"/>
                </a:lnTo>
                <a:lnTo>
                  <a:pt x="2776" y="5586"/>
                </a:lnTo>
                <a:lnTo>
                  <a:pt x="4801" y="4414"/>
                </a:lnTo>
                <a:lnTo>
                  <a:pt x="4835" y="4460"/>
                </a:lnTo>
                <a:lnTo>
                  <a:pt x="4881" y="4494"/>
                </a:lnTo>
                <a:lnTo>
                  <a:pt x="4926" y="4505"/>
                </a:lnTo>
                <a:lnTo>
                  <a:pt x="4983" y="4517"/>
                </a:lnTo>
                <a:lnTo>
                  <a:pt x="5029" y="4517"/>
                </a:lnTo>
                <a:lnTo>
                  <a:pt x="5074" y="4494"/>
                </a:lnTo>
                <a:lnTo>
                  <a:pt x="5108" y="4483"/>
                </a:lnTo>
                <a:lnTo>
                  <a:pt x="5143" y="4448"/>
                </a:lnTo>
                <a:lnTo>
                  <a:pt x="5165" y="4414"/>
                </a:lnTo>
                <a:lnTo>
                  <a:pt x="5188" y="4380"/>
                </a:lnTo>
                <a:lnTo>
                  <a:pt x="5199" y="4346"/>
                </a:lnTo>
                <a:lnTo>
                  <a:pt x="5199" y="4301"/>
                </a:lnTo>
                <a:lnTo>
                  <a:pt x="5199" y="4255"/>
                </a:lnTo>
                <a:lnTo>
                  <a:pt x="5188" y="4221"/>
                </a:lnTo>
                <a:lnTo>
                  <a:pt x="5177" y="4187"/>
                </a:lnTo>
                <a:lnTo>
                  <a:pt x="5154" y="4153"/>
                </a:lnTo>
                <a:lnTo>
                  <a:pt x="5120" y="4130"/>
                </a:lnTo>
                <a:lnTo>
                  <a:pt x="5086" y="4107"/>
                </a:lnTo>
                <a:lnTo>
                  <a:pt x="5052" y="4084"/>
                </a:lnTo>
                <a:lnTo>
                  <a:pt x="5006" y="4084"/>
                </a:lnTo>
                <a:lnTo>
                  <a:pt x="5006" y="1707"/>
                </a:lnTo>
                <a:lnTo>
                  <a:pt x="5074" y="1696"/>
                </a:lnTo>
                <a:lnTo>
                  <a:pt x="5120" y="1650"/>
                </a:lnTo>
                <a:lnTo>
                  <a:pt x="5154" y="1605"/>
                </a:lnTo>
                <a:lnTo>
                  <a:pt x="5165" y="1536"/>
                </a:lnTo>
                <a:lnTo>
                  <a:pt x="5154" y="1502"/>
                </a:lnTo>
                <a:lnTo>
                  <a:pt x="5143" y="1468"/>
                </a:lnTo>
                <a:lnTo>
                  <a:pt x="5108" y="1411"/>
                </a:lnTo>
                <a:lnTo>
                  <a:pt x="5052" y="1377"/>
                </a:lnTo>
                <a:lnTo>
                  <a:pt x="5017" y="1366"/>
                </a:lnTo>
                <a:lnTo>
                  <a:pt x="4938" y="1366"/>
                </a:lnTo>
                <a:lnTo>
                  <a:pt x="4904" y="1388"/>
                </a:lnTo>
                <a:lnTo>
                  <a:pt x="4870" y="1411"/>
                </a:lnTo>
                <a:lnTo>
                  <a:pt x="4847" y="1434"/>
                </a:lnTo>
                <a:lnTo>
                  <a:pt x="2788" y="251"/>
                </a:lnTo>
                <a:lnTo>
                  <a:pt x="2799" y="194"/>
                </a:lnTo>
                <a:lnTo>
                  <a:pt x="2799" y="149"/>
                </a:lnTo>
                <a:lnTo>
                  <a:pt x="2788" y="114"/>
                </a:lnTo>
                <a:lnTo>
                  <a:pt x="2776" y="80"/>
                </a:lnTo>
                <a:lnTo>
                  <a:pt x="2754" y="58"/>
                </a:lnTo>
                <a:lnTo>
                  <a:pt x="2720" y="35"/>
                </a:lnTo>
                <a:lnTo>
                  <a:pt x="2685" y="12"/>
                </a:lnTo>
                <a:lnTo>
                  <a:pt x="2651"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0" y="0"/>
            <a:ext cx="2845737" cy="3343314"/>
          </a:xfrm>
          <a:custGeom>
            <a:avLst/>
            <a:gdLst/>
            <a:ahLst/>
            <a:cxnLst/>
            <a:rect l="l" t="t" r="r" b="b"/>
            <a:pathLst>
              <a:path w="27189" h="31943" extrusionOk="0">
                <a:moveTo>
                  <a:pt x="10512" y="1706"/>
                </a:moveTo>
                <a:lnTo>
                  <a:pt x="12514" y="2855"/>
                </a:lnTo>
                <a:lnTo>
                  <a:pt x="12491" y="2912"/>
                </a:lnTo>
                <a:lnTo>
                  <a:pt x="12480" y="2958"/>
                </a:lnTo>
                <a:lnTo>
                  <a:pt x="12491" y="3014"/>
                </a:lnTo>
                <a:lnTo>
                  <a:pt x="12502" y="3049"/>
                </a:lnTo>
                <a:lnTo>
                  <a:pt x="12525" y="3094"/>
                </a:lnTo>
                <a:lnTo>
                  <a:pt x="12548" y="3128"/>
                </a:lnTo>
                <a:lnTo>
                  <a:pt x="12582" y="3162"/>
                </a:lnTo>
                <a:lnTo>
                  <a:pt x="12616" y="3185"/>
                </a:lnTo>
                <a:lnTo>
                  <a:pt x="12662" y="3196"/>
                </a:lnTo>
                <a:lnTo>
                  <a:pt x="12707" y="3208"/>
                </a:lnTo>
                <a:lnTo>
                  <a:pt x="12707" y="5506"/>
                </a:lnTo>
                <a:lnTo>
                  <a:pt x="12673" y="5517"/>
                </a:lnTo>
                <a:lnTo>
                  <a:pt x="12628" y="5528"/>
                </a:lnTo>
                <a:lnTo>
                  <a:pt x="12593" y="5551"/>
                </a:lnTo>
                <a:lnTo>
                  <a:pt x="12571" y="5574"/>
                </a:lnTo>
                <a:lnTo>
                  <a:pt x="12548" y="5608"/>
                </a:lnTo>
                <a:lnTo>
                  <a:pt x="12525" y="5642"/>
                </a:lnTo>
                <a:lnTo>
                  <a:pt x="12514" y="5676"/>
                </a:lnTo>
                <a:lnTo>
                  <a:pt x="12514" y="5722"/>
                </a:lnTo>
                <a:lnTo>
                  <a:pt x="12514" y="5756"/>
                </a:lnTo>
                <a:lnTo>
                  <a:pt x="12525" y="5790"/>
                </a:lnTo>
                <a:lnTo>
                  <a:pt x="10557" y="6928"/>
                </a:lnTo>
                <a:lnTo>
                  <a:pt x="10523" y="6882"/>
                </a:lnTo>
                <a:lnTo>
                  <a:pt x="10478" y="6848"/>
                </a:lnTo>
                <a:lnTo>
                  <a:pt x="10421" y="6825"/>
                </a:lnTo>
                <a:lnTo>
                  <a:pt x="10296" y="6825"/>
                </a:lnTo>
                <a:lnTo>
                  <a:pt x="10250" y="6848"/>
                </a:lnTo>
                <a:lnTo>
                  <a:pt x="10193" y="6882"/>
                </a:lnTo>
                <a:lnTo>
                  <a:pt x="10159" y="6928"/>
                </a:lnTo>
                <a:lnTo>
                  <a:pt x="8203" y="5801"/>
                </a:lnTo>
                <a:lnTo>
                  <a:pt x="8214" y="5756"/>
                </a:lnTo>
                <a:lnTo>
                  <a:pt x="8214" y="5722"/>
                </a:lnTo>
                <a:lnTo>
                  <a:pt x="8214" y="5676"/>
                </a:lnTo>
                <a:lnTo>
                  <a:pt x="8203" y="5642"/>
                </a:lnTo>
                <a:lnTo>
                  <a:pt x="8180" y="5597"/>
                </a:lnTo>
                <a:lnTo>
                  <a:pt x="8157" y="5574"/>
                </a:lnTo>
                <a:lnTo>
                  <a:pt x="8123" y="5540"/>
                </a:lnTo>
                <a:lnTo>
                  <a:pt x="8089" y="5517"/>
                </a:lnTo>
                <a:lnTo>
                  <a:pt x="8055" y="5506"/>
                </a:lnTo>
                <a:lnTo>
                  <a:pt x="8009" y="5494"/>
                </a:lnTo>
                <a:lnTo>
                  <a:pt x="8009" y="3208"/>
                </a:lnTo>
                <a:lnTo>
                  <a:pt x="8055" y="3196"/>
                </a:lnTo>
                <a:lnTo>
                  <a:pt x="8100" y="3185"/>
                </a:lnTo>
                <a:lnTo>
                  <a:pt x="8134" y="3162"/>
                </a:lnTo>
                <a:lnTo>
                  <a:pt x="8168" y="3128"/>
                </a:lnTo>
                <a:lnTo>
                  <a:pt x="8203" y="3094"/>
                </a:lnTo>
                <a:lnTo>
                  <a:pt x="8225" y="3060"/>
                </a:lnTo>
                <a:lnTo>
                  <a:pt x="8237" y="3014"/>
                </a:lnTo>
                <a:lnTo>
                  <a:pt x="8237" y="2958"/>
                </a:lnTo>
                <a:lnTo>
                  <a:pt x="8237" y="2912"/>
                </a:lnTo>
                <a:lnTo>
                  <a:pt x="8214" y="2855"/>
                </a:lnTo>
                <a:lnTo>
                  <a:pt x="10205" y="1706"/>
                </a:lnTo>
                <a:lnTo>
                  <a:pt x="10239" y="1740"/>
                </a:lnTo>
                <a:lnTo>
                  <a:pt x="10273" y="1763"/>
                </a:lnTo>
                <a:lnTo>
                  <a:pt x="10318" y="1786"/>
                </a:lnTo>
                <a:lnTo>
                  <a:pt x="10364" y="1797"/>
                </a:lnTo>
                <a:lnTo>
                  <a:pt x="10409" y="1786"/>
                </a:lnTo>
                <a:lnTo>
                  <a:pt x="10443" y="1763"/>
                </a:lnTo>
                <a:lnTo>
                  <a:pt x="10478" y="1740"/>
                </a:lnTo>
                <a:lnTo>
                  <a:pt x="10512" y="1706"/>
                </a:lnTo>
                <a:close/>
                <a:moveTo>
                  <a:pt x="20056" y="1740"/>
                </a:moveTo>
                <a:lnTo>
                  <a:pt x="22001" y="2867"/>
                </a:lnTo>
                <a:lnTo>
                  <a:pt x="21990" y="2912"/>
                </a:lnTo>
                <a:lnTo>
                  <a:pt x="21990" y="2958"/>
                </a:lnTo>
                <a:lnTo>
                  <a:pt x="21990" y="3003"/>
                </a:lnTo>
                <a:lnTo>
                  <a:pt x="22001" y="3049"/>
                </a:lnTo>
                <a:lnTo>
                  <a:pt x="22024" y="3083"/>
                </a:lnTo>
                <a:lnTo>
                  <a:pt x="22046" y="3117"/>
                </a:lnTo>
                <a:lnTo>
                  <a:pt x="22081" y="3140"/>
                </a:lnTo>
                <a:lnTo>
                  <a:pt x="22115" y="3162"/>
                </a:lnTo>
                <a:lnTo>
                  <a:pt x="22149" y="3174"/>
                </a:lnTo>
                <a:lnTo>
                  <a:pt x="22194" y="3185"/>
                </a:lnTo>
                <a:lnTo>
                  <a:pt x="22194" y="5483"/>
                </a:lnTo>
                <a:lnTo>
                  <a:pt x="22149" y="5494"/>
                </a:lnTo>
                <a:lnTo>
                  <a:pt x="22103" y="5506"/>
                </a:lnTo>
                <a:lnTo>
                  <a:pt x="22069" y="5528"/>
                </a:lnTo>
                <a:lnTo>
                  <a:pt x="22035" y="5551"/>
                </a:lnTo>
                <a:lnTo>
                  <a:pt x="22001" y="5597"/>
                </a:lnTo>
                <a:lnTo>
                  <a:pt x="21990" y="5631"/>
                </a:lnTo>
                <a:lnTo>
                  <a:pt x="21967" y="5676"/>
                </a:lnTo>
                <a:lnTo>
                  <a:pt x="21967" y="5722"/>
                </a:lnTo>
                <a:lnTo>
                  <a:pt x="21967" y="5767"/>
                </a:lnTo>
                <a:lnTo>
                  <a:pt x="21990" y="5801"/>
                </a:lnTo>
                <a:lnTo>
                  <a:pt x="20044" y="6928"/>
                </a:lnTo>
                <a:lnTo>
                  <a:pt x="20010" y="6882"/>
                </a:lnTo>
                <a:lnTo>
                  <a:pt x="19953" y="6848"/>
                </a:lnTo>
                <a:lnTo>
                  <a:pt x="19896" y="6825"/>
                </a:lnTo>
                <a:lnTo>
                  <a:pt x="19840" y="6814"/>
                </a:lnTo>
                <a:lnTo>
                  <a:pt x="19783" y="6825"/>
                </a:lnTo>
                <a:lnTo>
                  <a:pt x="19726" y="6848"/>
                </a:lnTo>
                <a:lnTo>
                  <a:pt x="19669" y="6882"/>
                </a:lnTo>
                <a:lnTo>
                  <a:pt x="19635" y="6928"/>
                </a:lnTo>
                <a:lnTo>
                  <a:pt x="17701" y="5801"/>
                </a:lnTo>
                <a:lnTo>
                  <a:pt x="17712" y="5767"/>
                </a:lnTo>
                <a:lnTo>
                  <a:pt x="17712" y="5722"/>
                </a:lnTo>
                <a:lnTo>
                  <a:pt x="17712" y="5676"/>
                </a:lnTo>
                <a:lnTo>
                  <a:pt x="17701" y="5631"/>
                </a:lnTo>
                <a:lnTo>
                  <a:pt x="17678" y="5597"/>
                </a:lnTo>
                <a:lnTo>
                  <a:pt x="17655" y="5563"/>
                </a:lnTo>
                <a:lnTo>
                  <a:pt x="17621" y="5528"/>
                </a:lnTo>
                <a:lnTo>
                  <a:pt x="17576" y="5506"/>
                </a:lnTo>
                <a:lnTo>
                  <a:pt x="17542" y="5483"/>
                </a:lnTo>
                <a:lnTo>
                  <a:pt x="17496" y="5483"/>
                </a:lnTo>
                <a:lnTo>
                  <a:pt x="17496" y="3185"/>
                </a:lnTo>
                <a:lnTo>
                  <a:pt x="17542" y="3174"/>
                </a:lnTo>
                <a:lnTo>
                  <a:pt x="17576" y="3162"/>
                </a:lnTo>
                <a:lnTo>
                  <a:pt x="17610" y="3140"/>
                </a:lnTo>
                <a:lnTo>
                  <a:pt x="17633" y="3117"/>
                </a:lnTo>
                <a:lnTo>
                  <a:pt x="17667" y="3083"/>
                </a:lnTo>
                <a:lnTo>
                  <a:pt x="17678" y="3049"/>
                </a:lnTo>
                <a:lnTo>
                  <a:pt x="17690" y="3003"/>
                </a:lnTo>
                <a:lnTo>
                  <a:pt x="17701" y="2958"/>
                </a:lnTo>
                <a:lnTo>
                  <a:pt x="17690" y="2912"/>
                </a:lnTo>
                <a:lnTo>
                  <a:pt x="17678" y="2867"/>
                </a:lnTo>
                <a:lnTo>
                  <a:pt x="19623" y="1752"/>
                </a:lnTo>
                <a:lnTo>
                  <a:pt x="19658" y="1797"/>
                </a:lnTo>
                <a:lnTo>
                  <a:pt x="19714" y="1831"/>
                </a:lnTo>
                <a:lnTo>
                  <a:pt x="19771" y="1866"/>
                </a:lnTo>
                <a:lnTo>
                  <a:pt x="19908" y="1866"/>
                </a:lnTo>
                <a:lnTo>
                  <a:pt x="19965" y="1831"/>
                </a:lnTo>
                <a:lnTo>
                  <a:pt x="20022" y="1797"/>
                </a:lnTo>
                <a:lnTo>
                  <a:pt x="20056" y="1740"/>
                </a:lnTo>
                <a:close/>
                <a:moveTo>
                  <a:pt x="24754" y="1718"/>
                </a:moveTo>
                <a:lnTo>
                  <a:pt x="26733" y="2867"/>
                </a:lnTo>
                <a:lnTo>
                  <a:pt x="26722" y="2912"/>
                </a:lnTo>
                <a:lnTo>
                  <a:pt x="26710" y="2958"/>
                </a:lnTo>
                <a:lnTo>
                  <a:pt x="26722" y="3014"/>
                </a:lnTo>
                <a:lnTo>
                  <a:pt x="26733" y="3049"/>
                </a:lnTo>
                <a:lnTo>
                  <a:pt x="26744" y="3094"/>
                </a:lnTo>
                <a:lnTo>
                  <a:pt x="26779" y="3128"/>
                </a:lnTo>
                <a:lnTo>
                  <a:pt x="26813" y="3151"/>
                </a:lnTo>
                <a:lnTo>
                  <a:pt x="26847" y="3174"/>
                </a:lnTo>
                <a:lnTo>
                  <a:pt x="26892" y="3196"/>
                </a:lnTo>
                <a:lnTo>
                  <a:pt x="26926" y="3196"/>
                </a:lnTo>
                <a:lnTo>
                  <a:pt x="26926" y="5483"/>
                </a:lnTo>
                <a:lnTo>
                  <a:pt x="26892" y="5494"/>
                </a:lnTo>
                <a:lnTo>
                  <a:pt x="26847" y="5506"/>
                </a:lnTo>
                <a:lnTo>
                  <a:pt x="26813" y="5528"/>
                </a:lnTo>
                <a:lnTo>
                  <a:pt x="26779" y="5563"/>
                </a:lnTo>
                <a:lnTo>
                  <a:pt x="26744" y="5597"/>
                </a:lnTo>
                <a:lnTo>
                  <a:pt x="26733" y="5631"/>
                </a:lnTo>
                <a:lnTo>
                  <a:pt x="26710" y="5676"/>
                </a:lnTo>
                <a:lnTo>
                  <a:pt x="26710" y="5722"/>
                </a:lnTo>
                <a:lnTo>
                  <a:pt x="26710" y="5767"/>
                </a:lnTo>
                <a:lnTo>
                  <a:pt x="26733" y="5801"/>
                </a:lnTo>
                <a:lnTo>
                  <a:pt x="24754" y="6939"/>
                </a:lnTo>
                <a:lnTo>
                  <a:pt x="24720" y="6905"/>
                </a:lnTo>
                <a:lnTo>
                  <a:pt x="24685" y="6882"/>
                </a:lnTo>
                <a:lnTo>
                  <a:pt x="24629" y="6859"/>
                </a:lnTo>
                <a:lnTo>
                  <a:pt x="24583" y="6848"/>
                </a:lnTo>
                <a:lnTo>
                  <a:pt x="24526" y="6859"/>
                </a:lnTo>
                <a:lnTo>
                  <a:pt x="24481" y="6882"/>
                </a:lnTo>
                <a:lnTo>
                  <a:pt x="24435" y="6905"/>
                </a:lnTo>
                <a:lnTo>
                  <a:pt x="24401" y="6939"/>
                </a:lnTo>
                <a:lnTo>
                  <a:pt x="22433" y="5801"/>
                </a:lnTo>
                <a:lnTo>
                  <a:pt x="22445" y="5767"/>
                </a:lnTo>
                <a:lnTo>
                  <a:pt x="22456" y="5722"/>
                </a:lnTo>
                <a:lnTo>
                  <a:pt x="22445" y="5676"/>
                </a:lnTo>
                <a:lnTo>
                  <a:pt x="22433" y="5631"/>
                </a:lnTo>
                <a:lnTo>
                  <a:pt x="22410" y="5597"/>
                </a:lnTo>
                <a:lnTo>
                  <a:pt x="22388" y="5563"/>
                </a:lnTo>
                <a:lnTo>
                  <a:pt x="22354" y="5528"/>
                </a:lnTo>
                <a:lnTo>
                  <a:pt x="22319" y="5506"/>
                </a:lnTo>
                <a:lnTo>
                  <a:pt x="22285" y="5494"/>
                </a:lnTo>
                <a:lnTo>
                  <a:pt x="22240" y="5483"/>
                </a:lnTo>
                <a:lnTo>
                  <a:pt x="22240" y="3185"/>
                </a:lnTo>
                <a:lnTo>
                  <a:pt x="22274" y="3174"/>
                </a:lnTo>
                <a:lnTo>
                  <a:pt x="22319" y="3162"/>
                </a:lnTo>
                <a:lnTo>
                  <a:pt x="22354" y="3140"/>
                </a:lnTo>
                <a:lnTo>
                  <a:pt x="22376" y="3117"/>
                </a:lnTo>
                <a:lnTo>
                  <a:pt x="22399" y="3083"/>
                </a:lnTo>
                <a:lnTo>
                  <a:pt x="22422" y="3049"/>
                </a:lnTo>
                <a:lnTo>
                  <a:pt x="22433" y="3003"/>
                </a:lnTo>
                <a:lnTo>
                  <a:pt x="22433" y="2958"/>
                </a:lnTo>
                <a:lnTo>
                  <a:pt x="22433" y="2912"/>
                </a:lnTo>
                <a:lnTo>
                  <a:pt x="22410" y="2878"/>
                </a:lnTo>
                <a:lnTo>
                  <a:pt x="24412" y="1718"/>
                </a:lnTo>
                <a:lnTo>
                  <a:pt x="24447" y="1763"/>
                </a:lnTo>
                <a:lnTo>
                  <a:pt x="24481" y="1786"/>
                </a:lnTo>
                <a:lnTo>
                  <a:pt x="24526" y="1809"/>
                </a:lnTo>
                <a:lnTo>
                  <a:pt x="24583" y="1820"/>
                </a:lnTo>
                <a:lnTo>
                  <a:pt x="24629" y="1809"/>
                </a:lnTo>
                <a:lnTo>
                  <a:pt x="24674" y="1786"/>
                </a:lnTo>
                <a:lnTo>
                  <a:pt x="24720" y="1752"/>
                </a:lnTo>
                <a:lnTo>
                  <a:pt x="24754" y="1718"/>
                </a:lnTo>
                <a:close/>
                <a:moveTo>
                  <a:pt x="15324" y="1752"/>
                </a:moveTo>
                <a:lnTo>
                  <a:pt x="17269" y="2867"/>
                </a:lnTo>
                <a:lnTo>
                  <a:pt x="17246" y="2912"/>
                </a:lnTo>
                <a:lnTo>
                  <a:pt x="17246" y="2958"/>
                </a:lnTo>
                <a:lnTo>
                  <a:pt x="17246" y="3003"/>
                </a:lnTo>
                <a:lnTo>
                  <a:pt x="17257" y="3049"/>
                </a:lnTo>
                <a:lnTo>
                  <a:pt x="17280" y="3083"/>
                </a:lnTo>
                <a:lnTo>
                  <a:pt x="17303" y="3117"/>
                </a:lnTo>
                <a:lnTo>
                  <a:pt x="17337" y="3140"/>
                </a:lnTo>
                <a:lnTo>
                  <a:pt x="17371" y="3162"/>
                </a:lnTo>
                <a:lnTo>
                  <a:pt x="17405" y="3185"/>
                </a:lnTo>
                <a:lnTo>
                  <a:pt x="17451" y="3185"/>
                </a:lnTo>
                <a:lnTo>
                  <a:pt x="17451" y="5483"/>
                </a:lnTo>
                <a:lnTo>
                  <a:pt x="17405" y="5483"/>
                </a:lnTo>
                <a:lnTo>
                  <a:pt x="17360" y="5506"/>
                </a:lnTo>
                <a:lnTo>
                  <a:pt x="17326" y="5528"/>
                </a:lnTo>
                <a:lnTo>
                  <a:pt x="17291" y="5551"/>
                </a:lnTo>
                <a:lnTo>
                  <a:pt x="17257" y="5585"/>
                </a:lnTo>
                <a:lnTo>
                  <a:pt x="17246" y="5631"/>
                </a:lnTo>
                <a:lnTo>
                  <a:pt x="17235" y="5676"/>
                </a:lnTo>
                <a:lnTo>
                  <a:pt x="17223" y="5722"/>
                </a:lnTo>
                <a:lnTo>
                  <a:pt x="17235" y="5767"/>
                </a:lnTo>
                <a:lnTo>
                  <a:pt x="17246" y="5813"/>
                </a:lnTo>
                <a:lnTo>
                  <a:pt x="15244" y="6962"/>
                </a:lnTo>
                <a:lnTo>
                  <a:pt x="15210" y="6928"/>
                </a:lnTo>
                <a:lnTo>
                  <a:pt x="15176" y="6905"/>
                </a:lnTo>
                <a:lnTo>
                  <a:pt x="15142" y="6893"/>
                </a:lnTo>
                <a:lnTo>
                  <a:pt x="15062" y="6893"/>
                </a:lnTo>
                <a:lnTo>
                  <a:pt x="15016" y="6905"/>
                </a:lnTo>
                <a:lnTo>
                  <a:pt x="14982" y="6928"/>
                </a:lnTo>
                <a:lnTo>
                  <a:pt x="14960" y="6962"/>
                </a:lnTo>
                <a:lnTo>
                  <a:pt x="12935" y="5790"/>
                </a:lnTo>
                <a:lnTo>
                  <a:pt x="12946" y="5722"/>
                </a:lnTo>
                <a:lnTo>
                  <a:pt x="12946" y="5676"/>
                </a:lnTo>
                <a:lnTo>
                  <a:pt x="12935" y="5642"/>
                </a:lnTo>
                <a:lnTo>
                  <a:pt x="12912" y="5608"/>
                </a:lnTo>
                <a:lnTo>
                  <a:pt x="12889" y="5574"/>
                </a:lnTo>
                <a:lnTo>
                  <a:pt x="12866" y="5551"/>
                </a:lnTo>
                <a:lnTo>
                  <a:pt x="12832" y="5528"/>
                </a:lnTo>
                <a:lnTo>
                  <a:pt x="12798" y="5517"/>
                </a:lnTo>
                <a:lnTo>
                  <a:pt x="12753" y="5506"/>
                </a:lnTo>
                <a:lnTo>
                  <a:pt x="12753" y="3208"/>
                </a:lnTo>
                <a:lnTo>
                  <a:pt x="12798" y="3196"/>
                </a:lnTo>
                <a:lnTo>
                  <a:pt x="12844" y="3174"/>
                </a:lnTo>
                <a:lnTo>
                  <a:pt x="12878" y="3151"/>
                </a:lnTo>
                <a:lnTo>
                  <a:pt x="12912" y="3128"/>
                </a:lnTo>
                <a:lnTo>
                  <a:pt x="12935" y="3094"/>
                </a:lnTo>
                <a:lnTo>
                  <a:pt x="12957" y="3049"/>
                </a:lnTo>
                <a:lnTo>
                  <a:pt x="12969" y="3014"/>
                </a:lnTo>
                <a:lnTo>
                  <a:pt x="12969" y="2958"/>
                </a:lnTo>
                <a:lnTo>
                  <a:pt x="12969" y="2912"/>
                </a:lnTo>
                <a:lnTo>
                  <a:pt x="12946" y="2867"/>
                </a:lnTo>
                <a:lnTo>
                  <a:pt x="14869" y="1752"/>
                </a:lnTo>
                <a:lnTo>
                  <a:pt x="14914" y="1809"/>
                </a:lnTo>
                <a:lnTo>
                  <a:pt x="14971" y="1843"/>
                </a:lnTo>
                <a:lnTo>
                  <a:pt x="15028" y="1877"/>
                </a:lnTo>
                <a:lnTo>
                  <a:pt x="15164" y="1877"/>
                </a:lnTo>
                <a:lnTo>
                  <a:pt x="15233" y="1843"/>
                </a:lnTo>
                <a:lnTo>
                  <a:pt x="15289" y="1809"/>
                </a:lnTo>
                <a:lnTo>
                  <a:pt x="15324" y="1752"/>
                </a:lnTo>
                <a:close/>
                <a:moveTo>
                  <a:pt x="3436" y="5836"/>
                </a:moveTo>
                <a:lnTo>
                  <a:pt x="5427" y="6984"/>
                </a:lnTo>
                <a:lnTo>
                  <a:pt x="5416" y="7030"/>
                </a:lnTo>
                <a:lnTo>
                  <a:pt x="5416" y="7064"/>
                </a:lnTo>
                <a:lnTo>
                  <a:pt x="5416" y="7110"/>
                </a:lnTo>
                <a:lnTo>
                  <a:pt x="5427" y="7144"/>
                </a:lnTo>
                <a:lnTo>
                  <a:pt x="5472" y="7201"/>
                </a:lnTo>
                <a:lnTo>
                  <a:pt x="5529" y="7246"/>
                </a:lnTo>
                <a:lnTo>
                  <a:pt x="5563" y="7257"/>
                </a:lnTo>
                <a:lnTo>
                  <a:pt x="5598" y="7269"/>
                </a:lnTo>
                <a:lnTo>
                  <a:pt x="5598" y="9624"/>
                </a:lnTo>
                <a:lnTo>
                  <a:pt x="5563" y="9624"/>
                </a:lnTo>
                <a:lnTo>
                  <a:pt x="5529" y="9646"/>
                </a:lnTo>
                <a:lnTo>
                  <a:pt x="5461" y="9692"/>
                </a:lnTo>
                <a:lnTo>
                  <a:pt x="5427" y="9749"/>
                </a:lnTo>
                <a:lnTo>
                  <a:pt x="5416" y="9783"/>
                </a:lnTo>
                <a:lnTo>
                  <a:pt x="5416" y="9828"/>
                </a:lnTo>
                <a:lnTo>
                  <a:pt x="5427" y="9897"/>
                </a:lnTo>
                <a:lnTo>
                  <a:pt x="3470" y="11023"/>
                </a:lnTo>
                <a:lnTo>
                  <a:pt x="3425" y="10977"/>
                </a:lnTo>
                <a:lnTo>
                  <a:pt x="3379" y="10932"/>
                </a:lnTo>
                <a:lnTo>
                  <a:pt x="3311" y="10909"/>
                </a:lnTo>
                <a:lnTo>
                  <a:pt x="3186" y="10909"/>
                </a:lnTo>
                <a:lnTo>
                  <a:pt x="3118" y="10932"/>
                </a:lnTo>
                <a:lnTo>
                  <a:pt x="3072" y="10977"/>
                </a:lnTo>
                <a:lnTo>
                  <a:pt x="3027" y="11023"/>
                </a:lnTo>
                <a:lnTo>
                  <a:pt x="1093" y="9897"/>
                </a:lnTo>
                <a:lnTo>
                  <a:pt x="1104" y="9862"/>
                </a:lnTo>
                <a:lnTo>
                  <a:pt x="1104" y="9828"/>
                </a:lnTo>
                <a:lnTo>
                  <a:pt x="1104" y="9783"/>
                </a:lnTo>
                <a:lnTo>
                  <a:pt x="1093" y="9737"/>
                </a:lnTo>
                <a:lnTo>
                  <a:pt x="1070" y="9703"/>
                </a:lnTo>
                <a:lnTo>
                  <a:pt x="1047" y="9669"/>
                </a:lnTo>
                <a:lnTo>
                  <a:pt x="1013" y="9646"/>
                </a:lnTo>
                <a:lnTo>
                  <a:pt x="979" y="9624"/>
                </a:lnTo>
                <a:lnTo>
                  <a:pt x="945" y="9612"/>
                </a:lnTo>
                <a:lnTo>
                  <a:pt x="900" y="9601"/>
                </a:lnTo>
                <a:lnTo>
                  <a:pt x="900" y="7303"/>
                </a:lnTo>
                <a:lnTo>
                  <a:pt x="945" y="7303"/>
                </a:lnTo>
                <a:lnTo>
                  <a:pt x="991" y="7280"/>
                </a:lnTo>
                <a:lnTo>
                  <a:pt x="1025" y="7257"/>
                </a:lnTo>
                <a:lnTo>
                  <a:pt x="1059" y="7235"/>
                </a:lnTo>
                <a:lnTo>
                  <a:pt x="1082" y="7189"/>
                </a:lnTo>
                <a:lnTo>
                  <a:pt x="1104" y="7155"/>
                </a:lnTo>
                <a:lnTo>
                  <a:pt x="1116" y="7110"/>
                </a:lnTo>
                <a:lnTo>
                  <a:pt x="1116" y="7064"/>
                </a:lnTo>
                <a:lnTo>
                  <a:pt x="1116" y="7019"/>
                </a:lnTo>
                <a:lnTo>
                  <a:pt x="1104" y="6973"/>
                </a:lnTo>
                <a:lnTo>
                  <a:pt x="3061" y="5836"/>
                </a:lnTo>
                <a:lnTo>
                  <a:pt x="3095" y="5881"/>
                </a:lnTo>
                <a:lnTo>
                  <a:pt x="3140" y="5915"/>
                </a:lnTo>
                <a:lnTo>
                  <a:pt x="3186" y="5938"/>
                </a:lnTo>
                <a:lnTo>
                  <a:pt x="3311" y="5938"/>
                </a:lnTo>
                <a:lnTo>
                  <a:pt x="3357" y="5915"/>
                </a:lnTo>
                <a:lnTo>
                  <a:pt x="3402" y="5881"/>
                </a:lnTo>
                <a:lnTo>
                  <a:pt x="3436" y="5836"/>
                </a:lnTo>
                <a:close/>
                <a:moveTo>
                  <a:pt x="12912" y="5836"/>
                </a:moveTo>
                <a:lnTo>
                  <a:pt x="14937" y="6996"/>
                </a:lnTo>
                <a:lnTo>
                  <a:pt x="14925" y="7030"/>
                </a:lnTo>
                <a:lnTo>
                  <a:pt x="14925" y="7064"/>
                </a:lnTo>
                <a:lnTo>
                  <a:pt x="14937" y="7132"/>
                </a:lnTo>
                <a:lnTo>
                  <a:pt x="14971" y="7189"/>
                </a:lnTo>
                <a:lnTo>
                  <a:pt x="15016" y="7223"/>
                </a:lnTo>
                <a:lnTo>
                  <a:pt x="15085" y="7246"/>
                </a:lnTo>
                <a:lnTo>
                  <a:pt x="15085" y="9578"/>
                </a:lnTo>
                <a:lnTo>
                  <a:pt x="15039" y="9589"/>
                </a:lnTo>
                <a:lnTo>
                  <a:pt x="14994" y="9601"/>
                </a:lnTo>
                <a:lnTo>
                  <a:pt x="14948" y="9624"/>
                </a:lnTo>
                <a:lnTo>
                  <a:pt x="14914" y="9658"/>
                </a:lnTo>
                <a:lnTo>
                  <a:pt x="14891" y="9692"/>
                </a:lnTo>
                <a:lnTo>
                  <a:pt x="14869" y="9737"/>
                </a:lnTo>
                <a:lnTo>
                  <a:pt x="14857" y="9783"/>
                </a:lnTo>
                <a:lnTo>
                  <a:pt x="14857" y="9828"/>
                </a:lnTo>
                <a:lnTo>
                  <a:pt x="14857" y="9874"/>
                </a:lnTo>
                <a:lnTo>
                  <a:pt x="14869" y="9919"/>
                </a:lnTo>
                <a:lnTo>
                  <a:pt x="12889" y="11057"/>
                </a:lnTo>
                <a:lnTo>
                  <a:pt x="12855" y="11023"/>
                </a:lnTo>
                <a:lnTo>
                  <a:pt x="12821" y="11000"/>
                </a:lnTo>
                <a:lnTo>
                  <a:pt x="12775" y="10989"/>
                </a:lnTo>
                <a:lnTo>
                  <a:pt x="12730" y="10977"/>
                </a:lnTo>
                <a:lnTo>
                  <a:pt x="12684" y="10989"/>
                </a:lnTo>
                <a:lnTo>
                  <a:pt x="12639" y="11000"/>
                </a:lnTo>
                <a:lnTo>
                  <a:pt x="12605" y="11023"/>
                </a:lnTo>
                <a:lnTo>
                  <a:pt x="12571" y="11057"/>
                </a:lnTo>
                <a:lnTo>
                  <a:pt x="10603" y="9919"/>
                </a:lnTo>
                <a:lnTo>
                  <a:pt x="10614" y="9874"/>
                </a:lnTo>
                <a:lnTo>
                  <a:pt x="10614" y="9828"/>
                </a:lnTo>
                <a:lnTo>
                  <a:pt x="10614" y="9771"/>
                </a:lnTo>
                <a:lnTo>
                  <a:pt x="10591" y="9726"/>
                </a:lnTo>
                <a:lnTo>
                  <a:pt x="10580" y="9692"/>
                </a:lnTo>
                <a:lnTo>
                  <a:pt x="10546" y="9658"/>
                </a:lnTo>
                <a:lnTo>
                  <a:pt x="10512" y="9624"/>
                </a:lnTo>
                <a:lnTo>
                  <a:pt x="10478" y="9601"/>
                </a:lnTo>
                <a:lnTo>
                  <a:pt x="10432" y="9578"/>
                </a:lnTo>
                <a:lnTo>
                  <a:pt x="10387" y="9567"/>
                </a:lnTo>
                <a:lnTo>
                  <a:pt x="10387" y="7314"/>
                </a:lnTo>
                <a:lnTo>
                  <a:pt x="10432" y="7303"/>
                </a:lnTo>
                <a:lnTo>
                  <a:pt x="10466" y="7280"/>
                </a:lnTo>
                <a:lnTo>
                  <a:pt x="10512" y="7257"/>
                </a:lnTo>
                <a:lnTo>
                  <a:pt x="10546" y="7235"/>
                </a:lnTo>
                <a:lnTo>
                  <a:pt x="10569" y="7201"/>
                </a:lnTo>
                <a:lnTo>
                  <a:pt x="10591" y="7155"/>
                </a:lnTo>
                <a:lnTo>
                  <a:pt x="10603" y="7110"/>
                </a:lnTo>
                <a:lnTo>
                  <a:pt x="10603" y="7064"/>
                </a:lnTo>
                <a:lnTo>
                  <a:pt x="10603" y="7019"/>
                </a:lnTo>
                <a:lnTo>
                  <a:pt x="10580" y="6973"/>
                </a:lnTo>
                <a:lnTo>
                  <a:pt x="12548" y="5836"/>
                </a:lnTo>
                <a:lnTo>
                  <a:pt x="12582" y="5881"/>
                </a:lnTo>
                <a:lnTo>
                  <a:pt x="12628" y="5904"/>
                </a:lnTo>
                <a:lnTo>
                  <a:pt x="12673" y="5927"/>
                </a:lnTo>
                <a:lnTo>
                  <a:pt x="12730" y="5938"/>
                </a:lnTo>
                <a:lnTo>
                  <a:pt x="12787" y="5927"/>
                </a:lnTo>
                <a:lnTo>
                  <a:pt x="12832" y="5904"/>
                </a:lnTo>
                <a:lnTo>
                  <a:pt x="12878" y="5870"/>
                </a:lnTo>
                <a:lnTo>
                  <a:pt x="12912" y="5836"/>
                </a:lnTo>
                <a:close/>
                <a:moveTo>
                  <a:pt x="3391" y="14026"/>
                </a:moveTo>
                <a:lnTo>
                  <a:pt x="5381" y="15163"/>
                </a:lnTo>
                <a:lnTo>
                  <a:pt x="5359" y="15220"/>
                </a:lnTo>
                <a:lnTo>
                  <a:pt x="5359" y="15277"/>
                </a:lnTo>
                <a:lnTo>
                  <a:pt x="5359" y="15323"/>
                </a:lnTo>
                <a:lnTo>
                  <a:pt x="5370" y="15380"/>
                </a:lnTo>
                <a:lnTo>
                  <a:pt x="5393" y="15414"/>
                </a:lnTo>
                <a:lnTo>
                  <a:pt x="5427" y="15459"/>
                </a:lnTo>
                <a:lnTo>
                  <a:pt x="5461" y="15493"/>
                </a:lnTo>
                <a:lnTo>
                  <a:pt x="5507" y="15516"/>
                </a:lnTo>
                <a:lnTo>
                  <a:pt x="5552" y="15527"/>
                </a:lnTo>
                <a:lnTo>
                  <a:pt x="5598" y="15539"/>
                </a:lnTo>
                <a:lnTo>
                  <a:pt x="5598" y="17780"/>
                </a:lnTo>
                <a:lnTo>
                  <a:pt x="5552" y="17791"/>
                </a:lnTo>
                <a:lnTo>
                  <a:pt x="5507" y="17802"/>
                </a:lnTo>
                <a:lnTo>
                  <a:pt x="5461" y="17825"/>
                </a:lnTo>
                <a:lnTo>
                  <a:pt x="5427" y="17859"/>
                </a:lnTo>
                <a:lnTo>
                  <a:pt x="5404" y="17893"/>
                </a:lnTo>
                <a:lnTo>
                  <a:pt x="5381" y="17939"/>
                </a:lnTo>
                <a:lnTo>
                  <a:pt x="5370" y="17984"/>
                </a:lnTo>
                <a:lnTo>
                  <a:pt x="5359" y="18030"/>
                </a:lnTo>
                <a:lnTo>
                  <a:pt x="5370" y="18087"/>
                </a:lnTo>
                <a:lnTo>
                  <a:pt x="5381" y="18132"/>
                </a:lnTo>
                <a:lnTo>
                  <a:pt x="3459" y="19236"/>
                </a:lnTo>
                <a:lnTo>
                  <a:pt x="3413" y="19190"/>
                </a:lnTo>
                <a:lnTo>
                  <a:pt x="3368" y="19156"/>
                </a:lnTo>
                <a:lnTo>
                  <a:pt x="3311" y="19133"/>
                </a:lnTo>
                <a:lnTo>
                  <a:pt x="3186" y="19133"/>
                </a:lnTo>
                <a:lnTo>
                  <a:pt x="3129" y="19156"/>
                </a:lnTo>
                <a:lnTo>
                  <a:pt x="3084" y="19190"/>
                </a:lnTo>
                <a:lnTo>
                  <a:pt x="3038" y="19236"/>
                </a:lnTo>
                <a:lnTo>
                  <a:pt x="1116" y="18121"/>
                </a:lnTo>
                <a:lnTo>
                  <a:pt x="1127" y="18087"/>
                </a:lnTo>
                <a:lnTo>
                  <a:pt x="1127" y="18030"/>
                </a:lnTo>
                <a:lnTo>
                  <a:pt x="1127" y="17984"/>
                </a:lnTo>
                <a:lnTo>
                  <a:pt x="1116" y="17939"/>
                </a:lnTo>
                <a:lnTo>
                  <a:pt x="1093" y="17905"/>
                </a:lnTo>
                <a:lnTo>
                  <a:pt x="1059" y="17871"/>
                </a:lnTo>
                <a:lnTo>
                  <a:pt x="1025" y="17837"/>
                </a:lnTo>
                <a:lnTo>
                  <a:pt x="991" y="17814"/>
                </a:lnTo>
                <a:lnTo>
                  <a:pt x="945" y="17791"/>
                </a:lnTo>
                <a:lnTo>
                  <a:pt x="900" y="17791"/>
                </a:lnTo>
                <a:lnTo>
                  <a:pt x="900" y="15505"/>
                </a:lnTo>
                <a:lnTo>
                  <a:pt x="945" y="15493"/>
                </a:lnTo>
                <a:lnTo>
                  <a:pt x="979" y="15482"/>
                </a:lnTo>
                <a:lnTo>
                  <a:pt x="1013" y="15459"/>
                </a:lnTo>
                <a:lnTo>
                  <a:pt x="1047" y="15436"/>
                </a:lnTo>
                <a:lnTo>
                  <a:pt x="1070" y="15402"/>
                </a:lnTo>
                <a:lnTo>
                  <a:pt x="1093" y="15357"/>
                </a:lnTo>
                <a:lnTo>
                  <a:pt x="1104" y="15323"/>
                </a:lnTo>
                <a:lnTo>
                  <a:pt x="1104" y="15277"/>
                </a:lnTo>
                <a:lnTo>
                  <a:pt x="1104" y="15232"/>
                </a:lnTo>
                <a:lnTo>
                  <a:pt x="1093" y="15186"/>
                </a:lnTo>
                <a:lnTo>
                  <a:pt x="3106" y="14026"/>
                </a:lnTo>
                <a:lnTo>
                  <a:pt x="3129" y="14060"/>
                </a:lnTo>
                <a:lnTo>
                  <a:pt x="3163" y="14083"/>
                </a:lnTo>
                <a:lnTo>
                  <a:pt x="3209" y="14094"/>
                </a:lnTo>
                <a:lnTo>
                  <a:pt x="3254" y="14105"/>
                </a:lnTo>
                <a:lnTo>
                  <a:pt x="3288" y="14094"/>
                </a:lnTo>
                <a:lnTo>
                  <a:pt x="3334" y="14083"/>
                </a:lnTo>
                <a:lnTo>
                  <a:pt x="3368" y="14060"/>
                </a:lnTo>
                <a:lnTo>
                  <a:pt x="3391" y="14026"/>
                </a:lnTo>
                <a:close/>
                <a:moveTo>
                  <a:pt x="8214" y="14071"/>
                </a:moveTo>
                <a:lnTo>
                  <a:pt x="10114" y="15163"/>
                </a:lnTo>
                <a:lnTo>
                  <a:pt x="10102" y="15220"/>
                </a:lnTo>
                <a:lnTo>
                  <a:pt x="10091" y="15277"/>
                </a:lnTo>
                <a:lnTo>
                  <a:pt x="10102" y="15334"/>
                </a:lnTo>
                <a:lnTo>
                  <a:pt x="10114" y="15380"/>
                </a:lnTo>
                <a:lnTo>
                  <a:pt x="10136" y="15425"/>
                </a:lnTo>
                <a:lnTo>
                  <a:pt x="10159" y="15459"/>
                </a:lnTo>
                <a:lnTo>
                  <a:pt x="10205" y="15493"/>
                </a:lnTo>
                <a:lnTo>
                  <a:pt x="10239" y="15516"/>
                </a:lnTo>
                <a:lnTo>
                  <a:pt x="10284" y="15539"/>
                </a:lnTo>
                <a:lnTo>
                  <a:pt x="10341" y="15539"/>
                </a:lnTo>
                <a:lnTo>
                  <a:pt x="10341" y="17791"/>
                </a:lnTo>
                <a:lnTo>
                  <a:pt x="10296" y="17802"/>
                </a:lnTo>
                <a:lnTo>
                  <a:pt x="10250" y="17814"/>
                </a:lnTo>
                <a:lnTo>
                  <a:pt x="10216" y="17837"/>
                </a:lnTo>
                <a:lnTo>
                  <a:pt x="10182" y="17871"/>
                </a:lnTo>
                <a:lnTo>
                  <a:pt x="10148" y="17905"/>
                </a:lnTo>
                <a:lnTo>
                  <a:pt x="10125" y="17939"/>
                </a:lnTo>
                <a:lnTo>
                  <a:pt x="10114" y="17984"/>
                </a:lnTo>
                <a:lnTo>
                  <a:pt x="10114" y="18030"/>
                </a:lnTo>
                <a:lnTo>
                  <a:pt x="10114" y="18087"/>
                </a:lnTo>
                <a:lnTo>
                  <a:pt x="10125" y="18121"/>
                </a:lnTo>
                <a:lnTo>
                  <a:pt x="8203" y="19236"/>
                </a:lnTo>
                <a:lnTo>
                  <a:pt x="8168" y="19190"/>
                </a:lnTo>
                <a:lnTo>
                  <a:pt x="8112" y="19156"/>
                </a:lnTo>
                <a:lnTo>
                  <a:pt x="8055" y="19133"/>
                </a:lnTo>
                <a:lnTo>
                  <a:pt x="7986" y="19122"/>
                </a:lnTo>
                <a:lnTo>
                  <a:pt x="7930" y="19133"/>
                </a:lnTo>
                <a:lnTo>
                  <a:pt x="7861" y="19156"/>
                </a:lnTo>
                <a:lnTo>
                  <a:pt x="7816" y="19190"/>
                </a:lnTo>
                <a:lnTo>
                  <a:pt x="7770" y="19236"/>
                </a:lnTo>
                <a:lnTo>
                  <a:pt x="5859" y="18132"/>
                </a:lnTo>
                <a:lnTo>
                  <a:pt x="5871" y="18087"/>
                </a:lnTo>
                <a:lnTo>
                  <a:pt x="5882" y="18030"/>
                </a:lnTo>
                <a:lnTo>
                  <a:pt x="5871" y="17984"/>
                </a:lnTo>
                <a:lnTo>
                  <a:pt x="5859" y="17939"/>
                </a:lnTo>
                <a:lnTo>
                  <a:pt x="5836" y="17893"/>
                </a:lnTo>
                <a:lnTo>
                  <a:pt x="5814" y="17859"/>
                </a:lnTo>
                <a:lnTo>
                  <a:pt x="5780" y="17825"/>
                </a:lnTo>
                <a:lnTo>
                  <a:pt x="5734" y="17802"/>
                </a:lnTo>
                <a:lnTo>
                  <a:pt x="5689" y="17791"/>
                </a:lnTo>
                <a:lnTo>
                  <a:pt x="5643" y="17780"/>
                </a:lnTo>
                <a:lnTo>
                  <a:pt x="5643" y="15539"/>
                </a:lnTo>
                <a:lnTo>
                  <a:pt x="5689" y="15527"/>
                </a:lnTo>
                <a:lnTo>
                  <a:pt x="5734" y="15516"/>
                </a:lnTo>
                <a:lnTo>
                  <a:pt x="5780" y="15493"/>
                </a:lnTo>
                <a:lnTo>
                  <a:pt x="5814" y="15459"/>
                </a:lnTo>
                <a:lnTo>
                  <a:pt x="5848" y="15414"/>
                </a:lnTo>
                <a:lnTo>
                  <a:pt x="5859" y="15380"/>
                </a:lnTo>
                <a:lnTo>
                  <a:pt x="5882" y="15323"/>
                </a:lnTo>
                <a:lnTo>
                  <a:pt x="5882" y="15277"/>
                </a:lnTo>
                <a:lnTo>
                  <a:pt x="5882" y="15220"/>
                </a:lnTo>
                <a:lnTo>
                  <a:pt x="5859" y="15175"/>
                </a:lnTo>
                <a:lnTo>
                  <a:pt x="7759" y="14071"/>
                </a:lnTo>
                <a:lnTo>
                  <a:pt x="7804" y="14117"/>
                </a:lnTo>
                <a:lnTo>
                  <a:pt x="7861" y="14162"/>
                </a:lnTo>
                <a:lnTo>
                  <a:pt x="7918" y="14185"/>
                </a:lnTo>
                <a:lnTo>
                  <a:pt x="7986" y="14196"/>
                </a:lnTo>
                <a:lnTo>
                  <a:pt x="8055" y="14185"/>
                </a:lnTo>
                <a:lnTo>
                  <a:pt x="8123" y="14162"/>
                </a:lnTo>
                <a:lnTo>
                  <a:pt x="8180" y="14117"/>
                </a:lnTo>
                <a:lnTo>
                  <a:pt x="8214" y="14071"/>
                </a:lnTo>
                <a:close/>
                <a:moveTo>
                  <a:pt x="3448" y="22262"/>
                </a:moveTo>
                <a:lnTo>
                  <a:pt x="5438" y="23422"/>
                </a:lnTo>
                <a:lnTo>
                  <a:pt x="5427" y="23456"/>
                </a:lnTo>
                <a:lnTo>
                  <a:pt x="5427" y="23490"/>
                </a:lnTo>
                <a:lnTo>
                  <a:pt x="5438" y="23558"/>
                </a:lnTo>
                <a:lnTo>
                  <a:pt x="5472" y="23615"/>
                </a:lnTo>
                <a:lnTo>
                  <a:pt x="5529" y="23661"/>
                </a:lnTo>
                <a:lnTo>
                  <a:pt x="5598" y="23672"/>
                </a:lnTo>
                <a:lnTo>
                  <a:pt x="5598" y="26004"/>
                </a:lnTo>
                <a:lnTo>
                  <a:pt x="5552" y="26015"/>
                </a:lnTo>
                <a:lnTo>
                  <a:pt x="5507" y="26027"/>
                </a:lnTo>
                <a:lnTo>
                  <a:pt x="5472" y="26050"/>
                </a:lnTo>
                <a:lnTo>
                  <a:pt x="5438" y="26084"/>
                </a:lnTo>
                <a:lnTo>
                  <a:pt x="5416" y="26118"/>
                </a:lnTo>
                <a:lnTo>
                  <a:pt x="5393" y="26152"/>
                </a:lnTo>
                <a:lnTo>
                  <a:pt x="5381" y="26197"/>
                </a:lnTo>
                <a:lnTo>
                  <a:pt x="5381" y="26243"/>
                </a:lnTo>
                <a:lnTo>
                  <a:pt x="5381" y="26288"/>
                </a:lnTo>
                <a:lnTo>
                  <a:pt x="5393" y="26334"/>
                </a:lnTo>
                <a:lnTo>
                  <a:pt x="3425" y="27472"/>
                </a:lnTo>
                <a:lnTo>
                  <a:pt x="3391" y="27426"/>
                </a:lnTo>
                <a:lnTo>
                  <a:pt x="3357" y="27403"/>
                </a:lnTo>
                <a:lnTo>
                  <a:pt x="3300" y="27381"/>
                </a:lnTo>
                <a:lnTo>
                  <a:pt x="3254" y="27369"/>
                </a:lnTo>
                <a:lnTo>
                  <a:pt x="3197" y="27381"/>
                </a:lnTo>
                <a:lnTo>
                  <a:pt x="3152" y="27403"/>
                </a:lnTo>
                <a:lnTo>
                  <a:pt x="3106" y="27426"/>
                </a:lnTo>
                <a:lnTo>
                  <a:pt x="3072" y="27472"/>
                </a:lnTo>
                <a:lnTo>
                  <a:pt x="1059" y="26311"/>
                </a:lnTo>
                <a:lnTo>
                  <a:pt x="1070" y="26243"/>
                </a:lnTo>
                <a:lnTo>
                  <a:pt x="1070" y="26209"/>
                </a:lnTo>
                <a:lnTo>
                  <a:pt x="1059" y="26175"/>
                </a:lnTo>
                <a:lnTo>
                  <a:pt x="1025" y="26118"/>
                </a:lnTo>
                <a:lnTo>
                  <a:pt x="968" y="26072"/>
                </a:lnTo>
                <a:lnTo>
                  <a:pt x="900" y="26050"/>
                </a:lnTo>
                <a:lnTo>
                  <a:pt x="900" y="23740"/>
                </a:lnTo>
                <a:lnTo>
                  <a:pt x="945" y="23729"/>
                </a:lnTo>
                <a:lnTo>
                  <a:pt x="991" y="23706"/>
                </a:lnTo>
                <a:lnTo>
                  <a:pt x="1025" y="23684"/>
                </a:lnTo>
                <a:lnTo>
                  <a:pt x="1059" y="23661"/>
                </a:lnTo>
                <a:lnTo>
                  <a:pt x="1093" y="23627"/>
                </a:lnTo>
                <a:lnTo>
                  <a:pt x="1116" y="23581"/>
                </a:lnTo>
                <a:lnTo>
                  <a:pt x="1127" y="23536"/>
                </a:lnTo>
                <a:lnTo>
                  <a:pt x="1127" y="23490"/>
                </a:lnTo>
                <a:lnTo>
                  <a:pt x="1127" y="23433"/>
                </a:lnTo>
                <a:lnTo>
                  <a:pt x="1104" y="23388"/>
                </a:lnTo>
                <a:lnTo>
                  <a:pt x="3049" y="22262"/>
                </a:lnTo>
                <a:lnTo>
                  <a:pt x="3084" y="22307"/>
                </a:lnTo>
                <a:lnTo>
                  <a:pt x="3129" y="22353"/>
                </a:lnTo>
                <a:lnTo>
                  <a:pt x="3186" y="22375"/>
                </a:lnTo>
                <a:lnTo>
                  <a:pt x="3254" y="22375"/>
                </a:lnTo>
                <a:lnTo>
                  <a:pt x="3311" y="22364"/>
                </a:lnTo>
                <a:lnTo>
                  <a:pt x="3368" y="22353"/>
                </a:lnTo>
                <a:lnTo>
                  <a:pt x="3413" y="22307"/>
                </a:lnTo>
                <a:lnTo>
                  <a:pt x="3448" y="22262"/>
                </a:lnTo>
                <a:close/>
                <a:moveTo>
                  <a:pt x="8203" y="22273"/>
                </a:moveTo>
                <a:lnTo>
                  <a:pt x="10159" y="23399"/>
                </a:lnTo>
                <a:lnTo>
                  <a:pt x="10148" y="23445"/>
                </a:lnTo>
                <a:lnTo>
                  <a:pt x="10148" y="23490"/>
                </a:lnTo>
                <a:lnTo>
                  <a:pt x="10148" y="23524"/>
                </a:lnTo>
                <a:lnTo>
                  <a:pt x="10159" y="23570"/>
                </a:lnTo>
                <a:lnTo>
                  <a:pt x="10170" y="23604"/>
                </a:lnTo>
                <a:lnTo>
                  <a:pt x="10205" y="23638"/>
                </a:lnTo>
                <a:lnTo>
                  <a:pt x="10227" y="23661"/>
                </a:lnTo>
                <a:lnTo>
                  <a:pt x="10261" y="23684"/>
                </a:lnTo>
                <a:lnTo>
                  <a:pt x="10296" y="23695"/>
                </a:lnTo>
                <a:lnTo>
                  <a:pt x="10341" y="23706"/>
                </a:lnTo>
                <a:lnTo>
                  <a:pt x="10341" y="26015"/>
                </a:lnTo>
                <a:lnTo>
                  <a:pt x="10296" y="26027"/>
                </a:lnTo>
                <a:lnTo>
                  <a:pt x="10261" y="26038"/>
                </a:lnTo>
                <a:lnTo>
                  <a:pt x="10227" y="26061"/>
                </a:lnTo>
                <a:lnTo>
                  <a:pt x="10193" y="26095"/>
                </a:lnTo>
                <a:lnTo>
                  <a:pt x="10170" y="26129"/>
                </a:lnTo>
                <a:lnTo>
                  <a:pt x="10148" y="26163"/>
                </a:lnTo>
                <a:lnTo>
                  <a:pt x="10136" y="26197"/>
                </a:lnTo>
                <a:lnTo>
                  <a:pt x="10136" y="26243"/>
                </a:lnTo>
                <a:lnTo>
                  <a:pt x="10136" y="26288"/>
                </a:lnTo>
                <a:lnTo>
                  <a:pt x="10148" y="26323"/>
                </a:lnTo>
                <a:lnTo>
                  <a:pt x="8146" y="27483"/>
                </a:lnTo>
                <a:lnTo>
                  <a:pt x="8112" y="27449"/>
                </a:lnTo>
                <a:lnTo>
                  <a:pt x="8077" y="27426"/>
                </a:lnTo>
                <a:lnTo>
                  <a:pt x="8032" y="27415"/>
                </a:lnTo>
                <a:lnTo>
                  <a:pt x="7986" y="27403"/>
                </a:lnTo>
                <a:lnTo>
                  <a:pt x="7941" y="27415"/>
                </a:lnTo>
                <a:lnTo>
                  <a:pt x="7907" y="27426"/>
                </a:lnTo>
                <a:lnTo>
                  <a:pt x="7861" y="27449"/>
                </a:lnTo>
                <a:lnTo>
                  <a:pt x="7839" y="27483"/>
                </a:lnTo>
                <a:lnTo>
                  <a:pt x="5836" y="26334"/>
                </a:lnTo>
                <a:lnTo>
                  <a:pt x="5859" y="26288"/>
                </a:lnTo>
                <a:lnTo>
                  <a:pt x="5859" y="26243"/>
                </a:lnTo>
                <a:lnTo>
                  <a:pt x="5859" y="26197"/>
                </a:lnTo>
                <a:lnTo>
                  <a:pt x="5836" y="26152"/>
                </a:lnTo>
                <a:lnTo>
                  <a:pt x="5825" y="26118"/>
                </a:lnTo>
                <a:lnTo>
                  <a:pt x="5791" y="26084"/>
                </a:lnTo>
                <a:lnTo>
                  <a:pt x="5768" y="26061"/>
                </a:lnTo>
                <a:lnTo>
                  <a:pt x="5723" y="26038"/>
                </a:lnTo>
                <a:lnTo>
                  <a:pt x="5689" y="26015"/>
                </a:lnTo>
                <a:lnTo>
                  <a:pt x="5643" y="26004"/>
                </a:lnTo>
                <a:lnTo>
                  <a:pt x="5643" y="23672"/>
                </a:lnTo>
                <a:lnTo>
                  <a:pt x="5711" y="23661"/>
                </a:lnTo>
                <a:lnTo>
                  <a:pt x="5757" y="23615"/>
                </a:lnTo>
                <a:lnTo>
                  <a:pt x="5802" y="23558"/>
                </a:lnTo>
                <a:lnTo>
                  <a:pt x="5814" y="23490"/>
                </a:lnTo>
                <a:lnTo>
                  <a:pt x="5802" y="23456"/>
                </a:lnTo>
                <a:lnTo>
                  <a:pt x="5791" y="23422"/>
                </a:lnTo>
                <a:lnTo>
                  <a:pt x="7770" y="22273"/>
                </a:lnTo>
                <a:lnTo>
                  <a:pt x="7816" y="22330"/>
                </a:lnTo>
                <a:lnTo>
                  <a:pt x="7861" y="22364"/>
                </a:lnTo>
                <a:lnTo>
                  <a:pt x="7930" y="22387"/>
                </a:lnTo>
                <a:lnTo>
                  <a:pt x="7986" y="22398"/>
                </a:lnTo>
                <a:lnTo>
                  <a:pt x="8055" y="22387"/>
                </a:lnTo>
                <a:lnTo>
                  <a:pt x="8112" y="22364"/>
                </a:lnTo>
                <a:lnTo>
                  <a:pt x="8168" y="22318"/>
                </a:lnTo>
                <a:lnTo>
                  <a:pt x="8203" y="22273"/>
                </a:lnTo>
                <a:close/>
                <a:moveTo>
                  <a:pt x="17633" y="22250"/>
                </a:moveTo>
                <a:lnTo>
                  <a:pt x="19646" y="23411"/>
                </a:lnTo>
                <a:lnTo>
                  <a:pt x="19635" y="23445"/>
                </a:lnTo>
                <a:lnTo>
                  <a:pt x="19635" y="23490"/>
                </a:lnTo>
                <a:lnTo>
                  <a:pt x="19635" y="23524"/>
                </a:lnTo>
                <a:lnTo>
                  <a:pt x="19646" y="23558"/>
                </a:lnTo>
                <a:lnTo>
                  <a:pt x="19669" y="23593"/>
                </a:lnTo>
                <a:lnTo>
                  <a:pt x="19692" y="23627"/>
                </a:lnTo>
                <a:lnTo>
                  <a:pt x="19749" y="23672"/>
                </a:lnTo>
                <a:lnTo>
                  <a:pt x="19783" y="23684"/>
                </a:lnTo>
                <a:lnTo>
                  <a:pt x="19817" y="23695"/>
                </a:lnTo>
                <a:lnTo>
                  <a:pt x="19817" y="26050"/>
                </a:lnTo>
                <a:lnTo>
                  <a:pt x="19783" y="26050"/>
                </a:lnTo>
                <a:lnTo>
                  <a:pt x="19749" y="26061"/>
                </a:lnTo>
                <a:lnTo>
                  <a:pt x="19692" y="26106"/>
                </a:lnTo>
                <a:lnTo>
                  <a:pt x="19646" y="26175"/>
                </a:lnTo>
                <a:lnTo>
                  <a:pt x="19635" y="26209"/>
                </a:lnTo>
                <a:lnTo>
                  <a:pt x="19635" y="26243"/>
                </a:lnTo>
                <a:lnTo>
                  <a:pt x="19635" y="26277"/>
                </a:lnTo>
                <a:lnTo>
                  <a:pt x="19646" y="26311"/>
                </a:lnTo>
                <a:lnTo>
                  <a:pt x="17610" y="27494"/>
                </a:lnTo>
                <a:lnTo>
                  <a:pt x="17587" y="27460"/>
                </a:lnTo>
                <a:lnTo>
                  <a:pt x="17553" y="27437"/>
                </a:lnTo>
                <a:lnTo>
                  <a:pt x="17508" y="27415"/>
                </a:lnTo>
                <a:lnTo>
                  <a:pt x="17428" y="27415"/>
                </a:lnTo>
                <a:lnTo>
                  <a:pt x="17382" y="27437"/>
                </a:lnTo>
                <a:lnTo>
                  <a:pt x="17348" y="27460"/>
                </a:lnTo>
                <a:lnTo>
                  <a:pt x="17326" y="27483"/>
                </a:lnTo>
                <a:lnTo>
                  <a:pt x="15324" y="26334"/>
                </a:lnTo>
                <a:lnTo>
                  <a:pt x="15335" y="26288"/>
                </a:lnTo>
                <a:lnTo>
                  <a:pt x="15335" y="26243"/>
                </a:lnTo>
                <a:lnTo>
                  <a:pt x="15335" y="26197"/>
                </a:lnTo>
                <a:lnTo>
                  <a:pt x="15324" y="26163"/>
                </a:lnTo>
                <a:lnTo>
                  <a:pt x="15301" y="26118"/>
                </a:lnTo>
                <a:lnTo>
                  <a:pt x="15278" y="26084"/>
                </a:lnTo>
                <a:lnTo>
                  <a:pt x="15244" y="26061"/>
                </a:lnTo>
                <a:lnTo>
                  <a:pt x="15210" y="26038"/>
                </a:lnTo>
                <a:lnTo>
                  <a:pt x="15164" y="26015"/>
                </a:lnTo>
                <a:lnTo>
                  <a:pt x="15130" y="26004"/>
                </a:lnTo>
                <a:lnTo>
                  <a:pt x="15130" y="23684"/>
                </a:lnTo>
                <a:lnTo>
                  <a:pt x="15198" y="23661"/>
                </a:lnTo>
                <a:lnTo>
                  <a:pt x="15244" y="23615"/>
                </a:lnTo>
                <a:lnTo>
                  <a:pt x="15289" y="23558"/>
                </a:lnTo>
                <a:lnTo>
                  <a:pt x="15289" y="23524"/>
                </a:lnTo>
                <a:lnTo>
                  <a:pt x="15301" y="23490"/>
                </a:lnTo>
                <a:lnTo>
                  <a:pt x="15289" y="23445"/>
                </a:lnTo>
                <a:lnTo>
                  <a:pt x="15289" y="23411"/>
                </a:lnTo>
                <a:lnTo>
                  <a:pt x="17303" y="22250"/>
                </a:lnTo>
                <a:lnTo>
                  <a:pt x="17337" y="22284"/>
                </a:lnTo>
                <a:lnTo>
                  <a:pt x="17371" y="22318"/>
                </a:lnTo>
                <a:lnTo>
                  <a:pt x="17417" y="22330"/>
                </a:lnTo>
                <a:lnTo>
                  <a:pt x="17473" y="22341"/>
                </a:lnTo>
                <a:lnTo>
                  <a:pt x="17519" y="22330"/>
                </a:lnTo>
                <a:lnTo>
                  <a:pt x="17564" y="22318"/>
                </a:lnTo>
                <a:lnTo>
                  <a:pt x="17610" y="22284"/>
                </a:lnTo>
                <a:lnTo>
                  <a:pt x="17633" y="22250"/>
                </a:lnTo>
                <a:close/>
                <a:moveTo>
                  <a:pt x="15301" y="26368"/>
                </a:moveTo>
                <a:lnTo>
                  <a:pt x="17303" y="27528"/>
                </a:lnTo>
                <a:lnTo>
                  <a:pt x="17291" y="27597"/>
                </a:lnTo>
                <a:lnTo>
                  <a:pt x="17303" y="27665"/>
                </a:lnTo>
                <a:lnTo>
                  <a:pt x="17337" y="27710"/>
                </a:lnTo>
                <a:lnTo>
                  <a:pt x="17382" y="27756"/>
                </a:lnTo>
                <a:lnTo>
                  <a:pt x="17451" y="27767"/>
                </a:lnTo>
                <a:lnTo>
                  <a:pt x="17451" y="30156"/>
                </a:lnTo>
                <a:lnTo>
                  <a:pt x="17417" y="30156"/>
                </a:lnTo>
                <a:lnTo>
                  <a:pt x="17382" y="30168"/>
                </a:lnTo>
                <a:lnTo>
                  <a:pt x="17314" y="30213"/>
                </a:lnTo>
                <a:lnTo>
                  <a:pt x="17280" y="30281"/>
                </a:lnTo>
                <a:lnTo>
                  <a:pt x="17269" y="30315"/>
                </a:lnTo>
                <a:lnTo>
                  <a:pt x="17269" y="30350"/>
                </a:lnTo>
                <a:lnTo>
                  <a:pt x="17269" y="30384"/>
                </a:lnTo>
                <a:lnTo>
                  <a:pt x="17280" y="30418"/>
                </a:lnTo>
                <a:lnTo>
                  <a:pt x="15301" y="31567"/>
                </a:lnTo>
                <a:lnTo>
                  <a:pt x="15267" y="31521"/>
                </a:lnTo>
                <a:lnTo>
                  <a:pt x="15210" y="31487"/>
                </a:lnTo>
                <a:lnTo>
                  <a:pt x="15164" y="31464"/>
                </a:lnTo>
                <a:lnTo>
                  <a:pt x="15096" y="31453"/>
                </a:lnTo>
                <a:lnTo>
                  <a:pt x="15039" y="31464"/>
                </a:lnTo>
                <a:lnTo>
                  <a:pt x="14982" y="31487"/>
                </a:lnTo>
                <a:lnTo>
                  <a:pt x="14937" y="31521"/>
                </a:lnTo>
                <a:lnTo>
                  <a:pt x="14903" y="31567"/>
                </a:lnTo>
                <a:lnTo>
                  <a:pt x="12935" y="30429"/>
                </a:lnTo>
                <a:lnTo>
                  <a:pt x="12935" y="30384"/>
                </a:lnTo>
                <a:lnTo>
                  <a:pt x="12946" y="30350"/>
                </a:lnTo>
                <a:lnTo>
                  <a:pt x="12935" y="30315"/>
                </a:lnTo>
                <a:lnTo>
                  <a:pt x="12923" y="30270"/>
                </a:lnTo>
                <a:lnTo>
                  <a:pt x="12912" y="30236"/>
                </a:lnTo>
                <a:lnTo>
                  <a:pt x="12889" y="30213"/>
                </a:lnTo>
                <a:lnTo>
                  <a:pt x="12832" y="30168"/>
                </a:lnTo>
                <a:lnTo>
                  <a:pt x="12798" y="30145"/>
                </a:lnTo>
                <a:lnTo>
                  <a:pt x="12753" y="30145"/>
                </a:lnTo>
                <a:lnTo>
                  <a:pt x="12753" y="27836"/>
                </a:lnTo>
                <a:lnTo>
                  <a:pt x="12798" y="27836"/>
                </a:lnTo>
                <a:lnTo>
                  <a:pt x="12844" y="27813"/>
                </a:lnTo>
                <a:lnTo>
                  <a:pt x="12878" y="27790"/>
                </a:lnTo>
                <a:lnTo>
                  <a:pt x="12912" y="27756"/>
                </a:lnTo>
                <a:lnTo>
                  <a:pt x="12935" y="27722"/>
                </a:lnTo>
                <a:lnTo>
                  <a:pt x="12957" y="27688"/>
                </a:lnTo>
                <a:lnTo>
                  <a:pt x="12969" y="27642"/>
                </a:lnTo>
                <a:lnTo>
                  <a:pt x="12980" y="27597"/>
                </a:lnTo>
                <a:lnTo>
                  <a:pt x="12969" y="27540"/>
                </a:lnTo>
                <a:lnTo>
                  <a:pt x="12957" y="27494"/>
                </a:lnTo>
                <a:lnTo>
                  <a:pt x="14903" y="26380"/>
                </a:lnTo>
                <a:lnTo>
                  <a:pt x="14937" y="26414"/>
                </a:lnTo>
                <a:lnTo>
                  <a:pt x="14982" y="26448"/>
                </a:lnTo>
                <a:lnTo>
                  <a:pt x="15039" y="26471"/>
                </a:lnTo>
                <a:lnTo>
                  <a:pt x="15096" y="26482"/>
                </a:lnTo>
                <a:lnTo>
                  <a:pt x="15164" y="26471"/>
                </a:lnTo>
                <a:lnTo>
                  <a:pt x="15221" y="26448"/>
                </a:lnTo>
                <a:lnTo>
                  <a:pt x="15267" y="26414"/>
                </a:lnTo>
                <a:lnTo>
                  <a:pt x="15301" y="26368"/>
                </a:lnTo>
                <a:close/>
                <a:moveTo>
                  <a:pt x="10546" y="26368"/>
                </a:moveTo>
                <a:lnTo>
                  <a:pt x="12502" y="27494"/>
                </a:lnTo>
                <a:lnTo>
                  <a:pt x="12491" y="27540"/>
                </a:lnTo>
                <a:lnTo>
                  <a:pt x="12480" y="27597"/>
                </a:lnTo>
                <a:lnTo>
                  <a:pt x="12491" y="27642"/>
                </a:lnTo>
                <a:lnTo>
                  <a:pt x="12502" y="27688"/>
                </a:lnTo>
                <a:lnTo>
                  <a:pt x="12525" y="27722"/>
                </a:lnTo>
                <a:lnTo>
                  <a:pt x="12548" y="27767"/>
                </a:lnTo>
                <a:lnTo>
                  <a:pt x="12582" y="27790"/>
                </a:lnTo>
                <a:lnTo>
                  <a:pt x="12616" y="27813"/>
                </a:lnTo>
                <a:lnTo>
                  <a:pt x="12662" y="27836"/>
                </a:lnTo>
                <a:lnTo>
                  <a:pt x="12707" y="27836"/>
                </a:lnTo>
                <a:lnTo>
                  <a:pt x="12707" y="30133"/>
                </a:lnTo>
                <a:lnTo>
                  <a:pt x="12673" y="30145"/>
                </a:lnTo>
                <a:lnTo>
                  <a:pt x="12628" y="30156"/>
                </a:lnTo>
                <a:lnTo>
                  <a:pt x="12605" y="30179"/>
                </a:lnTo>
                <a:lnTo>
                  <a:pt x="12571" y="30202"/>
                </a:lnTo>
                <a:lnTo>
                  <a:pt x="12548" y="30236"/>
                </a:lnTo>
                <a:lnTo>
                  <a:pt x="12525" y="30270"/>
                </a:lnTo>
                <a:lnTo>
                  <a:pt x="12514" y="30315"/>
                </a:lnTo>
                <a:lnTo>
                  <a:pt x="12514" y="30350"/>
                </a:lnTo>
                <a:lnTo>
                  <a:pt x="12514" y="30395"/>
                </a:lnTo>
                <a:lnTo>
                  <a:pt x="12525" y="30429"/>
                </a:lnTo>
                <a:lnTo>
                  <a:pt x="10534" y="31578"/>
                </a:lnTo>
                <a:lnTo>
                  <a:pt x="10500" y="31544"/>
                </a:lnTo>
                <a:lnTo>
                  <a:pt x="10455" y="31510"/>
                </a:lnTo>
                <a:lnTo>
                  <a:pt x="10409" y="31498"/>
                </a:lnTo>
                <a:lnTo>
                  <a:pt x="10364" y="31487"/>
                </a:lnTo>
                <a:lnTo>
                  <a:pt x="10307" y="31498"/>
                </a:lnTo>
                <a:lnTo>
                  <a:pt x="10261" y="31510"/>
                </a:lnTo>
                <a:lnTo>
                  <a:pt x="10216" y="31544"/>
                </a:lnTo>
                <a:lnTo>
                  <a:pt x="10182" y="31578"/>
                </a:lnTo>
                <a:lnTo>
                  <a:pt x="8225" y="30452"/>
                </a:lnTo>
                <a:lnTo>
                  <a:pt x="8248" y="30406"/>
                </a:lnTo>
                <a:lnTo>
                  <a:pt x="8248" y="30350"/>
                </a:lnTo>
                <a:lnTo>
                  <a:pt x="8248" y="30304"/>
                </a:lnTo>
                <a:lnTo>
                  <a:pt x="8225" y="30259"/>
                </a:lnTo>
                <a:lnTo>
                  <a:pt x="8203" y="30213"/>
                </a:lnTo>
                <a:lnTo>
                  <a:pt x="8180" y="30179"/>
                </a:lnTo>
                <a:lnTo>
                  <a:pt x="8146" y="30145"/>
                </a:lnTo>
                <a:lnTo>
                  <a:pt x="8100" y="30122"/>
                </a:lnTo>
                <a:lnTo>
                  <a:pt x="8066" y="30099"/>
                </a:lnTo>
                <a:lnTo>
                  <a:pt x="8009" y="30099"/>
                </a:lnTo>
                <a:lnTo>
                  <a:pt x="8009" y="27779"/>
                </a:lnTo>
                <a:lnTo>
                  <a:pt x="8077" y="27756"/>
                </a:lnTo>
                <a:lnTo>
                  <a:pt x="8134" y="27722"/>
                </a:lnTo>
                <a:lnTo>
                  <a:pt x="8168" y="27665"/>
                </a:lnTo>
                <a:lnTo>
                  <a:pt x="8180" y="27597"/>
                </a:lnTo>
                <a:lnTo>
                  <a:pt x="8180" y="27563"/>
                </a:lnTo>
                <a:lnTo>
                  <a:pt x="8168" y="27528"/>
                </a:lnTo>
                <a:lnTo>
                  <a:pt x="10170" y="26368"/>
                </a:lnTo>
                <a:lnTo>
                  <a:pt x="10205" y="26414"/>
                </a:lnTo>
                <a:lnTo>
                  <a:pt x="10250" y="26448"/>
                </a:lnTo>
                <a:lnTo>
                  <a:pt x="10296" y="26471"/>
                </a:lnTo>
                <a:lnTo>
                  <a:pt x="10421" y="26471"/>
                </a:lnTo>
                <a:lnTo>
                  <a:pt x="10466" y="26448"/>
                </a:lnTo>
                <a:lnTo>
                  <a:pt x="10512" y="26414"/>
                </a:lnTo>
                <a:lnTo>
                  <a:pt x="10546" y="26368"/>
                </a:lnTo>
                <a:close/>
                <a:moveTo>
                  <a:pt x="854" y="0"/>
                </a:moveTo>
                <a:lnTo>
                  <a:pt x="854" y="1433"/>
                </a:lnTo>
                <a:lnTo>
                  <a:pt x="797" y="1456"/>
                </a:lnTo>
                <a:lnTo>
                  <a:pt x="740" y="1490"/>
                </a:lnTo>
                <a:lnTo>
                  <a:pt x="706" y="1547"/>
                </a:lnTo>
                <a:lnTo>
                  <a:pt x="695" y="1615"/>
                </a:lnTo>
                <a:lnTo>
                  <a:pt x="706" y="1672"/>
                </a:lnTo>
                <a:lnTo>
                  <a:pt x="1" y="2070"/>
                </a:lnTo>
                <a:lnTo>
                  <a:pt x="1" y="2127"/>
                </a:lnTo>
                <a:lnTo>
                  <a:pt x="729" y="1706"/>
                </a:lnTo>
                <a:lnTo>
                  <a:pt x="752" y="1740"/>
                </a:lnTo>
                <a:lnTo>
                  <a:pt x="786" y="1775"/>
                </a:lnTo>
                <a:lnTo>
                  <a:pt x="831" y="1786"/>
                </a:lnTo>
                <a:lnTo>
                  <a:pt x="877" y="1797"/>
                </a:lnTo>
                <a:lnTo>
                  <a:pt x="922" y="1786"/>
                </a:lnTo>
                <a:lnTo>
                  <a:pt x="968" y="1775"/>
                </a:lnTo>
                <a:lnTo>
                  <a:pt x="1002" y="1740"/>
                </a:lnTo>
                <a:lnTo>
                  <a:pt x="1036" y="1706"/>
                </a:lnTo>
                <a:lnTo>
                  <a:pt x="3061" y="2878"/>
                </a:lnTo>
                <a:lnTo>
                  <a:pt x="3049" y="2923"/>
                </a:lnTo>
                <a:lnTo>
                  <a:pt x="3038" y="2958"/>
                </a:lnTo>
                <a:lnTo>
                  <a:pt x="3049" y="3003"/>
                </a:lnTo>
                <a:lnTo>
                  <a:pt x="3061" y="3037"/>
                </a:lnTo>
                <a:lnTo>
                  <a:pt x="3095" y="3105"/>
                </a:lnTo>
                <a:lnTo>
                  <a:pt x="3152" y="3151"/>
                </a:lnTo>
                <a:lnTo>
                  <a:pt x="3186" y="3162"/>
                </a:lnTo>
                <a:lnTo>
                  <a:pt x="3231" y="3162"/>
                </a:lnTo>
                <a:lnTo>
                  <a:pt x="3231" y="5506"/>
                </a:lnTo>
                <a:lnTo>
                  <a:pt x="3186" y="5506"/>
                </a:lnTo>
                <a:lnTo>
                  <a:pt x="3152" y="5528"/>
                </a:lnTo>
                <a:lnTo>
                  <a:pt x="3118" y="5540"/>
                </a:lnTo>
                <a:lnTo>
                  <a:pt x="3084" y="5574"/>
                </a:lnTo>
                <a:lnTo>
                  <a:pt x="3061" y="5608"/>
                </a:lnTo>
                <a:lnTo>
                  <a:pt x="3038" y="5642"/>
                </a:lnTo>
                <a:lnTo>
                  <a:pt x="3027" y="5676"/>
                </a:lnTo>
                <a:lnTo>
                  <a:pt x="3027" y="5722"/>
                </a:lnTo>
                <a:lnTo>
                  <a:pt x="3027" y="5756"/>
                </a:lnTo>
                <a:lnTo>
                  <a:pt x="3038" y="5790"/>
                </a:lnTo>
                <a:lnTo>
                  <a:pt x="1082" y="6928"/>
                </a:lnTo>
                <a:lnTo>
                  <a:pt x="1036" y="6882"/>
                </a:lnTo>
                <a:lnTo>
                  <a:pt x="991" y="6859"/>
                </a:lnTo>
                <a:lnTo>
                  <a:pt x="934" y="6837"/>
                </a:lnTo>
                <a:lnTo>
                  <a:pt x="877" y="6825"/>
                </a:lnTo>
                <a:lnTo>
                  <a:pt x="820" y="6837"/>
                </a:lnTo>
                <a:lnTo>
                  <a:pt x="763" y="6859"/>
                </a:lnTo>
                <a:lnTo>
                  <a:pt x="718" y="6882"/>
                </a:lnTo>
                <a:lnTo>
                  <a:pt x="683" y="6928"/>
                </a:lnTo>
                <a:lnTo>
                  <a:pt x="1" y="6541"/>
                </a:lnTo>
                <a:lnTo>
                  <a:pt x="1" y="6586"/>
                </a:lnTo>
                <a:lnTo>
                  <a:pt x="661" y="6973"/>
                </a:lnTo>
                <a:lnTo>
                  <a:pt x="649" y="7019"/>
                </a:lnTo>
                <a:lnTo>
                  <a:pt x="638" y="7064"/>
                </a:lnTo>
                <a:lnTo>
                  <a:pt x="638" y="7110"/>
                </a:lnTo>
                <a:lnTo>
                  <a:pt x="661" y="7155"/>
                </a:lnTo>
                <a:lnTo>
                  <a:pt x="672" y="7201"/>
                </a:lnTo>
                <a:lnTo>
                  <a:pt x="706" y="7235"/>
                </a:lnTo>
                <a:lnTo>
                  <a:pt x="729" y="7257"/>
                </a:lnTo>
                <a:lnTo>
                  <a:pt x="774" y="7280"/>
                </a:lnTo>
                <a:lnTo>
                  <a:pt x="809" y="7303"/>
                </a:lnTo>
                <a:lnTo>
                  <a:pt x="854" y="7303"/>
                </a:lnTo>
                <a:lnTo>
                  <a:pt x="854" y="9601"/>
                </a:lnTo>
                <a:lnTo>
                  <a:pt x="820" y="9612"/>
                </a:lnTo>
                <a:lnTo>
                  <a:pt x="774" y="9624"/>
                </a:lnTo>
                <a:lnTo>
                  <a:pt x="740" y="9646"/>
                </a:lnTo>
                <a:lnTo>
                  <a:pt x="718" y="9669"/>
                </a:lnTo>
                <a:lnTo>
                  <a:pt x="683" y="9703"/>
                </a:lnTo>
                <a:lnTo>
                  <a:pt x="672" y="9737"/>
                </a:lnTo>
                <a:lnTo>
                  <a:pt x="661" y="9783"/>
                </a:lnTo>
                <a:lnTo>
                  <a:pt x="649" y="9828"/>
                </a:lnTo>
                <a:lnTo>
                  <a:pt x="661" y="9862"/>
                </a:lnTo>
                <a:lnTo>
                  <a:pt x="672" y="9897"/>
                </a:lnTo>
                <a:lnTo>
                  <a:pt x="1" y="10283"/>
                </a:lnTo>
                <a:lnTo>
                  <a:pt x="1" y="10340"/>
                </a:lnTo>
                <a:lnTo>
                  <a:pt x="683" y="9942"/>
                </a:lnTo>
                <a:lnTo>
                  <a:pt x="729" y="9988"/>
                </a:lnTo>
                <a:lnTo>
                  <a:pt x="763" y="10022"/>
                </a:lnTo>
                <a:lnTo>
                  <a:pt x="820" y="10044"/>
                </a:lnTo>
                <a:lnTo>
                  <a:pt x="934" y="10044"/>
                </a:lnTo>
                <a:lnTo>
                  <a:pt x="991" y="10022"/>
                </a:lnTo>
                <a:lnTo>
                  <a:pt x="1036" y="9988"/>
                </a:lnTo>
                <a:lnTo>
                  <a:pt x="1070" y="9942"/>
                </a:lnTo>
                <a:lnTo>
                  <a:pt x="3004" y="11057"/>
                </a:lnTo>
                <a:lnTo>
                  <a:pt x="2993" y="11114"/>
                </a:lnTo>
                <a:lnTo>
                  <a:pt x="2981" y="11171"/>
                </a:lnTo>
                <a:lnTo>
                  <a:pt x="2981" y="11227"/>
                </a:lnTo>
                <a:lnTo>
                  <a:pt x="3004" y="11273"/>
                </a:lnTo>
                <a:lnTo>
                  <a:pt x="3027" y="11319"/>
                </a:lnTo>
                <a:lnTo>
                  <a:pt x="3049" y="11353"/>
                </a:lnTo>
                <a:lnTo>
                  <a:pt x="3084" y="11387"/>
                </a:lnTo>
                <a:lnTo>
                  <a:pt x="3129" y="11410"/>
                </a:lnTo>
                <a:lnTo>
                  <a:pt x="3175" y="11432"/>
                </a:lnTo>
                <a:lnTo>
                  <a:pt x="3231" y="11444"/>
                </a:lnTo>
                <a:lnTo>
                  <a:pt x="3231" y="13764"/>
                </a:lnTo>
                <a:lnTo>
                  <a:pt x="3163" y="13776"/>
                </a:lnTo>
                <a:lnTo>
                  <a:pt x="3118" y="13821"/>
                </a:lnTo>
                <a:lnTo>
                  <a:pt x="3095" y="13867"/>
                </a:lnTo>
                <a:lnTo>
                  <a:pt x="3084" y="13935"/>
                </a:lnTo>
                <a:lnTo>
                  <a:pt x="3084" y="13980"/>
                </a:lnTo>
                <a:lnTo>
                  <a:pt x="1070" y="15152"/>
                </a:lnTo>
                <a:lnTo>
                  <a:pt x="1036" y="15107"/>
                </a:lnTo>
                <a:lnTo>
                  <a:pt x="991" y="15072"/>
                </a:lnTo>
                <a:lnTo>
                  <a:pt x="934" y="15050"/>
                </a:lnTo>
                <a:lnTo>
                  <a:pt x="820" y="15050"/>
                </a:lnTo>
                <a:lnTo>
                  <a:pt x="774" y="15072"/>
                </a:lnTo>
                <a:lnTo>
                  <a:pt x="729" y="15107"/>
                </a:lnTo>
                <a:lnTo>
                  <a:pt x="695" y="15141"/>
                </a:lnTo>
                <a:lnTo>
                  <a:pt x="1" y="14742"/>
                </a:lnTo>
                <a:lnTo>
                  <a:pt x="1" y="14799"/>
                </a:lnTo>
                <a:lnTo>
                  <a:pt x="672" y="15186"/>
                </a:lnTo>
                <a:lnTo>
                  <a:pt x="649" y="15232"/>
                </a:lnTo>
                <a:lnTo>
                  <a:pt x="649" y="15277"/>
                </a:lnTo>
                <a:lnTo>
                  <a:pt x="649" y="15323"/>
                </a:lnTo>
                <a:lnTo>
                  <a:pt x="661" y="15357"/>
                </a:lnTo>
                <a:lnTo>
                  <a:pt x="683" y="15402"/>
                </a:lnTo>
                <a:lnTo>
                  <a:pt x="706" y="15436"/>
                </a:lnTo>
                <a:lnTo>
                  <a:pt x="740" y="15459"/>
                </a:lnTo>
                <a:lnTo>
                  <a:pt x="774" y="15482"/>
                </a:lnTo>
                <a:lnTo>
                  <a:pt x="820" y="15493"/>
                </a:lnTo>
                <a:lnTo>
                  <a:pt x="854" y="15505"/>
                </a:lnTo>
                <a:lnTo>
                  <a:pt x="854" y="17791"/>
                </a:lnTo>
                <a:lnTo>
                  <a:pt x="809" y="17791"/>
                </a:lnTo>
                <a:lnTo>
                  <a:pt x="763" y="17814"/>
                </a:lnTo>
                <a:lnTo>
                  <a:pt x="729" y="17837"/>
                </a:lnTo>
                <a:lnTo>
                  <a:pt x="695" y="17871"/>
                </a:lnTo>
                <a:lnTo>
                  <a:pt x="672" y="17905"/>
                </a:lnTo>
                <a:lnTo>
                  <a:pt x="649" y="17939"/>
                </a:lnTo>
                <a:lnTo>
                  <a:pt x="638" y="17984"/>
                </a:lnTo>
                <a:lnTo>
                  <a:pt x="627" y="18030"/>
                </a:lnTo>
                <a:lnTo>
                  <a:pt x="638" y="18087"/>
                </a:lnTo>
                <a:lnTo>
                  <a:pt x="649" y="18132"/>
                </a:lnTo>
                <a:lnTo>
                  <a:pt x="1" y="18496"/>
                </a:lnTo>
                <a:lnTo>
                  <a:pt x="1" y="18553"/>
                </a:lnTo>
                <a:lnTo>
                  <a:pt x="672" y="18166"/>
                </a:lnTo>
                <a:lnTo>
                  <a:pt x="706" y="18212"/>
                </a:lnTo>
                <a:lnTo>
                  <a:pt x="752" y="18257"/>
                </a:lnTo>
                <a:lnTo>
                  <a:pt x="820" y="18280"/>
                </a:lnTo>
                <a:lnTo>
                  <a:pt x="945" y="18280"/>
                </a:lnTo>
                <a:lnTo>
                  <a:pt x="1002" y="18257"/>
                </a:lnTo>
                <a:lnTo>
                  <a:pt x="1047" y="18212"/>
                </a:lnTo>
                <a:lnTo>
                  <a:pt x="1093" y="18166"/>
                </a:lnTo>
                <a:lnTo>
                  <a:pt x="3015" y="19281"/>
                </a:lnTo>
                <a:lnTo>
                  <a:pt x="3004" y="19327"/>
                </a:lnTo>
                <a:lnTo>
                  <a:pt x="2993" y="19384"/>
                </a:lnTo>
                <a:lnTo>
                  <a:pt x="3004" y="19429"/>
                </a:lnTo>
                <a:lnTo>
                  <a:pt x="3015" y="19475"/>
                </a:lnTo>
                <a:lnTo>
                  <a:pt x="3038" y="19520"/>
                </a:lnTo>
                <a:lnTo>
                  <a:pt x="3061" y="19554"/>
                </a:lnTo>
                <a:lnTo>
                  <a:pt x="3095" y="19588"/>
                </a:lnTo>
                <a:lnTo>
                  <a:pt x="3140" y="19611"/>
                </a:lnTo>
                <a:lnTo>
                  <a:pt x="3175" y="19623"/>
                </a:lnTo>
                <a:lnTo>
                  <a:pt x="3231" y="19634"/>
                </a:lnTo>
                <a:lnTo>
                  <a:pt x="3231" y="21909"/>
                </a:lnTo>
                <a:lnTo>
                  <a:pt x="3186" y="21920"/>
                </a:lnTo>
                <a:lnTo>
                  <a:pt x="3140" y="21932"/>
                </a:lnTo>
                <a:lnTo>
                  <a:pt x="3106" y="21954"/>
                </a:lnTo>
                <a:lnTo>
                  <a:pt x="3072" y="21977"/>
                </a:lnTo>
                <a:lnTo>
                  <a:pt x="3049" y="22011"/>
                </a:lnTo>
                <a:lnTo>
                  <a:pt x="3027" y="22057"/>
                </a:lnTo>
                <a:lnTo>
                  <a:pt x="3015" y="22091"/>
                </a:lnTo>
                <a:lnTo>
                  <a:pt x="3015" y="22136"/>
                </a:lnTo>
                <a:lnTo>
                  <a:pt x="3015" y="22182"/>
                </a:lnTo>
                <a:lnTo>
                  <a:pt x="3027" y="22227"/>
                </a:lnTo>
                <a:lnTo>
                  <a:pt x="1082" y="23342"/>
                </a:lnTo>
                <a:lnTo>
                  <a:pt x="1047" y="23297"/>
                </a:lnTo>
                <a:lnTo>
                  <a:pt x="1002" y="23263"/>
                </a:lnTo>
                <a:lnTo>
                  <a:pt x="945" y="23240"/>
                </a:lnTo>
                <a:lnTo>
                  <a:pt x="820" y="23240"/>
                </a:lnTo>
                <a:lnTo>
                  <a:pt x="763" y="23263"/>
                </a:lnTo>
                <a:lnTo>
                  <a:pt x="706" y="23297"/>
                </a:lnTo>
                <a:lnTo>
                  <a:pt x="672" y="23342"/>
                </a:lnTo>
                <a:lnTo>
                  <a:pt x="1" y="22956"/>
                </a:lnTo>
                <a:lnTo>
                  <a:pt x="1" y="23012"/>
                </a:lnTo>
                <a:lnTo>
                  <a:pt x="649" y="23388"/>
                </a:lnTo>
                <a:lnTo>
                  <a:pt x="638" y="23433"/>
                </a:lnTo>
                <a:lnTo>
                  <a:pt x="627" y="23490"/>
                </a:lnTo>
                <a:lnTo>
                  <a:pt x="638" y="23536"/>
                </a:lnTo>
                <a:lnTo>
                  <a:pt x="649" y="23581"/>
                </a:lnTo>
                <a:lnTo>
                  <a:pt x="672" y="23627"/>
                </a:lnTo>
                <a:lnTo>
                  <a:pt x="695" y="23661"/>
                </a:lnTo>
                <a:lnTo>
                  <a:pt x="729" y="23684"/>
                </a:lnTo>
                <a:lnTo>
                  <a:pt x="763" y="23718"/>
                </a:lnTo>
                <a:lnTo>
                  <a:pt x="809" y="23729"/>
                </a:lnTo>
                <a:lnTo>
                  <a:pt x="854" y="23740"/>
                </a:lnTo>
                <a:lnTo>
                  <a:pt x="854" y="26050"/>
                </a:lnTo>
                <a:lnTo>
                  <a:pt x="786" y="26072"/>
                </a:lnTo>
                <a:lnTo>
                  <a:pt x="729" y="26118"/>
                </a:lnTo>
                <a:lnTo>
                  <a:pt x="695" y="26175"/>
                </a:lnTo>
                <a:lnTo>
                  <a:pt x="683" y="26209"/>
                </a:lnTo>
                <a:lnTo>
                  <a:pt x="683" y="26243"/>
                </a:lnTo>
                <a:lnTo>
                  <a:pt x="695" y="26311"/>
                </a:lnTo>
                <a:lnTo>
                  <a:pt x="1" y="26709"/>
                </a:lnTo>
                <a:lnTo>
                  <a:pt x="1" y="26766"/>
                </a:lnTo>
                <a:lnTo>
                  <a:pt x="718" y="26357"/>
                </a:lnTo>
                <a:lnTo>
                  <a:pt x="752" y="26391"/>
                </a:lnTo>
                <a:lnTo>
                  <a:pt x="786" y="26414"/>
                </a:lnTo>
                <a:lnTo>
                  <a:pt x="831" y="26436"/>
                </a:lnTo>
                <a:lnTo>
                  <a:pt x="934" y="26436"/>
                </a:lnTo>
                <a:lnTo>
                  <a:pt x="968" y="26414"/>
                </a:lnTo>
                <a:lnTo>
                  <a:pt x="1013" y="26391"/>
                </a:lnTo>
                <a:lnTo>
                  <a:pt x="1047" y="26345"/>
                </a:lnTo>
                <a:lnTo>
                  <a:pt x="3049" y="27506"/>
                </a:lnTo>
                <a:lnTo>
                  <a:pt x="3038" y="27551"/>
                </a:lnTo>
                <a:lnTo>
                  <a:pt x="3027" y="27597"/>
                </a:lnTo>
                <a:lnTo>
                  <a:pt x="3038" y="27642"/>
                </a:lnTo>
                <a:lnTo>
                  <a:pt x="3049" y="27676"/>
                </a:lnTo>
                <a:lnTo>
                  <a:pt x="3072" y="27722"/>
                </a:lnTo>
                <a:lnTo>
                  <a:pt x="3095" y="27745"/>
                </a:lnTo>
                <a:lnTo>
                  <a:pt x="3129" y="27779"/>
                </a:lnTo>
                <a:lnTo>
                  <a:pt x="3163" y="27801"/>
                </a:lnTo>
                <a:lnTo>
                  <a:pt x="3209" y="27813"/>
                </a:lnTo>
                <a:lnTo>
                  <a:pt x="3288" y="27813"/>
                </a:lnTo>
                <a:lnTo>
                  <a:pt x="3334" y="27801"/>
                </a:lnTo>
                <a:lnTo>
                  <a:pt x="3368" y="27779"/>
                </a:lnTo>
                <a:lnTo>
                  <a:pt x="3402" y="27745"/>
                </a:lnTo>
                <a:lnTo>
                  <a:pt x="3436" y="27722"/>
                </a:lnTo>
                <a:lnTo>
                  <a:pt x="3448" y="27676"/>
                </a:lnTo>
                <a:lnTo>
                  <a:pt x="3459" y="27642"/>
                </a:lnTo>
                <a:lnTo>
                  <a:pt x="3470" y="27597"/>
                </a:lnTo>
                <a:lnTo>
                  <a:pt x="3459" y="27551"/>
                </a:lnTo>
                <a:lnTo>
                  <a:pt x="3448" y="27506"/>
                </a:lnTo>
                <a:lnTo>
                  <a:pt x="5416" y="26380"/>
                </a:lnTo>
                <a:lnTo>
                  <a:pt x="5450" y="26425"/>
                </a:lnTo>
                <a:lnTo>
                  <a:pt x="5507" y="26459"/>
                </a:lnTo>
                <a:lnTo>
                  <a:pt x="5563" y="26482"/>
                </a:lnTo>
                <a:lnTo>
                  <a:pt x="5677" y="26482"/>
                </a:lnTo>
                <a:lnTo>
                  <a:pt x="5734" y="26459"/>
                </a:lnTo>
                <a:lnTo>
                  <a:pt x="5780" y="26414"/>
                </a:lnTo>
                <a:lnTo>
                  <a:pt x="5825" y="26368"/>
                </a:lnTo>
                <a:lnTo>
                  <a:pt x="7816" y="27528"/>
                </a:lnTo>
                <a:lnTo>
                  <a:pt x="7804" y="27563"/>
                </a:lnTo>
                <a:lnTo>
                  <a:pt x="7804" y="27597"/>
                </a:lnTo>
                <a:lnTo>
                  <a:pt x="7816" y="27665"/>
                </a:lnTo>
                <a:lnTo>
                  <a:pt x="7850" y="27722"/>
                </a:lnTo>
                <a:lnTo>
                  <a:pt x="7907" y="27756"/>
                </a:lnTo>
                <a:lnTo>
                  <a:pt x="7964" y="27779"/>
                </a:lnTo>
                <a:lnTo>
                  <a:pt x="7964" y="30099"/>
                </a:lnTo>
                <a:lnTo>
                  <a:pt x="7918" y="30099"/>
                </a:lnTo>
                <a:lnTo>
                  <a:pt x="7873" y="30122"/>
                </a:lnTo>
                <a:lnTo>
                  <a:pt x="7839" y="30145"/>
                </a:lnTo>
                <a:lnTo>
                  <a:pt x="7804" y="30179"/>
                </a:lnTo>
                <a:lnTo>
                  <a:pt x="7770" y="30213"/>
                </a:lnTo>
                <a:lnTo>
                  <a:pt x="7748" y="30259"/>
                </a:lnTo>
                <a:lnTo>
                  <a:pt x="7736" y="30304"/>
                </a:lnTo>
                <a:lnTo>
                  <a:pt x="7736" y="30350"/>
                </a:lnTo>
                <a:lnTo>
                  <a:pt x="7736" y="30406"/>
                </a:lnTo>
                <a:lnTo>
                  <a:pt x="7748" y="30452"/>
                </a:lnTo>
                <a:lnTo>
                  <a:pt x="7770" y="30497"/>
                </a:lnTo>
                <a:lnTo>
                  <a:pt x="7804" y="30532"/>
                </a:lnTo>
                <a:lnTo>
                  <a:pt x="7850" y="30566"/>
                </a:lnTo>
                <a:lnTo>
                  <a:pt x="7884" y="30588"/>
                </a:lnTo>
                <a:lnTo>
                  <a:pt x="7941" y="30600"/>
                </a:lnTo>
                <a:lnTo>
                  <a:pt x="7986" y="30611"/>
                </a:lnTo>
                <a:lnTo>
                  <a:pt x="8055" y="30600"/>
                </a:lnTo>
                <a:lnTo>
                  <a:pt x="8112" y="30577"/>
                </a:lnTo>
                <a:lnTo>
                  <a:pt x="8168" y="30543"/>
                </a:lnTo>
                <a:lnTo>
                  <a:pt x="8203" y="30486"/>
                </a:lnTo>
                <a:lnTo>
                  <a:pt x="10170" y="31624"/>
                </a:lnTo>
                <a:lnTo>
                  <a:pt x="10159" y="31658"/>
                </a:lnTo>
                <a:lnTo>
                  <a:pt x="10148" y="31703"/>
                </a:lnTo>
                <a:lnTo>
                  <a:pt x="10159" y="31737"/>
                </a:lnTo>
                <a:lnTo>
                  <a:pt x="10170" y="31783"/>
                </a:lnTo>
                <a:lnTo>
                  <a:pt x="10182" y="31817"/>
                </a:lnTo>
                <a:lnTo>
                  <a:pt x="10216" y="31851"/>
                </a:lnTo>
                <a:lnTo>
                  <a:pt x="10239" y="31874"/>
                </a:lnTo>
                <a:lnTo>
                  <a:pt x="10273" y="31897"/>
                </a:lnTo>
                <a:lnTo>
                  <a:pt x="10318" y="31908"/>
                </a:lnTo>
                <a:lnTo>
                  <a:pt x="10398" y="31908"/>
                </a:lnTo>
                <a:lnTo>
                  <a:pt x="10443" y="31897"/>
                </a:lnTo>
                <a:lnTo>
                  <a:pt x="10478" y="31874"/>
                </a:lnTo>
                <a:lnTo>
                  <a:pt x="10512" y="31851"/>
                </a:lnTo>
                <a:lnTo>
                  <a:pt x="10534" y="31817"/>
                </a:lnTo>
                <a:lnTo>
                  <a:pt x="10557" y="31783"/>
                </a:lnTo>
                <a:lnTo>
                  <a:pt x="10569" y="31737"/>
                </a:lnTo>
                <a:lnTo>
                  <a:pt x="10569" y="31703"/>
                </a:lnTo>
                <a:lnTo>
                  <a:pt x="10569" y="31658"/>
                </a:lnTo>
                <a:lnTo>
                  <a:pt x="10557" y="31624"/>
                </a:lnTo>
                <a:lnTo>
                  <a:pt x="12548" y="30463"/>
                </a:lnTo>
                <a:lnTo>
                  <a:pt x="12582" y="30509"/>
                </a:lnTo>
                <a:lnTo>
                  <a:pt x="12628" y="30543"/>
                </a:lnTo>
                <a:lnTo>
                  <a:pt x="12673" y="30554"/>
                </a:lnTo>
                <a:lnTo>
                  <a:pt x="12730" y="30566"/>
                </a:lnTo>
                <a:lnTo>
                  <a:pt x="12787" y="30554"/>
                </a:lnTo>
                <a:lnTo>
                  <a:pt x="12832" y="30543"/>
                </a:lnTo>
                <a:lnTo>
                  <a:pt x="12878" y="30509"/>
                </a:lnTo>
                <a:lnTo>
                  <a:pt x="12912" y="30463"/>
                </a:lnTo>
                <a:lnTo>
                  <a:pt x="14880" y="31601"/>
                </a:lnTo>
                <a:lnTo>
                  <a:pt x="14857" y="31646"/>
                </a:lnTo>
                <a:lnTo>
                  <a:pt x="14857" y="31703"/>
                </a:lnTo>
                <a:lnTo>
                  <a:pt x="14857" y="31749"/>
                </a:lnTo>
                <a:lnTo>
                  <a:pt x="14880" y="31794"/>
                </a:lnTo>
                <a:lnTo>
                  <a:pt x="14903" y="31828"/>
                </a:lnTo>
                <a:lnTo>
                  <a:pt x="14925" y="31874"/>
                </a:lnTo>
                <a:lnTo>
                  <a:pt x="14960" y="31897"/>
                </a:lnTo>
                <a:lnTo>
                  <a:pt x="15005" y="31919"/>
                </a:lnTo>
                <a:lnTo>
                  <a:pt x="15051" y="31931"/>
                </a:lnTo>
                <a:lnTo>
                  <a:pt x="15096" y="31942"/>
                </a:lnTo>
                <a:lnTo>
                  <a:pt x="15153" y="31931"/>
                </a:lnTo>
                <a:lnTo>
                  <a:pt x="15198" y="31919"/>
                </a:lnTo>
                <a:lnTo>
                  <a:pt x="15233" y="31897"/>
                </a:lnTo>
                <a:lnTo>
                  <a:pt x="15267" y="31874"/>
                </a:lnTo>
                <a:lnTo>
                  <a:pt x="15301" y="31828"/>
                </a:lnTo>
                <a:lnTo>
                  <a:pt x="15324" y="31794"/>
                </a:lnTo>
                <a:lnTo>
                  <a:pt x="15335" y="31749"/>
                </a:lnTo>
                <a:lnTo>
                  <a:pt x="15346" y="31703"/>
                </a:lnTo>
                <a:lnTo>
                  <a:pt x="15335" y="31646"/>
                </a:lnTo>
                <a:lnTo>
                  <a:pt x="15324" y="31601"/>
                </a:lnTo>
                <a:lnTo>
                  <a:pt x="17303" y="30463"/>
                </a:lnTo>
                <a:lnTo>
                  <a:pt x="17337" y="30497"/>
                </a:lnTo>
                <a:lnTo>
                  <a:pt x="17371" y="30532"/>
                </a:lnTo>
                <a:lnTo>
                  <a:pt x="17417" y="30543"/>
                </a:lnTo>
                <a:lnTo>
                  <a:pt x="17473" y="30554"/>
                </a:lnTo>
                <a:lnTo>
                  <a:pt x="17508" y="30554"/>
                </a:lnTo>
                <a:lnTo>
                  <a:pt x="17553" y="30543"/>
                </a:lnTo>
                <a:lnTo>
                  <a:pt x="17587" y="30520"/>
                </a:lnTo>
                <a:lnTo>
                  <a:pt x="17610" y="30497"/>
                </a:lnTo>
                <a:lnTo>
                  <a:pt x="17633" y="30463"/>
                </a:lnTo>
                <a:lnTo>
                  <a:pt x="17655" y="30429"/>
                </a:lnTo>
                <a:lnTo>
                  <a:pt x="17667" y="30395"/>
                </a:lnTo>
                <a:lnTo>
                  <a:pt x="17667" y="30350"/>
                </a:lnTo>
                <a:lnTo>
                  <a:pt x="17667" y="30315"/>
                </a:lnTo>
                <a:lnTo>
                  <a:pt x="17655" y="30281"/>
                </a:lnTo>
                <a:lnTo>
                  <a:pt x="17621" y="30213"/>
                </a:lnTo>
                <a:lnTo>
                  <a:pt x="17564" y="30179"/>
                </a:lnTo>
                <a:lnTo>
                  <a:pt x="17496" y="30156"/>
                </a:lnTo>
                <a:lnTo>
                  <a:pt x="17496" y="27767"/>
                </a:lnTo>
                <a:lnTo>
                  <a:pt x="17553" y="27745"/>
                </a:lnTo>
                <a:lnTo>
                  <a:pt x="17610" y="27710"/>
                </a:lnTo>
                <a:lnTo>
                  <a:pt x="17633" y="27654"/>
                </a:lnTo>
                <a:lnTo>
                  <a:pt x="17644" y="27597"/>
                </a:lnTo>
                <a:lnTo>
                  <a:pt x="17633" y="27528"/>
                </a:lnTo>
                <a:lnTo>
                  <a:pt x="19669" y="26357"/>
                </a:lnTo>
                <a:lnTo>
                  <a:pt x="19703" y="26391"/>
                </a:lnTo>
                <a:lnTo>
                  <a:pt x="19737" y="26425"/>
                </a:lnTo>
                <a:lnTo>
                  <a:pt x="19783" y="26436"/>
                </a:lnTo>
                <a:lnTo>
                  <a:pt x="19840" y="26448"/>
                </a:lnTo>
                <a:lnTo>
                  <a:pt x="19885" y="26448"/>
                </a:lnTo>
                <a:lnTo>
                  <a:pt x="19919" y="26436"/>
                </a:lnTo>
                <a:lnTo>
                  <a:pt x="19953" y="26414"/>
                </a:lnTo>
                <a:lnTo>
                  <a:pt x="19987" y="26391"/>
                </a:lnTo>
                <a:lnTo>
                  <a:pt x="20010" y="26357"/>
                </a:lnTo>
                <a:lnTo>
                  <a:pt x="20022" y="26323"/>
                </a:lnTo>
                <a:lnTo>
                  <a:pt x="20033" y="26288"/>
                </a:lnTo>
                <a:lnTo>
                  <a:pt x="20044" y="26243"/>
                </a:lnTo>
                <a:lnTo>
                  <a:pt x="20033" y="26209"/>
                </a:lnTo>
                <a:lnTo>
                  <a:pt x="20033" y="26175"/>
                </a:lnTo>
                <a:lnTo>
                  <a:pt x="19987" y="26106"/>
                </a:lnTo>
                <a:lnTo>
                  <a:pt x="19931" y="26072"/>
                </a:lnTo>
                <a:lnTo>
                  <a:pt x="19862" y="26050"/>
                </a:lnTo>
                <a:lnTo>
                  <a:pt x="19862" y="23684"/>
                </a:lnTo>
                <a:lnTo>
                  <a:pt x="19931" y="23672"/>
                </a:lnTo>
                <a:lnTo>
                  <a:pt x="19987" y="23627"/>
                </a:lnTo>
                <a:lnTo>
                  <a:pt x="20033" y="23558"/>
                </a:lnTo>
                <a:lnTo>
                  <a:pt x="20044" y="23524"/>
                </a:lnTo>
                <a:lnTo>
                  <a:pt x="20044" y="23490"/>
                </a:lnTo>
                <a:lnTo>
                  <a:pt x="20044" y="23445"/>
                </a:lnTo>
                <a:lnTo>
                  <a:pt x="20022" y="23411"/>
                </a:lnTo>
                <a:lnTo>
                  <a:pt x="20010" y="23376"/>
                </a:lnTo>
                <a:lnTo>
                  <a:pt x="19987" y="23342"/>
                </a:lnTo>
                <a:lnTo>
                  <a:pt x="19953" y="23320"/>
                </a:lnTo>
                <a:lnTo>
                  <a:pt x="19919" y="23297"/>
                </a:lnTo>
                <a:lnTo>
                  <a:pt x="19885" y="23285"/>
                </a:lnTo>
                <a:lnTo>
                  <a:pt x="19794" y="23285"/>
                </a:lnTo>
                <a:lnTo>
                  <a:pt x="19749" y="23308"/>
                </a:lnTo>
                <a:lnTo>
                  <a:pt x="19703" y="23331"/>
                </a:lnTo>
                <a:lnTo>
                  <a:pt x="19669" y="23365"/>
                </a:lnTo>
                <a:lnTo>
                  <a:pt x="17655" y="22205"/>
                </a:lnTo>
                <a:lnTo>
                  <a:pt x="17667" y="22136"/>
                </a:lnTo>
                <a:lnTo>
                  <a:pt x="17667" y="22102"/>
                </a:lnTo>
                <a:lnTo>
                  <a:pt x="17655" y="22068"/>
                </a:lnTo>
                <a:lnTo>
                  <a:pt x="17633" y="22034"/>
                </a:lnTo>
                <a:lnTo>
                  <a:pt x="17610" y="22000"/>
                </a:lnTo>
                <a:lnTo>
                  <a:pt x="17576" y="21977"/>
                </a:lnTo>
                <a:lnTo>
                  <a:pt x="17542" y="21954"/>
                </a:lnTo>
                <a:lnTo>
                  <a:pt x="17508" y="21943"/>
                </a:lnTo>
                <a:lnTo>
                  <a:pt x="17428" y="21943"/>
                </a:lnTo>
                <a:lnTo>
                  <a:pt x="17394" y="21954"/>
                </a:lnTo>
                <a:lnTo>
                  <a:pt x="17360" y="21977"/>
                </a:lnTo>
                <a:lnTo>
                  <a:pt x="17326" y="22000"/>
                </a:lnTo>
                <a:lnTo>
                  <a:pt x="17303" y="22034"/>
                </a:lnTo>
                <a:lnTo>
                  <a:pt x="17280" y="22068"/>
                </a:lnTo>
                <a:lnTo>
                  <a:pt x="17269" y="22102"/>
                </a:lnTo>
                <a:lnTo>
                  <a:pt x="17269" y="22136"/>
                </a:lnTo>
                <a:lnTo>
                  <a:pt x="17280" y="22205"/>
                </a:lnTo>
                <a:lnTo>
                  <a:pt x="15267" y="23376"/>
                </a:lnTo>
                <a:lnTo>
                  <a:pt x="15233" y="23342"/>
                </a:lnTo>
                <a:lnTo>
                  <a:pt x="15198" y="23308"/>
                </a:lnTo>
                <a:lnTo>
                  <a:pt x="15153" y="23297"/>
                </a:lnTo>
                <a:lnTo>
                  <a:pt x="15096" y="23285"/>
                </a:lnTo>
                <a:lnTo>
                  <a:pt x="15062" y="23297"/>
                </a:lnTo>
                <a:lnTo>
                  <a:pt x="15016" y="23308"/>
                </a:lnTo>
                <a:lnTo>
                  <a:pt x="14994" y="23320"/>
                </a:lnTo>
                <a:lnTo>
                  <a:pt x="14960" y="23342"/>
                </a:lnTo>
                <a:lnTo>
                  <a:pt x="14937" y="23376"/>
                </a:lnTo>
                <a:lnTo>
                  <a:pt x="14914" y="23411"/>
                </a:lnTo>
                <a:lnTo>
                  <a:pt x="14903" y="23445"/>
                </a:lnTo>
                <a:lnTo>
                  <a:pt x="14903" y="23490"/>
                </a:lnTo>
                <a:lnTo>
                  <a:pt x="14903" y="23524"/>
                </a:lnTo>
                <a:lnTo>
                  <a:pt x="14914" y="23558"/>
                </a:lnTo>
                <a:lnTo>
                  <a:pt x="14948" y="23627"/>
                </a:lnTo>
                <a:lnTo>
                  <a:pt x="15005" y="23661"/>
                </a:lnTo>
                <a:lnTo>
                  <a:pt x="15039" y="23672"/>
                </a:lnTo>
                <a:lnTo>
                  <a:pt x="15085" y="23684"/>
                </a:lnTo>
                <a:lnTo>
                  <a:pt x="15085" y="26004"/>
                </a:lnTo>
                <a:lnTo>
                  <a:pt x="15039" y="26015"/>
                </a:lnTo>
                <a:lnTo>
                  <a:pt x="14994" y="26038"/>
                </a:lnTo>
                <a:lnTo>
                  <a:pt x="14960" y="26061"/>
                </a:lnTo>
                <a:lnTo>
                  <a:pt x="14925" y="26084"/>
                </a:lnTo>
                <a:lnTo>
                  <a:pt x="14903" y="26118"/>
                </a:lnTo>
                <a:lnTo>
                  <a:pt x="14880" y="26152"/>
                </a:lnTo>
                <a:lnTo>
                  <a:pt x="14869" y="26197"/>
                </a:lnTo>
                <a:lnTo>
                  <a:pt x="14857" y="26243"/>
                </a:lnTo>
                <a:lnTo>
                  <a:pt x="14869" y="26288"/>
                </a:lnTo>
                <a:lnTo>
                  <a:pt x="14880" y="26334"/>
                </a:lnTo>
                <a:lnTo>
                  <a:pt x="12935" y="27460"/>
                </a:lnTo>
                <a:lnTo>
                  <a:pt x="12901" y="27415"/>
                </a:lnTo>
                <a:lnTo>
                  <a:pt x="12844" y="27381"/>
                </a:lnTo>
                <a:lnTo>
                  <a:pt x="12787" y="27358"/>
                </a:lnTo>
                <a:lnTo>
                  <a:pt x="12730" y="27346"/>
                </a:lnTo>
                <a:lnTo>
                  <a:pt x="12673" y="27358"/>
                </a:lnTo>
                <a:lnTo>
                  <a:pt x="12616" y="27381"/>
                </a:lnTo>
                <a:lnTo>
                  <a:pt x="12559" y="27415"/>
                </a:lnTo>
                <a:lnTo>
                  <a:pt x="12525" y="27449"/>
                </a:lnTo>
                <a:lnTo>
                  <a:pt x="10569" y="26323"/>
                </a:lnTo>
                <a:lnTo>
                  <a:pt x="10580" y="26288"/>
                </a:lnTo>
                <a:lnTo>
                  <a:pt x="10591" y="26243"/>
                </a:lnTo>
                <a:lnTo>
                  <a:pt x="10580" y="26197"/>
                </a:lnTo>
                <a:lnTo>
                  <a:pt x="10569" y="26163"/>
                </a:lnTo>
                <a:lnTo>
                  <a:pt x="10557" y="26129"/>
                </a:lnTo>
                <a:lnTo>
                  <a:pt x="10523" y="26095"/>
                </a:lnTo>
                <a:lnTo>
                  <a:pt x="10500" y="26061"/>
                </a:lnTo>
                <a:lnTo>
                  <a:pt x="10466" y="26050"/>
                </a:lnTo>
                <a:lnTo>
                  <a:pt x="10421" y="26027"/>
                </a:lnTo>
                <a:lnTo>
                  <a:pt x="10387" y="26015"/>
                </a:lnTo>
                <a:lnTo>
                  <a:pt x="10387" y="23706"/>
                </a:lnTo>
                <a:lnTo>
                  <a:pt x="10421" y="23695"/>
                </a:lnTo>
                <a:lnTo>
                  <a:pt x="10455" y="23684"/>
                </a:lnTo>
                <a:lnTo>
                  <a:pt x="10489" y="23661"/>
                </a:lnTo>
                <a:lnTo>
                  <a:pt x="10523" y="23627"/>
                </a:lnTo>
                <a:lnTo>
                  <a:pt x="10546" y="23604"/>
                </a:lnTo>
                <a:lnTo>
                  <a:pt x="10557" y="23570"/>
                </a:lnTo>
                <a:lnTo>
                  <a:pt x="10569" y="23524"/>
                </a:lnTo>
                <a:lnTo>
                  <a:pt x="10580" y="23490"/>
                </a:lnTo>
                <a:lnTo>
                  <a:pt x="10569" y="23445"/>
                </a:lnTo>
                <a:lnTo>
                  <a:pt x="10557" y="23399"/>
                </a:lnTo>
                <a:lnTo>
                  <a:pt x="10534" y="23365"/>
                </a:lnTo>
                <a:lnTo>
                  <a:pt x="10512" y="23331"/>
                </a:lnTo>
                <a:lnTo>
                  <a:pt x="10478" y="23308"/>
                </a:lnTo>
                <a:lnTo>
                  <a:pt x="10443" y="23285"/>
                </a:lnTo>
                <a:lnTo>
                  <a:pt x="10398" y="23274"/>
                </a:lnTo>
                <a:lnTo>
                  <a:pt x="10307" y="23274"/>
                </a:lnTo>
                <a:lnTo>
                  <a:pt x="10261" y="23297"/>
                </a:lnTo>
                <a:lnTo>
                  <a:pt x="10216" y="23331"/>
                </a:lnTo>
                <a:lnTo>
                  <a:pt x="10182" y="23365"/>
                </a:lnTo>
                <a:lnTo>
                  <a:pt x="8225" y="22239"/>
                </a:lnTo>
                <a:lnTo>
                  <a:pt x="8237" y="22193"/>
                </a:lnTo>
                <a:lnTo>
                  <a:pt x="8237" y="22136"/>
                </a:lnTo>
                <a:lnTo>
                  <a:pt x="8237" y="22091"/>
                </a:lnTo>
                <a:lnTo>
                  <a:pt x="8225" y="22045"/>
                </a:lnTo>
                <a:lnTo>
                  <a:pt x="8203" y="22000"/>
                </a:lnTo>
                <a:lnTo>
                  <a:pt x="8168" y="21966"/>
                </a:lnTo>
                <a:lnTo>
                  <a:pt x="8134" y="21932"/>
                </a:lnTo>
                <a:lnTo>
                  <a:pt x="8089" y="21909"/>
                </a:lnTo>
                <a:lnTo>
                  <a:pt x="8043" y="21898"/>
                </a:lnTo>
                <a:lnTo>
                  <a:pt x="7986" y="21886"/>
                </a:lnTo>
                <a:lnTo>
                  <a:pt x="7941" y="21898"/>
                </a:lnTo>
                <a:lnTo>
                  <a:pt x="7895" y="21909"/>
                </a:lnTo>
                <a:lnTo>
                  <a:pt x="7850" y="21932"/>
                </a:lnTo>
                <a:lnTo>
                  <a:pt x="7816" y="21966"/>
                </a:lnTo>
                <a:lnTo>
                  <a:pt x="7782" y="22000"/>
                </a:lnTo>
                <a:lnTo>
                  <a:pt x="7759" y="22045"/>
                </a:lnTo>
                <a:lnTo>
                  <a:pt x="7736" y="22091"/>
                </a:lnTo>
                <a:lnTo>
                  <a:pt x="7736" y="22136"/>
                </a:lnTo>
                <a:lnTo>
                  <a:pt x="7736" y="22193"/>
                </a:lnTo>
                <a:lnTo>
                  <a:pt x="7759" y="22239"/>
                </a:lnTo>
                <a:lnTo>
                  <a:pt x="5780" y="23376"/>
                </a:lnTo>
                <a:lnTo>
                  <a:pt x="5745" y="23342"/>
                </a:lnTo>
                <a:lnTo>
                  <a:pt x="5711" y="23320"/>
                </a:lnTo>
                <a:lnTo>
                  <a:pt x="5666" y="23308"/>
                </a:lnTo>
                <a:lnTo>
                  <a:pt x="5620" y="23297"/>
                </a:lnTo>
                <a:lnTo>
                  <a:pt x="5575" y="23308"/>
                </a:lnTo>
                <a:lnTo>
                  <a:pt x="5529" y="23320"/>
                </a:lnTo>
                <a:lnTo>
                  <a:pt x="5495" y="23342"/>
                </a:lnTo>
                <a:lnTo>
                  <a:pt x="5461" y="23376"/>
                </a:lnTo>
                <a:lnTo>
                  <a:pt x="3470" y="22227"/>
                </a:lnTo>
                <a:lnTo>
                  <a:pt x="3482" y="22182"/>
                </a:lnTo>
                <a:lnTo>
                  <a:pt x="3482" y="22136"/>
                </a:lnTo>
                <a:lnTo>
                  <a:pt x="3482" y="22091"/>
                </a:lnTo>
                <a:lnTo>
                  <a:pt x="3470" y="22057"/>
                </a:lnTo>
                <a:lnTo>
                  <a:pt x="3448" y="22011"/>
                </a:lnTo>
                <a:lnTo>
                  <a:pt x="3425" y="21977"/>
                </a:lnTo>
                <a:lnTo>
                  <a:pt x="3391" y="21954"/>
                </a:lnTo>
                <a:lnTo>
                  <a:pt x="3357" y="21932"/>
                </a:lnTo>
                <a:lnTo>
                  <a:pt x="3311" y="21920"/>
                </a:lnTo>
                <a:lnTo>
                  <a:pt x="3277" y="21909"/>
                </a:lnTo>
                <a:lnTo>
                  <a:pt x="3277" y="19634"/>
                </a:lnTo>
                <a:lnTo>
                  <a:pt x="3322" y="19623"/>
                </a:lnTo>
                <a:lnTo>
                  <a:pt x="3368" y="19611"/>
                </a:lnTo>
                <a:lnTo>
                  <a:pt x="3402" y="19588"/>
                </a:lnTo>
                <a:lnTo>
                  <a:pt x="3436" y="19554"/>
                </a:lnTo>
                <a:lnTo>
                  <a:pt x="3459" y="19520"/>
                </a:lnTo>
                <a:lnTo>
                  <a:pt x="3482" y="19475"/>
                </a:lnTo>
                <a:lnTo>
                  <a:pt x="3493" y="19429"/>
                </a:lnTo>
                <a:lnTo>
                  <a:pt x="3504" y="19384"/>
                </a:lnTo>
                <a:lnTo>
                  <a:pt x="3493" y="19327"/>
                </a:lnTo>
                <a:lnTo>
                  <a:pt x="3482" y="19281"/>
                </a:lnTo>
                <a:lnTo>
                  <a:pt x="5404" y="18178"/>
                </a:lnTo>
                <a:lnTo>
                  <a:pt x="5438" y="18223"/>
                </a:lnTo>
                <a:lnTo>
                  <a:pt x="5495" y="18257"/>
                </a:lnTo>
                <a:lnTo>
                  <a:pt x="5552" y="18280"/>
                </a:lnTo>
                <a:lnTo>
                  <a:pt x="5620" y="18292"/>
                </a:lnTo>
                <a:lnTo>
                  <a:pt x="5689" y="18280"/>
                </a:lnTo>
                <a:lnTo>
                  <a:pt x="5745" y="18257"/>
                </a:lnTo>
                <a:lnTo>
                  <a:pt x="5802" y="18223"/>
                </a:lnTo>
                <a:lnTo>
                  <a:pt x="5836" y="18166"/>
                </a:lnTo>
                <a:lnTo>
                  <a:pt x="7748" y="19270"/>
                </a:lnTo>
                <a:lnTo>
                  <a:pt x="7736" y="19327"/>
                </a:lnTo>
                <a:lnTo>
                  <a:pt x="7725" y="19384"/>
                </a:lnTo>
                <a:lnTo>
                  <a:pt x="7736" y="19441"/>
                </a:lnTo>
                <a:lnTo>
                  <a:pt x="7748" y="19486"/>
                </a:lnTo>
                <a:lnTo>
                  <a:pt x="7770" y="19532"/>
                </a:lnTo>
                <a:lnTo>
                  <a:pt x="7804" y="19566"/>
                </a:lnTo>
                <a:lnTo>
                  <a:pt x="7839" y="19600"/>
                </a:lnTo>
                <a:lnTo>
                  <a:pt x="7884" y="19623"/>
                </a:lnTo>
                <a:lnTo>
                  <a:pt x="7941" y="19645"/>
                </a:lnTo>
                <a:lnTo>
                  <a:pt x="8043" y="19645"/>
                </a:lnTo>
                <a:lnTo>
                  <a:pt x="8089" y="19623"/>
                </a:lnTo>
                <a:lnTo>
                  <a:pt x="8134" y="19600"/>
                </a:lnTo>
                <a:lnTo>
                  <a:pt x="8180" y="19566"/>
                </a:lnTo>
                <a:lnTo>
                  <a:pt x="8203" y="19532"/>
                </a:lnTo>
                <a:lnTo>
                  <a:pt x="8225" y="19486"/>
                </a:lnTo>
                <a:lnTo>
                  <a:pt x="8248" y="19441"/>
                </a:lnTo>
                <a:lnTo>
                  <a:pt x="8248" y="19384"/>
                </a:lnTo>
                <a:lnTo>
                  <a:pt x="8248" y="19327"/>
                </a:lnTo>
                <a:lnTo>
                  <a:pt x="8225" y="19281"/>
                </a:lnTo>
                <a:lnTo>
                  <a:pt x="10148" y="18166"/>
                </a:lnTo>
                <a:lnTo>
                  <a:pt x="10193" y="18212"/>
                </a:lnTo>
                <a:lnTo>
                  <a:pt x="10239" y="18246"/>
                </a:lnTo>
                <a:lnTo>
                  <a:pt x="10296" y="18269"/>
                </a:lnTo>
                <a:lnTo>
                  <a:pt x="10364" y="18280"/>
                </a:lnTo>
                <a:lnTo>
                  <a:pt x="10409" y="18280"/>
                </a:lnTo>
                <a:lnTo>
                  <a:pt x="10455" y="18257"/>
                </a:lnTo>
                <a:lnTo>
                  <a:pt x="10500" y="18235"/>
                </a:lnTo>
                <a:lnTo>
                  <a:pt x="10534" y="18212"/>
                </a:lnTo>
                <a:lnTo>
                  <a:pt x="10569" y="18178"/>
                </a:lnTo>
                <a:lnTo>
                  <a:pt x="10591" y="18132"/>
                </a:lnTo>
                <a:lnTo>
                  <a:pt x="10603" y="18087"/>
                </a:lnTo>
                <a:lnTo>
                  <a:pt x="10603" y="18030"/>
                </a:lnTo>
                <a:lnTo>
                  <a:pt x="10603" y="17984"/>
                </a:lnTo>
                <a:lnTo>
                  <a:pt x="10591" y="17939"/>
                </a:lnTo>
                <a:lnTo>
                  <a:pt x="10569" y="17905"/>
                </a:lnTo>
                <a:lnTo>
                  <a:pt x="10546" y="17871"/>
                </a:lnTo>
                <a:lnTo>
                  <a:pt x="10512" y="17837"/>
                </a:lnTo>
                <a:lnTo>
                  <a:pt x="10466" y="17814"/>
                </a:lnTo>
                <a:lnTo>
                  <a:pt x="10432" y="17802"/>
                </a:lnTo>
                <a:lnTo>
                  <a:pt x="10387" y="17791"/>
                </a:lnTo>
                <a:lnTo>
                  <a:pt x="10387" y="15539"/>
                </a:lnTo>
                <a:lnTo>
                  <a:pt x="10432" y="15539"/>
                </a:lnTo>
                <a:lnTo>
                  <a:pt x="10478" y="15516"/>
                </a:lnTo>
                <a:lnTo>
                  <a:pt x="10523" y="15493"/>
                </a:lnTo>
                <a:lnTo>
                  <a:pt x="10557" y="15459"/>
                </a:lnTo>
                <a:lnTo>
                  <a:pt x="10580" y="15414"/>
                </a:lnTo>
                <a:lnTo>
                  <a:pt x="10603" y="15380"/>
                </a:lnTo>
                <a:lnTo>
                  <a:pt x="10625" y="15334"/>
                </a:lnTo>
                <a:lnTo>
                  <a:pt x="10625" y="15277"/>
                </a:lnTo>
                <a:lnTo>
                  <a:pt x="10625" y="15220"/>
                </a:lnTo>
                <a:lnTo>
                  <a:pt x="10603" y="15175"/>
                </a:lnTo>
                <a:lnTo>
                  <a:pt x="10580" y="15129"/>
                </a:lnTo>
                <a:lnTo>
                  <a:pt x="10546" y="15095"/>
                </a:lnTo>
                <a:lnTo>
                  <a:pt x="10512" y="15061"/>
                </a:lnTo>
                <a:lnTo>
                  <a:pt x="10466" y="15027"/>
                </a:lnTo>
                <a:lnTo>
                  <a:pt x="10409" y="15016"/>
                </a:lnTo>
                <a:lnTo>
                  <a:pt x="10296" y="15016"/>
                </a:lnTo>
                <a:lnTo>
                  <a:pt x="10239" y="15038"/>
                </a:lnTo>
                <a:lnTo>
                  <a:pt x="10182" y="15084"/>
                </a:lnTo>
                <a:lnTo>
                  <a:pt x="10136" y="15129"/>
                </a:lnTo>
                <a:lnTo>
                  <a:pt x="8237" y="14026"/>
                </a:lnTo>
                <a:lnTo>
                  <a:pt x="8248" y="13980"/>
                </a:lnTo>
                <a:lnTo>
                  <a:pt x="8259" y="13935"/>
                </a:lnTo>
                <a:lnTo>
                  <a:pt x="8248" y="13878"/>
                </a:lnTo>
                <a:lnTo>
                  <a:pt x="8237" y="13832"/>
                </a:lnTo>
                <a:lnTo>
                  <a:pt x="8214" y="13787"/>
                </a:lnTo>
                <a:lnTo>
                  <a:pt x="8180" y="13741"/>
                </a:lnTo>
                <a:lnTo>
                  <a:pt x="8134" y="13707"/>
                </a:lnTo>
                <a:lnTo>
                  <a:pt x="8089" y="13685"/>
                </a:lnTo>
                <a:lnTo>
                  <a:pt x="8043" y="13673"/>
                </a:lnTo>
                <a:lnTo>
                  <a:pt x="7986" y="13662"/>
                </a:lnTo>
                <a:lnTo>
                  <a:pt x="7941" y="13673"/>
                </a:lnTo>
                <a:lnTo>
                  <a:pt x="7884" y="13685"/>
                </a:lnTo>
                <a:lnTo>
                  <a:pt x="7839" y="13707"/>
                </a:lnTo>
                <a:lnTo>
                  <a:pt x="7804" y="13741"/>
                </a:lnTo>
                <a:lnTo>
                  <a:pt x="7770" y="13787"/>
                </a:lnTo>
                <a:lnTo>
                  <a:pt x="7748" y="13832"/>
                </a:lnTo>
                <a:lnTo>
                  <a:pt x="7725" y="13878"/>
                </a:lnTo>
                <a:lnTo>
                  <a:pt x="7725" y="13935"/>
                </a:lnTo>
                <a:lnTo>
                  <a:pt x="7725" y="13980"/>
                </a:lnTo>
                <a:lnTo>
                  <a:pt x="7748" y="14026"/>
                </a:lnTo>
                <a:lnTo>
                  <a:pt x="5836" y="15129"/>
                </a:lnTo>
                <a:lnTo>
                  <a:pt x="5791" y="15084"/>
                </a:lnTo>
                <a:lnTo>
                  <a:pt x="5745" y="15050"/>
                </a:lnTo>
                <a:lnTo>
                  <a:pt x="5689" y="15027"/>
                </a:lnTo>
                <a:lnTo>
                  <a:pt x="5620" y="15016"/>
                </a:lnTo>
                <a:lnTo>
                  <a:pt x="5552" y="15027"/>
                </a:lnTo>
                <a:lnTo>
                  <a:pt x="5495" y="15050"/>
                </a:lnTo>
                <a:lnTo>
                  <a:pt x="5438" y="15084"/>
                </a:lnTo>
                <a:lnTo>
                  <a:pt x="5404" y="15129"/>
                </a:lnTo>
                <a:lnTo>
                  <a:pt x="3413" y="13980"/>
                </a:lnTo>
                <a:lnTo>
                  <a:pt x="3425" y="13935"/>
                </a:lnTo>
                <a:lnTo>
                  <a:pt x="3413" y="13867"/>
                </a:lnTo>
                <a:lnTo>
                  <a:pt x="3379" y="13821"/>
                </a:lnTo>
                <a:lnTo>
                  <a:pt x="3334" y="13787"/>
                </a:lnTo>
                <a:lnTo>
                  <a:pt x="3277" y="13764"/>
                </a:lnTo>
                <a:lnTo>
                  <a:pt x="3277" y="11444"/>
                </a:lnTo>
                <a:lnTo>
                  <a:pt x="3322" y="11432"/>
                </a:lnTo>
                <a:lnTo>
                  <a:pt x="3368" y="11410"/>
                </a:lnTo>
                <a:lnTo>
                  <a:pt x="3413" y="11387"/>
                </a:lnTo>
                <a:lnTo>
                  <a:pt x="3448" y="11353"/>
                </a:lnTo>
                <a:lnTo>
                  <a:pt x="3482" y="11319"/>
                </a:lnTo>
                <a:lnTo>
                  <a:pt x="3504" y="11273"/>
                </a:lnTo>
                <a:lnTo>
                  <a:pt x="3516" y="11227"/>
                </a:lnTo>
                <a:lnTo>
                  <a:pt x="3516" y="11171"/>
                </a:lnTo>
                <a:lnTo>
                  <a:pt x="3516" y="11114"/>
                </a:lnTo>
                <a:lnTo>
                  <a:pt x="3493" y="11057"/>
                </a:lnTo>
                <a:lnTo>
                  <a:pt x="5450" y="9931"/>
                </a:lnTo>
                <a:lnTo>
                  <a:pt x="5472" y="9976"/>
                </a:lnTo>
                <a:lnTo>
                  <a:pt x="5518" y="9999"/>
                </a:lnTo>
                <a:lnTo>
                  <a:pt x="5563" y="10022"/>
                </a:lnTo>
                <a:lnTo>
                  <a:pt x="5620" y="10033"/>
                </a:lnTo>
                <a:lnTo>
                  <a:pt x="5666" y="10022"/>
                </a:lnTo>
                <a:lnTo>
                  <a:pt x="5700" y="10010"/>
                </a:lnTo>
                <a:lnTo>
                  <a:pt x="5734" y="9999"/>
                </a:lnTo>
                <a:lnTo>
                  <a:pt x="5768" y="9965"/>
                </a:lnTo>
                <a:lnTo>
                  <a:pt x="5791" y="9942"/>
                </a:lnTo>
                <a:lnTo>
                  <a:pt x="5814" y="9908"/>
                </a:lnTo>
                <a:lnTo>
                  <a:pt x="5825" y="9862"/>
                </a:lnTo>
                <a:lnTo>
                  <a:pt x="5825" y="9828"/>
                </a:lnTo>
                <a:lnTo>
                  <a:pt x="5825" y="9783"/>
                </a:lnTo>
                <a:lnTo>
                  <a:pt x="5814" y="9749"/>
                </a:lnTo>
                <a:lnTo>
                  <a:pt x="5768" y="9692"/>
                </a:lnTo>
                <a:lnTo>
                  <a:pt x="5711" y="9646"/>
                </a:lnTo>
                <a:lnTo>
                  <a:pt x="5677" y="9635"/>
                </a:lnTo>
                <a:lnTo>
                  <a:pt x="5643" y="9624"/>
                </a:lnTo>
                <a:lnTo>
                  <a:pt x="5643" y="7269"/>
                </a:lnTo>
                <a:lnTo>
                  <a:pt x="5677" y="7257"/>
                </a:lnTo>
                <a:lnTo>
                  <a:pt x="5711" y="7246"/>
                </a:lnTo>
                <a:lnTo>
                  <a:pt x="5768" y="7201"/>
                </a:lnTo>
                <a:lnTo>
                  <a:pt x="5814" y="7144"/>
                </a:lnTo>
                <a:lnTo>
                  <a:pt x="5825" y="7110"/>
                </a:lnTo>
                <a:lnTo>
                  <a:pt x="5825" y="7064"/>
                </a:lnTo>
                <a:lnTo>
                  <a:pt x="5825" y="7030"/>
                </a:lnTo>
                <a:lnTo>
                  <a:pt x="5802" y="6984"/>
                </a:lnTo>
                <a:lnTo>
                  <a:pt x="5791" y="6950"/>
                </a:lnTo>
                <a:lnTo>
                  <a:pt x="5768" y="6928"/>
                </a:lnTo>
                <a:lnTo>
                  <a:pt x="5734" y="6893"/>
                </a:lnTo>
                <a:lnTo>
                  <a:pt x="5700" y="6882"/>
                </a:lnTo>
                <a:lnTo>
                  <a:pt x="5666" y="6871"/>
                </a:lnTo>
                <a:lnTo>
                  <a:pt x="5620" y="6859"/>
                </a:lnTo>
                <a:lnTo>
                  <a:pt x="5575" y="6871"/>
                </a:lnTo>
                <a:lnTo>
                  <a:pt x="5529" y="6882"/>
                </a:lnTo>
                <a:lnTo>
                  <a:pt x="5484" y="6916"/>
                </a:lnTo>
                <a:lnTo>
                  <a:pt x="5450" y="6950"/>
                </a:lnTo>
                <a:lnTo>
                  <a:pt x="3459" y="5790"/>
                </a:lnTo>
                <a:lnTo>
                  <a:pt x="3470" y="5756"/>
                </a:lnTo>
                <a:lnTo>
                  <a:pt x="3470" y="5722"/>
                </a:lnTo>
                <a:lnTo>
                  <a:pt x="3470" y="5676"/>
                </a:lnTo>
                <a:lnTo>
                  <a:pt x="3459" y="5642"/>
                </a:lnTo>
                <a:lnTo>
                  <a:pt x="3436" y="5608"/>
                </a:lnTo>
                <a:lnTo>
                  <a:pt x="3413" y="5574"/>
                </a:lnTo>
                <a:lnTo>
                  <a:pt x="3379" y="5551"/>
                </a:lnTo>
                <a:lnTo>
                  <a:pt x="3345" y="5528"/>
                </a:lnTo>
                <a:lnTo>
                  <a:pt x="3311" y="5506"/>
                </a:lnTo>
                <a:lnTo>
                  <a:pt x="3277" y="5506"/>
                </a:lnTo>
                <a:lnTo>
                  <a:pt x="3277" y="3162"/>
                </a:lnTo>
                <a:lnTo>
                  <a:pt x="3311" y="3162"/>
                </a:lnTo>
                <a:lnTo>
                  <a:pt x="3345" y="3151"/>
                </a:lnTo>
                <a:lnTo>
                  <a:pt x="3402" y="3105"/>
                </a:lnTo>
                <a:lnTo>
                  <a:pt x="3436" y="3037"/>
                </a:lnTo>
                <a:lnTo>
                  <a:pt x="3448" y="3003"/>
                </a:lnTo>
                <a:lnTo>
                  <a:pt x="3459" y="2958"/>
                </a:lnTo>
                <a:lnTo>
                  <a:pt x="3448" y="2923"/>
                </a:lnTo>
                <a:lnTo>
                  <a:pt x="3436" y="2878"/>
                </a:lnTo>
                <a:lnTo>
                  <a:pt x="5416" y="1740"/>
                </a:lnTo>
                <a:lnTo>
                  <a:pt x="5450" y="1786"/>
                </a:lnTo>
                <a:lnTo>
                  <a:pt x="5495" y="1820"/>
                </a:lnTo>
                <a:lnTo>
                  <a:pt x="5552" y="1843"/>
                </a:lnTo>
                <a:lnTo>
                  <a:pt x="5620" y="1854"/>
                </a:lnTo>
                <a:lnTo>
                  <a:pt x="5677" y="1843"/>
                </a:lnTo>
                <a:lnTo>
                  <a:pt x="5734" y="1820"/>
                </a:lnTo>
                <a:lnTo>
                  <a:pt x="5791" y="1786"/>
                </a:lnTo>
                <a:lnTo>
                  <a:pt x="5825" y="1740"/>
                </a:lnTo>
                <a:lnTo>
                  <a:pt x="7759" y="2855"/>
                </a:lnTo>
                <a:lnTo>
                  <a:pt x="7748" y="2912"/>
                </a:lnTo>
                <a:lnTo>
                  <a:pt x="7736" y="2958"/>
                </a:lnTo>
                <a:lnTo>
                  <a:pt x="7748" y="3014"/>
                </a:lnTo>
                <a:lnTo>
                  <a:pt x="7759" y="3060"/>
                </a:lnTo>
                <a:lnTo>
                  <a:pt x="7782" y="3094"/>
                </a:lnTo>
                <a:lnTo>
                  <a:pt x="7804" y="3128"/>
                </a:lnTo>
                <a:lnTo>
                  <a:pt x="7839" y="3162"/>
                </a:lnTo>
                <a:lnTo>
                  <a:pt x="7884" y="3185"/>
                </a:lnTo>
                <a:lnTo>
                  <a:pt x="7918" y="3196"/>
                </a:lnTo>
                <a:lnTo>
                  <a:pt x="7964" y="3208"/>
                </a:lnTo>
                <a:lnTo>
                  <a:pt x="7964" y="5494"/>
                </a:lnTo>
                <a:lnTo>
                  <a:pt x="7930" y="5506"/>
                </a:lnTo>
                <a:lnTo>
                  <a:pt x="7884" y="5517"/>
                </a:lnTo>
                <a:lnTo>
                  <a:pt x="7850" y="5540"/>
                </a:lnTo>
                <a:lnTo>
                  <a:pt x="7827" y="5574"/>
                </a:lnTo>
                <a:lnTo>
                  <a:pt x="7793" y="5597"/>
                </a:lnTo>
                <a:lnTo>
                  <a:pt x="7782" y="5642"/>
                </a:lnTo>
                <a:lnTo>
                  <a:pt x="7770" y="5676"/>
                </a:lnTo>
                <a:lnTo>
                  <a:pt x="7759" y="5722"/>
                </a:lnTo>
                <a:lnTo>
                  <a:pt x="7770" y="5767"/>
                </a:lnTo>
                <a:lnTo>
                  <a:pt x="7782" y="5813"/>
                </a:lnTo>
                <a:lnTo>
                  <a:pt x="7804" y="5847"/>
                </a:lnTo>
                <a:lnTo>
                  <a:pt x="7827" y="5881"/>
                </a:lnTo>
                <a:lnTo>
                  <a:pt x="7861" y="5904"/>
                </a:lnTo>
                <a:lnTo>
                  <a:pt x="7895" y="5927"/>
                </a:lnTo>
                <a:lnTo>
                  <a:pt x="7941" y="5938"/>
                </a:lnTo>
                <a:lnTo>
                  <a:pt x="7986" y="5949"/>
                </a:lnTo>
                <a:lnTo>
                  <a:pt x="8043" y="5938"/>
                </a:lnTo>
                <a:lnTo>
                  <a:pt x="8100" y="5915"/>
                </a:lnTo>
                <a:lnTo>
                  <a:pt x="8146" y="5881"/>
                </a:lnTo>
                <a:lnTo>
                  <a:pt x="8180" y="5836"/>
                </a:lnTo>
                <a:lnTo>
                  <a:pt x="10136" y="6962"/>
                </a:lnTo>
                <a:lnTo>
                  <a:pt x="10125" y="7019"/>
                </a:lnTo>
                <a:lnTo>
                  <a:pt x="10114" y="7064"/>
                </a:lnTo>
                <a:lnTo>
                  <a:pt x="10114" y="7110"/>
                </a:lnTo>
                <a:lnTo>
                  <a:pt x="10136" y="7155"/>
                </a:lnTo>
                <a:lnTo>
                  <a:pt x="10148" y="7201"/>
                </a:lnTo>
                <a:lnTo>
                  <a:pt x="10182" y="7235"/>
                </a:lnTo>
                <a:lnTo>
                  <a:pt x="10216" y="7257"/>
                </a:lnTo>
                <a:lnTo>
                  <a:pt x="10250" y="7292"/>
                </a:lnTo>
                <a:lnTo>
                  <a:pt x="10296" y="7303"/>
                </a:lnTo>
                <a:lnTo>
                  <a:pt x="10341" y="7314"/>
                </a:lnTo>
                <a:lnTo>
                  <a:pt x="10341" y="9567"/>
                </a:lnTo>
                <a:lnTo>
                  <a:pt x="10296" y="9578"/>
                </a:lnTo>
                <a:lnTo>
                  <a:pt x="10250" y="9601"/>
                </a:lnTo>
                <a:lnTo>
                  <a:pt x="10205" y="9624"/>
                </a:lnTo>
                <a:lnTo>
                  <a:pt x="10170" y="9646"/>
                </a:lnTo>
                <a:lnTo>
                  <a:pt x="10148" y="9692"/>
                </a:lnTo>
                <a:lnTo>
                  <a:pt x="10125" y="9726"/>
                </a:lnTo>
                <a:lnTo>
                  <a:pt x="10114" y="9771"/>
                </a:lnTo>
                <a:lnTo>
                  <a:pt x="10102" y="9828"/>
                </a:lnTo>
                <a:lnTo>
                  <a:pt x="10114" y="9874"/>
                </a:lnTo>
                <a:lnTo>
                  <a:pt x="10125" y="9919"/>
                </a:lnTo>
                <a:lnTo>
                  <a:pt x="10148" y="9965"/>
                </a:lnTo>
                <a:lnTo>
                  <a:pt x="10182" y="10010"/>
                </a:lnTo>
                <a:lnTo>
                  <a:pt x="10216" y="10033"/>
                </a:lnTo>
                <a:lnTo>
                  <a:pt x="10261" y="10056"/>
                </a:lnTo>
                <a:lnTo>
                  <a:pt x="10307" y="10079"/>
                </a:lnTo>
                <a:lnTo>
                  <a:pt x="10364" y="10079"/>
                </a:lnTo>
                <a:lnTo>
                  <a:pt x="10421" y="10067"/>
                </a:lnTo>
                <a:lnTo>
                  <a:pt x="10489" y="10044"/>
                </a:lnTo>
                <a:lnTo>
                  <a:pt x="10534" y="10010"/>
                </a:lnTo>
                <a:lnTo>
                  <a:pt x="10580" y="9953"/>
                </a:lnTo>
                <a:lnTo>
                  <a:pt x="12548" y="11102"/>
                </a:lnTo>
                <a:lnTo>
                  <a:pt x="12537" y="11136"/>
                </a:lnTo>
                <a:lnTo>
                  <a:pt x="12537" y="11171"/>
                </a:lnTo>
                <a:lnTo>
                  <a:pt x="12537" y="11216"/>
                </a:lnTo>
                <a:lnTo>
                  <a:pt x="12548" y="11250"/>
                </a:lnTo>
                <a:lnTo>
                  <a:pt x="12571" y="11284"/>
                </a:lnTo>
                <a:lnTo>
                  <a:pt x="12593" y="11307"/>
                </a:lnTo>
                <a:lnTo>
                  <a:pt x="12616" y="11330"/>
                </a:lnTo>
                <a:lnTo>
                  <a:pt x="12650" y="11353"/>
                </a:lnTo>
                <a:lnTo>
                  <a:pt x="12696" y="11364"/>
                </a:lnTo>
                <a:lnTo>
                  <a:pt x="12764" y="11364"/>
                </a:lnTo>
                <a:lnTo>
                  <a:pt x="12810" y="11353"/>
                </a:lnTo>
                <a:lnTo>
                  <a:pt x="12832" y="11330"/>
                </a:lnTo>
                <a:lnTo>
                  <a:pt x="12866" y="11307"/>
                </a:lnTo>
                <a:lnTo>
                  <a:pt x="12889" y="11284"/>
                </a:lnTo>
                <a:lnTo>
                  <a:pt x="12912" y="11250"/>
                </a:lnTo>
                <a:lnTo>
                  <a:pt x="12923" y="11216"/>
                </a:lnTo>
                <a:lnTo>
                  <a:pt x="12923" y="11171"/>
                </a:lnTo>
                <a:lnTo>
                  <a:pt x="12923" y="11136"/>
                </a:lnTo>
                <a:lnTo>
                  <a:pt x="12912" y="11102"/>
                </a:lnTo>
                <a:lnTo>
                  <a:pt x="14891" y="9953"/>
                </a:lnTo>
                <a:lnTo>
                  <a:pt x="14925" y="9999"/>
                </a:lnTo>
                <a:lnTo>
                  <a:pt x="14982" y="10044"/>
                </a:lnTo>
                <a:lnTo>
                  <a:pt x="15039" y="10067"/>
                </a:lnTo>
                <a:lnTo>
                  <a:pt x="15153" y="10067"/>
                </a:lnTo>
                <a:lnTo>
                  <a:pt x="15198" y="10056"/>
                </a:lnTo>
                <a:lnTo>
                  <a:pt x="15233" y="10033"/>
                </a:lnTo>
                <a:lnTo>
                  <a:pt x="15278" y="9999"/>
                </a:lnTo>
                <a:lnTo>
                  <a:pt x="15301" y="9965"/>
                </a:lnTo>
                <a:lnTo>
                  <a:pt x="15324" y="9919"/>
                </a:lnTo>
                <a:lnTo>
                  <a:pt x="15335" y="9874"/>
                </a:lnTo>
                <a:lnTo>
                  <a:pt x="15346" y="9828"/>
                </a:lnTo>
                <a:lnTo>
                  <a:pt x="15346" y="9783"/>
                </a:lnTo>
                <a:lnTo>
                  <a:pt x="15324" y="9737"/>
                </a:lnTo>
                <a:lnTo>
                  <a:pt x="15312" y="9692"/>
                </a:lnTo>
                <a:lnTo>
                  <a:pt x="15278" y="9658"/>
                </a:lnTo>
                <a:lnTo>
                  <a:pt x="15244" y="9635"/>
                </a:lnTo>
                <a:lnTo>
                  <a:pt x="15210" y="9601"/>
                </a:lnTo>
                <a:lnTo>
                  <a:pt x="15176" y="9589"/>
                </a:lnTo>
                <a:lnTo>
                  <a:pt x="15130" y="9578"/>
                </a:lnTo>
                <a:lnTo>
                  <a:pt x="15130" y="7246"/>
                </a:lnTo>
                <a:lnTo>
                  <a:pt x="15187" y="7223"/>
                </a:lnTo>
                <a:lnTo>
                  <a:pt x="15233" y="7178"/>
                </a:lnTo>
                <a:lnTo>
                  <a:pt x="15267" y="7132"/>
                </a:lnTo>
                <a:lnTo>
                  <a:pt x="15278" y="7064"/>
                </a:lnTo>
                <a:lnTo>
                  <a:pt x="15267" y="7007"/>
                </a:lnTo>
                <a:lnTo>
                  <a:pt x="17257" y="5847"/>
                </a:lnTo>
                <a:lnTo>
                  <a:pt x="17303" y="5892"/>
                </a:lnTo>
                <a:lnTo>
                  <a:pt x="17348" y="5938"/>
                </a:lnTo>
                <a:lnTo>
                  <a:pt x="17405" y="5961"/>
                </a:lnTo>
                <a:lnTo>
                  <a:pt x="17530" y="5961"/>
                </a:lnTo>
                <a:lnTo>
                  <a:pt x="17587" y="5938"/>
                </a:lnTo>
                <a:lnTo>
                  <a:pt x="17644" y="5892"/>
                </a:lnTo>
                <a:lnTo>
                  <a:pt x="17678" y="5847"/>
                </a:lnTo>
                <a:lnTo>
                  <a:pt x="19612" y="6962"/>
                </a:lnTo>
                <a:lnTo>
                  <a:pt x="19589" y="7007"/>
                </a:lnTo>
                <a:lnTo>
                  <a:pt x="19589" y="7064"/>
                </a:lnTo>
                <a:lnTo>
                  <a:pt x="19589" y="7121"/>
                </a:lnTo>
                <a:lnTo>
                  <a:pt x="19612" y="7166"/>
                </a:lnTo>
                <a:lnTo>
                  <a:pt x="19635" y="7212"/>
                </a:lnTo>
                <a:lnTo>
                  <a:pt x="19658" y="7246"/>
                </a:lnTo>
                <a:lnTo>
                  <a:pt x="19703" y="7280"/>
                </a:lnTo>
                <a:lnTo>
                  <a:pt x="19737" y="7303"/>
                </a:lnTo>
                <a:lnTo>
                  <a:pt x="19794" y="7314"/>
                </a:lnTo>
                <a:lnTo>
                  <a:pt x="19885" y="7314"/>
                </a:lnTo>
                <a:lnTo>
                  <a:pt x="19942" y="7303"/>
                </a:lnTo>
                <a:lnTo>
                  <a:pt x="19976" y="7280"/>
                </a:lnTo>
                <a:lnTo>
                  <a:pt x="20022" y="7246"/>
                </a:lnTo>
                <a:lnTo>
                  <a:pt x="20044" y="7212"/>
                </a:lnTo>
                <a:lnTo>
                  <a:pt x="20067" y="7166"/>
                </a:lnTo>
                <a:lnTo>
                  <a:pt x="20090" y="7121"/>
                </a:lnTo>
                <a:lnTo>
                  <a:pt x="20090" y="7064"/>
                </a:lnTo>
                <a:lnTo>
                  <a:pt x="20090" y="7019"/>
                </a:lnTo>
                <a:lnTo>
                  <a:pt x="20067" y="6962"/>
                </a:lnTo>
                <a:lnTo>
                  <a:pt x="22001" y="5847"/>
                </a:lnTo>
                <a:lnTo>
                  <a:pt x="22046" y="5892"/>
                </a:lnTo>
                <a:lnTo>
                  <a:pt x="22092" y="5927"/>
                </a:lnTo>
                <a:lnTo>
                  <a:pt x="22149" y="5949"/>
                </a:lnTo>
                <a:lnTo>
                  <a:pt x="22206" y="5961"/>
                </a:lnTo>
                <a:lnTo>
                  <a:pt x="22274" y="5949"/>
                </a:lnTo>
                <a:lnTo>
                  <a:pt x="22331" y="5927"/>
                </a:lnTo>
                <a:lnTo>
                  <a:pt x="22376" y="5892"/>
                </a:lnTo>
                <a:lnTo>
                  <a:pt x="22410" y="5847"/>
                </a:lnTo>
                <a:lnTo>
                  <a:pt x="24378" y="6984"/>
                </a:lnTo>
                <a:lnTo>
                  <a:pt x="24367" y="7019"/>
                </a:lnTo>
                <a:lnTo>
                  <a:pt x="24367" y="7064"/>
                </a:lnTo>
                <a:lnTo>
                  <a:pt x="24367" y="7110"/>
                </a:lnTo>
                <a:lnTo>
                  <a:pt x="24378" y="7155"/>
                </a:lnTo>
                <a:lnTo>
                  <a:pt x="24401" y="7189"/>
                </a:lnTo>
                <a:lnTo>
                  <a:pt x="24424" y="7223"/>
                </a:lnTo>
                <a:lnTo>
                  <a:pt x="24458" y="7246"/>
                </a:lnTo>
                <a:lnTo>
                  <a:pt x="24492" y="7269"/>
                </a:lnTo>
                <a:lnTo>
                  <a:pt x="24538" y="7280"/>
                </a:lnTo>
                <a:lnTo>
                  <a:pt x="24617" y="7280"/>
                </a:lnTo>
                <a:lnTo>
                  <a:pt x="24663" y="7269"/>
                </a:lnTo>
                <a:lnTo>
                  <a:pt x="24697" y="7246"/>
                </a:lnTo>
                <a:lnTo>
                  <a:pt x="24731" y="7223"/>
                </a:lnTo>
                <a:lnTo>
                  <a:pt x="24754" y="7189"/>
                </a:lnTo>
                <a:lnTo>
                  <a:pt x="24776" y="7155"/>
                </a:lnTo>
                <a:lnTo>
                  <a:pt x="24788" y="7110"/>
                </a:lnTo>
                <a:lnTo>
                  <a:pt x="24799" y="7064"/>
                </a:lnTo>
                <a:lnTo>
                  <a:pt x="24788" y="7030"/>
                </a:lnTo>
                <a:lnTo>
                  <a:pt x="24776" y="6984"/>
                </a:lnTo>
                <a:lnTo>
                  <a:pt x="26744" y="5847"/>
                </a:lnTo>
                <a:lnTo>
                  <a:pt x="26790" y="5892"/>
                </a:lnTo>
                <a:lnTo>
                  <a:pt x="26835" y="5927"/>
                </a:lnTo>
                <a:lnTo>
                  <a:pt x="26892" y="5949"/>
                </a:lnTo>
                <a:lnTo>
                  <a:pt x="26949" y="5961"/>
                </a:lnTo>
                <a:lnTo>
                  <a:pt x="26995" y="5949"/>
                </a:lnTo>
                <a:lnTo>
                  <a:pt x="27040" y="5938"/>
                </a:lnTo>
                <a:lnTo>
                  <a:pt x="27086" y="5915"/>
                </a:lnTo>
                <a:lnTo>
                  <a:pt x="27120" y="5892"/>
                </a:lnTo>
                <a:lnTo>
                  <a:pt x="27143" y="5858"/>
                </a:lnTo>
                <a:lnTo>
                  <a:pt x="27165" y="5813"/>
                </a:lnTo>
                <a:lnTo>
                  <a:pt x="27177" y="5767"/>
                </a:lnTo>
                <a:lnTo>
                  <a:pt x="27188" y="5722"/>
                </a:lnTo>
                <a:lnTo>
                  <a:pt x="27188" y="5676"/>
                </a:lnTo>
                <a:lnTo>
                  <a:pt x="27165" y="5631"/>
                </a:lnTo>
                <a:lnTo>
                  <a:pt x="27154" y="5597"/>
                </a:lnTo>
                <a:lnTo>
                  <a:pt x="27131" y="5563"/>
                </a:lnTo>
                <a:lnTo>
                  <a:pt x="27097" y="5540"/>
                </a:lnTo>
                <a:lnTo>
                  <a:pt x="27063" y="5517"/>
                </a:lnTo>
                <a:lnTo>
                  <a:pt x="27017" y="5494"/>
                </a:lnTo>
                <a:lnTo>
                  <a:pt x="26972" y="5483"/>
                </a:lnTo>
                <a:lnTo>
                  <a:pt x="26972" y="3196"/>
                </a:lnTo>
                <a:lnTo>
                  <a:pt x="27017" y="3185"/>
                </a:lnTo>
                <a:lnTo>
                  <a:pt x="27063" y="3174"/>
                </a:lnTo>
                <a:lnTo>
                  <a:pt x="27097" y="3151"/>
                </a:lnTo>
                <a:lnTo>
                  <a:pt x="27131" y="3117"/>
                </a:lnTo>
                <a:lnTo>
                  <a:pt x="27154" y="3083"/>
                </a:lnTo>
                <a:lnTo>
                  <a:pt x="27165" y="3049"/>
                </a:lnTo>
                <a:lnTo>
                  <a:pt x="27177" y="3003"/>
                </a:lnTo>
                <a:lnTo>
                  <a:pt x="27188" y="2958"/>
                </a:lnTo>
                <a:lnTo>
                  <a:pt x="27177" y="2912"/>
                </a:lnTo>
                <a:lnTo>
                  <a:pt x="27165" y="2867"/>
                </a:lnTo>
                <a:lnTo>
                  <a:pt x="27143" y="2832"/>
                </a:lnTo>
                <a:lnTo>
                  <a:pt x="27120" y="2798"/>
                </a:lnTo>
                <a:lnTo>
                  <a:pt x="27086" y="2764"/>
                </a:lnTo>
                <a:lnTo>
                  <a:pt x="27040" y="2741"/>
                </a:lnTo>
                <a:lnTo>
                  <a:pt x="26995" y="2730"/>
                </a:lnTo>
                <a:lnTo>
                  <a:pt x="26892" y="2730"/>
                </a:lnTo>
                <a:lnTo>
                  <a:pt x="26835" y="2753"/>
                </a:lnTo>
                <a:lnTo>
                  <a:pt x="26790" y="2787"/>
                </a:lnTo>
                <a:lnTo>
                  <a:pt x="26756" y="2821"/>
                </a:lnTo>
                <a:lnTo>
                  <a:pt x="24765" y="1672"/>
                </a:lnTo>
                <a:lnTo>
                  <a:pt x="24776" y="1615"/>
                </a:lnTo>
                <a:lnTo>
                  <a:pt x="24776" y="1570"/>
                </a:lnTo>
                <a:lnTo>
                  <a:pt x="24765" y="1536"/>
                </a:lnTo>
                <a:lnTo>
                  <a:pt x="24742" y="1502"/>
                </a:lnTo>
                <a:lnTo>
                  <a:pt x="24720" y="1467"/>
                </a:lnTo>
                <a:lnTo>
                  <a:pt x="24697" y="1445"/>
                </a:lnTo>
                <a:lnTo>
                  <a:pt x="24663" y="1433"/>
                </a:lnTo>
                <a:lnTo>
                  <a:pt x="24617" y="1422"/>
                </a:lnTo>
                <a:lnTo>
                  <a:pt x="24583" y="1411"/>
                </a:lnTo>
                <a:lnTo>
                  <a:pt x="24538" y="1422"/>
                </a:lnTo>
                <a:lnTo>
                  <a:pt x="24503" y="1433"/>
                </a:lnTo>
                <a:lnTo>
                  <a:pt x="24469" y="1445"/>
                </a:lnTo>
                <a:lnTo>
                  <a:pt x="24435" y="1467"/>
                </a:lnTo>
                <a:lnTo>
                  <a:pt x="24412" y="1502"/>
                </a:lnTo>
                <a:lnTo>
                  <a:pt x="24390" y="1536"/>
                </a:lnTo>
                <a:lnTo>
                  <a:pt x="24378" y="1570"/>
                </a:lnTo>
                <a:lnTo>
                  <a:pt x="24378" y="1615"/>
                </a:lnTo>
                <a:lnTo>
                  <a:pt x="24390" y="1684"/>
                </a:lnTo>
                <a:lnTo>
                  <a:pt x="22388" y="2832"/>
                </a:lnTo>
                <a:lnTo>
                  <a:pt x="22354" y="2798"/>
                </a:lnTo>
                <a:lnTo>
                  <a:pt x="22319" y="2764"/>
                </a:lnTo>
                <a:lnTo>
                  <a:pt x="22263" y="2741"/>
                </a:lnTo>
                <a:lnTo>
                  <a:pt x="22160" y="2741"/>
                </a:lnTo>
                <a:lnTo>
                  <a:pt x="22103" y="2764"/>
                </a:lnTo>
                <a:lnTo>
                  <a:pt x="22069" y="2787"/>
                </a:lnTo>
                <a:lnTo>
                  <a:pt x="22024" y="2832"/>
                </a:lnTo>
                <a:lnTo>
                  <a:pt x="20078" y="1706"/>
                </a:lnTo>
                <a:lnTo>
                  <a:pt x="20090" y="1661"/>
                </a:lnTo>
                <a:lnTo>
                  <a:pt x="20090" y="1615"/>
                </a:lnTo>
                <a:lnTo>
                  <a:pt x="20090" y="1558"/>
                </a:lnTo>
                <a:lnTo>
                  <a:pt x="20078" y="1513"/>
                </a:lnTo>
                <a:lnTo>
                  <a:pt x="20056" y="1467"/>
                </a:lnTo>
                <a:lnTo>
                  <a:pt x="20022" y="1433"/>
                </a:lnTo>
                <a:lnTo>
                  <a:pt x="19976" y="1399"/>
                </a:lnTo>
                <a:lnTo>
                  <a:pt x="19942" y="1376"/>
                </a:lnTo>
                <a:lnTo>
                  <a:pt x="19885" y="1365"/>
                </a:lnTo>
                <a:lnTo>
                  <a:pt x="19783" y="1365"/>
                </a:lnTo>
                <a:lnTo>
                  <a:pt x="19737" y="1376"/>
                </a:lnTo>
                <a:lnTo>
                  <a:pt x="19692" y="1399"/>
                </a:lnTo>
                <a:lnTo>
                  <a:pt x="19658" y="1433"/>
                </a:lnTo>
                <a:lnTo>
                  <a:pt x="19623" y="1467"/>
                </a:lnTo>
                <a:lnTo>
                  <a:pt x="19601" y="1513"/>
                </a:lnTo>
                <a:lnTo>
                  <a:pt x="19589" y="1558"/>
                </a:lnTo>
                <a:lnTo>
                  <a:pt x="19589" y="1615"/>
                </a:lnTo>
                <a:lnTo>
                  <a:pt x="19589" y="1661"/>
                </a:lnTo>
                <a:lnTo>
                  <a:pt x="19601" y="1706"/>
                </a:lnTo>
                <a:lnTo>
                  <a:pt x="17655" y="2832"/>
                </a:lnTo>
                <a:lnTo>
                  <a:pt x="17621" y="2798"/>
                </a:lnTo>
                <a:lnTo>
                  <a:pt x="17576" y="2764"/>
                </a:lnTo>
                <a:lnTo>
                  <a:pt x="17519" y="2741"/>
                </a:lnTo>
                <a:lnTo>
                  <a:pt x="17417" y="2741"/>
                </a:lnTo>
                <a:lnTo>
                  <a:pt x="17371" y="2764"/>
                </a:lnTo>
                <a:lnTo>
                  <a:pt x="17326" y="2787"/>
                </a:lnTo>
                <a:lnTo>
                  <a:pt x="17291" y="2832"/>
                </a:lnTo>
                <a:lnTo>
                  <a:pt x="15346" y="1706"/>
                </a:lnTo>
                <a:lnTo>
                  <a:pt x="15358" y="1661"/>
                </a:lnTo>
                <a:lnTo>
                  <a:pt x="15369" y="1615"/>
                </a:lnTo>
                <a:lnTo>
                  <a:pt x="15358" y="1558"/>
                </a:lnTo>
                <a:lnTo>
                  <a:pt x="15346" y="1513"/>
                </a:lnTo>
                <a:lnTo>
                  <a:pt x="15324" y="1479"/>
                </a:lnTo>
                <a:lnTo>
                  <a:pt x="15301" y="1433"/>
                </a:lnTo>
                <a:lnTo>
                  <a:pt x="15255" y="1399"/>
                </a:lnTo>
                <a:lnTo>
                  <a:pt x="15221" y="1376"/>
                </a:lnTo>
                <a:lnTo>
                  <a:pt x="15176" y="1354"/>
                </a:lnTo>
                <a:lnTo>
                  <a:pt x="15130" y="1354"/>
                </a:lnTo>
                <a:lnTo>
                  <a:pt x="15130" y="0"/>
                </a:lnTo>
                <a:lnTo>
                  <a:pt x="15085" y="0"/>
                </a:lnTo>
                <a:lnTo>
                  <a:pt x="15085" y="1354"/>
                </a:lnTo>
                <a:lnTo>
                  <a:pt x="15028" y="1354"/>
                </a:lnTo>
                <a:lnTo>
                  <a:pt x="14982" y="1376"/>
                </a:lnTo>
                <a:lnTo>
                  <a:pt x="14937" y="1399"/>
                </a:lnTo>
                <a:lnTo>
                  <a:pt x="14903" y="1433"/>
                </a:lnTo>
                <a:lnTo>
                  <a:pt x="14880" y="1467"/>
                </a:lnTo>
                <a:lnTo>
                  <a:pt x="14857" y="1513"/>
                </a:lnTo>
                <a:lnTo>
                  <a:pt x="14834" y="1558"/>
                </a:lnTo>
                <a:lnTo>
                  <a:pt x="14834" y="1615"/>
                </a:lnTo>
                <a:lnTo>
                  <a:pt x="14834" y="1661"/>
                </a:lnTo>
                <a:lnTo>
                  <a:pt x="14857" y="1718"/>
                </a:lnTo>
                <a:lnTo>
                  <a:pt x="12923" y="2821"/>
                </a:lnTo>
                <a:lnTo>
                  <a:pt x="12889" y="2776"/>
                </a:lnTo>
                <a:lnTo>
                  <a:pt x="12844" y="2753"/>
                </a:lnTo>
                <a:lnTo>
                  <a:pt x="12787" y="2730"/>
                </a:lnTo>
                <a:lnTo>
                  <a:pt x="12730" y="2719"/>
                </a:lnTo>
                <a:lnTo>
                  <a:pt x="12673" y="2730"/>
                </a:lnTo>
                <a:lnTo>
                  <a:pt x="12616" y="2753"/>
                </a:lnTo>
                <a:lnTo>
                  <a:pt x="12571" y="2776"/>
                </a:lnTo>
                <a:lnTo>
                  <a:pt x="12537" y="2821"/>
                </a:lnTo>
                <a:lnTo>
                  <a:pt x="10523" y="1661"/>
                </a:lnTo>
                <a:lnTo>
                  <a:pt x="10534" y="1615"/>
                </a:lnTo>
                <a:lnTo>
                  <a:pt x="10523" y="1547"/>
                </a:lnTo>
                <a:lnTo>
                  <a:pt x="10489" y="1502"/>
                </a:lnTo>
                <a:lnTo>
                  <a:pt x="10443" y="1456"/>
                </a:lnTo>
                <a:lnTo>
                  <a:pt x="10387" y="1445"/>
                </a:lnTo>
                <a:lnTo>
                  <a:pt x="10387" y="0"/>
                </a:lnTo>
                <a:lnTo>
                  <a:pt x="10341" y="0"/>
                </a:lnTo>
                <a:lnTo>
                  <a:pt x="10341" y="1445"/>
                </a:lnTo>
                <a:lnTo>
                  <a:pt x="10273" y="1456"/>
                </a:lnTo>
                <a:lnTo>
                  <a:pt x="10227" y="1502"/>
                </a:lnTo>
                <a:lnTo>
                  <a:pt x="10193" y="1547"/>
                </a:lnTo>
                <a:lnTo>
                  <a:pt x="10182" y="1615"/>
                </a:lnTo>
                <a:lnTo>
                  <a:pt x="10193" y="1672"/>
                </a:lnTo>
                <a:lnTo>
                  <a:pt x="8191" y="2821"/>
                </a:lnTo>
                <a:lnTo>
                  <a:pt x="8157" y="2776"/>
                </a:lnTo>
                <a:lnTo>
                  <a:pt x="8100" y="2741"/>
                </a:lnTo>
                <a:lnTo>
                  <a:pt x="8055" y="2719"/>
                </a:lnTo>
                <a:lnTo>
                  <a:pt x="7930" y="2719"/>
                </a:lnTo>
                <a:lnTo>
                  <a:pt x="7873" y="2741"/>
                </a:lnTo>
                <a:lnTo>
                  <a:pt x="7827" y="2776"/>
                </a:lnTo>
                <a:lnTo>
                  <a:pt x="7782" y="2821"/>
                </a:lnTo>
                <a:lnTo>
                  <a:pt x="5848" y="1695"/>
                </a:lnTo>
                <a:lnTo>
                  <a:pt x="5859" y="1661"/>
                </a:lnTo>
                <a:lnTo>
                  <a:pt x="5859" y="1615"/>
                </a:lnTo>
                <a:lnTo>
                  <a:pt x="5859" y="1570"/>
                </a:lnTo>
                <a:lnTo>
                  <a:pt x="5836" y="1524"/>
                </a:lnTo>
                <a:lnTo>
                  <a:pt x="5825" y="1490"/>
                </a:lnTo>
                <a:lnTo>
                  <a:pt x="5791" y="1456"/>
                </a:lnTo>
                <a:lnTo>
                  <a:pt x="5768" y="1422"/>
                </a:lnTo>
                <a:lnTo>
                  <a:pt x="5723" y="1399"/>
                </a:lnTo>
                <a:lnTo>
                  <a:pt x="5689" y="1388"/>
                </a:lnTo>
                <a:lnTo>
                  <a:pt x="5643" y="1376"/>
                </a:lnTo>
                <a:lnTo>
                  <a:pt x="5643" y="0"/>
                </a:lnTo>
                <a:lnTo>
                  <a:pt x="5598" y="0"/>
                </a:lnTo>
                <a:lnTo>
                  <a:pt x="5598" y="1376"/>
                </a:lnTo>
                <a:lnTo>
                  <a:pt x="5552" y="1388"/>
                </a:lnTo>
                <a:lnTo>
                  <a:pt x="5518" y="1399"/>
                </a:lnTo>
                <a:lnTo>
                  <a:pt x="5472" y="1422"/>
                </a:lnTo>
                <a:lnTo>
                  <a:pt x="5438" y="1456"/>
                </a:lnTo>
                <a:lnTo>
                  <a:pt x="5416" y="1490"/>
                </a:lnTo>
                <a:lnTo>
                  <a:pt x="5393" y="1524"/>
                </a:lnTo>
                <a:lnTo>
                  <a:pt x="5381" y="1570"/>
                </a:lnTo>
                <a:lnTo>
                  <a:pt x="5381" y="1615"/>
                </a:lnTo>
                <a:lnTo>
                  <a:pt x="5381" y="1661"/>
                </a:lnTo>
                <a:lnTo>
                  <a:pt x="5393" y="1695"/>
                </a:lnTo>
                <a:lnTo>
                  <a:pt x="3413" y="2844"/>
                </a:lnTo>
                <a:lnTo>
                  <a:pt x="3379" y="2810"/>
                </a:lnTo>
                <a:lnTo>
                  <a:pt x="3345" y="2776"/>
                </a:lnTo>
                <a:lnTo>
                  <a:pt x="3300" y="2764"/>
                </a:lnTo>
                <a:lnTo>
                  <a:pt x="3254" y="2753"/>
                </a:lnTo>
                <a:lnTo>
                  <a:pt x="3197" y="2764"/>
                </a:lnTo>
                <a:lnTo>
                  <a:pt x="3152" y="2776"/>
                </a:lnTo>
                <a:lnTo>
                  <a:pt x="3118" y="2810"/>
                </a:lnTo>
                <a:lnTo>
                  <a:pt x="3084" y="2844"/>
                </a:lnTo>
                <a:lnTo>
                  <a:pt x="1047" y="1672"/>
                </a:lnTo>
                <a:lnTo>
                  <a:pt x="1059" y="1615"/>
                </a:lnTo>
                <a:lnTo>
                  <a:pt x="1047" y="1547"/>
                </a:lnTo>
                <a:lnTo>
                  <a:pt x="1013" y="1490"/>
                </a:lnTo>
                <a:lnTo>
                  <a:pt x="968" y="1456"/>
                </a:lnTo>
                <a:lnTo>
                  <a:pt x="900" y="1433"/>
                </a:lnTo>
                <a:lnTo>
                  <a:pt x="90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43" name="Google Shape;43;p3"/>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lvl1pPr lvl="0" rtl="0">
              <a:spcBef>
                <a:spcPts val="0"/>
              </a:spcBef>
              <a:spcAft>
                <a:spcPts val="0"/>
              </a:spcAft>
              <a:buSzPts val="1800"/>
              <a:buNone/>
              <a:defRPr>
                <a:solidFill>
                  <a:schemeClr val="accent4"/>
                </a:solidFill>
              </a:defRPr>
            </a:lvl1pPr>
            <a:lvl2pPr lvl="1" rtl="0">
              <a:spcBef>
                <a:spcPts val="600"/>
              </a:spcBef>
              <a:spcAft>
                <a:spcPts val="0"/>
              </a:spcAft>
              <a:buClr>
                <a:schemeClr val="accent4"/>
              </a:buClr>
              <a:buSzPts val="3000"/>
              <a:buNone/>
              <a:defRPr sz="3000">
                <a:solidFill>
                  <a:schemeClr val="accent4"/>
                </a:solidFill>
              </a:defRPr>
            </a:lvl2pPr>
            <a:lvl3pPr lvl="2" rtl="0">
              <a:spcBef>
                <a:spcPts val="600"/>
              </a:spcBef>
              <a:spcAft>
                <a:spcPts val="0"/>
              </a:spcAft>
              <a:buClr>
                <a:schemeClr val="accent4"/>
              </a:buClr>
              <a:buSzPts val="3000"/>
              <a:buNone/>
              <a:defRPr sz="3000">
                <a:solidFill>
                  <a:schemeClr val="accent4"/>
                </a:solidFill>
              </a:defRPr>
            </a:lvl3pPr>
            <a:lvl4pPr lvl="3" rtl="0">
              <a:spcBef>
                <a:spcPts val="600"/>
              </a:spcBef>
              <a:spcAft>
                <a:spcPts val="0"/>
              </a:spcAft>
              <a:buClr>
                <a:schemeClr val="accent4"/>
              </a:buClr>
              <a:buSzPts val="3000"/>
              <a:buNone/>
              <a:defRPr sz="3000">
                <a:solidFill>
                  <a:schemeClr val="accent4"/>
                </a:solidFill>
              </a:defRPr>
            </a:lvl4pPr>
            <a:lvl5pPr lvl="4" rtl="0">
              <a:spcBef>
                <a:spcPts val="600"/>
              </a:spcBef>
              <a:spcAft>
                <a:spcPts val="0"/>
              </a:spcAft>
              <a:buClr>
                <a:schemeClr val="accent4"/>
              </a:buClr>
              <a:buSzPts val="3000"/>
              <a:buNone/>
              <a:defRPr sz="3000">
                <a:solidFill>
                  <a:schemeClr val="accent4"/>
                </a:solidFill>
              </a:defRPr>
            </a:lvl5pPr>
            <a:lvl6pPr lvl="5" rtl="0">
              <a:spcBef>
                <a:spcPts val="600"/>
              </a:spcBef>
              <a:spcAft>
                <a:spcPts val="0"/>
              </a:spcAft>
              <a:buClr>
                <a:schemeClr val="accent4"/>
              </a:buClr>
              <a:buSzPts val="3000"/>
              <a:buNone/>
              <a:defRPr sz="3000">
                <a:solidFill>
                  <a:schemeClr val="accent4"/>
                </a:solidFill>
              </a:defRPr>
            </a:lvl6pPr>
            <a:lvl7pPr lvl="6" rtl="0">
              <a:spcBef>
                <a:spcPts val="600"/>
              </a:spcBef>
              <a:spcAft>
                <a:spcPts val="0"/>
              </a:spcAft>
              <a:buClr>
                <a:schemeClr val="accent4"/>
              </a:buClr>
              <a:buSzPts val="3000"/>
              <a:buNone/>
              <a:defRPr sz="3000">
                <a:solidFill>
                  <a:schemeClr val="accent4"/>
                </a:solidFill>
              </a:defRPr>
            </a:lvl7pPr>
            <a:lvl8pPr lvl="7" rtl="0">
              <a:spcBef>
                <a:spcPts val="600"/>
              </a:spcBef>
              <a:spcAft>
                <a:spcPts val="0"/>
              </a:spcAft>
              <a:buClr>
                <a:schemeClr val="accent4"/>
              </a:buClr>
              <a:buSzPts val="3000"/>
              <a:buNone/>
              <a:defRPr sz="3000">
                <a:solidFill>
                  <a:schemeClr val="accent4"/>
                </a:solidFill>
              </a:defRPr>
            </a:lvl8pPr>
            <a:lvl9pPr lvl="8" rtl="0">
              <a:spcBef>
                <a:spcPts val="600"/>
              </a:spcBef>
              <a:spcAft>
                <a:spcPts val="600"/>
              </a:spcAft>
              <a:buClr>
                <a:schemeClr val="accent4"/>
              </a:buClr>
              <a:buSzPts val="3000"/>
              <a:buNone/>
              <a:defRPr sz="3000">
                <a:solidFill>
                  <a:schemeClr val="accent4"/>
                </a:solidFill>
              </a:defRPr>
            </a:lvl9pPr>
          </a:lstStyle>
          <a:p>
            <a:endParaRPr/>
          </a:p>
        </p:txBody>
      </p:sp>
      <p:grpSp>
        <p:nvGrpSpPr>
          <p:cNvPr id="44" name="Google Shape;44;p3"/>
          <p:cNvGrpSpPr/>
          <p:nvPr/>
        </p:nvGrpSpPr>
        <p:grpSpPr>
          <a:xfrm>
            <a:off x="-1" y="2046575"/>
            <a:ext cx="1616222" cy="1050356"/>
            <a:chOff x="241121" y="847487"/>
            <a:chExt cx="540579" cy="351313"/>
          </a:xfrm>
        </p:grpSpPr>
        <p:sp>
          <p:nvSpPr>
            <p:cNvPr id="45" name="Google Shape;45;p3"/>
            <p:cNvSpPr/>
            <p:nvPr/>
          </p:nvSpPr>
          <p:spPr>
            <a:xfrm>
              <a:off x="241121" y="847487"/>
              <a:ext cx="3912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2571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1_1">
    <p:bg>
      <p:bgPr>
        <a:gradFill>
          <a:gsLst>
            <a:gs pos="0">
              <a:schemeClr val="accent6"/>
            </a:gs>
            <a:gs pos="17000">
              <a:schemeClr val="accent4"/>
            </a:gs>
            <a:gs pos="42000">
              <a:schemeClr val="accent3"/>
            </a:gs>
            <a:gs pos="100000">
              <a:schemeClr val="accent2"/>
            </a:gs>
          </a:gsLst>
          <a:lin ang="8100019" scaled="0"/>
        </a:gradFill>
        <a:effectLst/>
      </p:bgPr>
    </p:bg>
    <p:spTree>
      <p:nvGrpSpPr>
        <p:cNvPr id="1" name="Shape 47"/>
        <p:cNvGrpSpPr/>
        <p:nvPr/>
      </p:nvGrpSpPr>
      <p:grpSpPr>
        <a:xfrm>
          <a:off x="0" y="0"/>
          <a:ext cx="0" cy="0"/>
          <a:chOff x="0" y="0"/>
          <a:chExt cx="0" cy="0"/>
        </a:xfrm>
      </p:grpSpPr>
      <p:grpSp>
        <p:nvGrpSpPr>
          <p:cNvPr id="48" name="Google Shape;48;p4"/>
          <p:cNvGrpSpPr/>
          <p:nvPr/>
        </p:nvGrpSpPr>
        <p:grpSpPr>
          <a:xfrm>
            <a:off x="-16" y="0"/>
            <a:ext cx="9144053" cy="5143497"/>
            <a:chOff x="-16" y="0"/>
            <a:chExt cx="9144053" cy="5143497"/>
          </a:xfrm>
        </p:grpSpPr>
        <p:sp>
          <p:nvSpPr>
            <p:cNvPr id="49" name="Google Shape;49;p4"/>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rot="10800000">
              <a:off x="-16" y="3333723"/>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rot="10800000">
              <a:off x="4" y="3325362"/>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rot="10800000">
              <a:off x="1095419" y="0"/>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rot="10800000">
              <a:off x="0" y="26"/>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rot="10800000">
              <a:off x="-7" y="2664610"/>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rot="10800000">
              <a:off x="595325" y="4377873"/>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4"/>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txBox="1">
            <a:spLocks noGrp="1"/>
          </p:cNvSpPr>
          <p:nvPr>
            <p:ph type="body" idx="1"/>
          </p:nvPr>
        </p:nvSpPr>
        <p:spPr>
          <a:xfrm>
            <a:off x="1977950" y="1388450"/>
            <a:ext cx="5188200" cy="3042600"/>
          </a:xfrm>
          <a:prstGeom prst="rect">
            <a:avLst/>
          </a:prstGeom>
        </p:spPr>
        <p:txBody>
          <a:bodyPr spcFirstLastPara="1" wrap="square" lIns="0" tIns="0" rIns="0" bIns="0" anchor="t" anchorCtr="0">
            <a:noAutofit/>
          </a:bodyPr>
          <a:lstStyle>
            <a:lvl1pPr marL="457200" lvl="0" indent="-431800" algn="ctr" rtl="0">
              <a:spcBef>
                <a:spcPts val="0"/>
              </a:spcBef>
              <a:spcAft>
                <a:spcPts val="0"/>
              </a:spcAft>
              <a:buClr>
                <a:schemeClr val="lt1"/>
              </a:buClr>
              <a:buSzPts val="3200"/>
              <a:buChar char="⬥"/>
              <a:defRPr sz="3200">
                <a:solidFill>
                  <a:schemeClr val="lt1"/>
                </a:solidFill>
              </a:defRPr>
            </a:lvl1pPr>
            <a:lvl2pPr marL="914400" lvl="1" indent="-431800" algn="ctr" rtl="0">
              <a:spcBef>
                <a:spcPts val="600"/>
              </a:spcBef>
              <a:spcAft>
                <a:spcPts val="0"/>
              </a:spcAft>
              <a:buClr>
                <a:schemeClr val="lt1"/>
              </a:buClr>
              <a:buSzPts val="3200"/>
              <a:buChar char="⬦"/>
              <a:defRPr sz="3200">
                <a:solidFill>
                  <a:schemeClr val="lt1"/>
                </a:solidFill>
              </a:defRPr>
            </a:lvl2pPr>
            <a:lvl3pPr marL="1371600" lvl="2" indent="-431800" algn="ctr" rtl="0">
              <a:spcBef>
                <a:spcPts val="600"/>
              </a:spcBef>
              <a:spcAft>
                <a:spcPts val="0"/>
              </a:spcAft>
              <a:buClr>
                <a:schemeClr val="lt1"/>
              </a:buClr>
              <a:buSzPts val="3200"/>
              <a:buChar char="⬩"/>
              <a:defRPr sz="3200">
                <a:solidFill>
                  <a:schemeClr val="lt1"/>
                </a:solidFill>
              </a:defRPr>
            </a:lvl3pPr>
            <a:lvl4pPr marL="1828800" lvl="3" indent="-431800" algn="ctr" rtl="0">
              <a:spcBef>
                <a:spcPts val="600"/>
              </a:spcBef>
              <a:spcAft>
                <a:spcPts val="0"/>
              </a:spcAft>
              <a:buClr>
                <a:schemeClr val="lt1"/>
              </a:buClr>
              <a:buSzPts val="3200"/>
              <a:buChar char="●"/>
              <a:defRPr sz="3200">
                <a:solidFill>
                  <a:schemeClr val="lt1"/>
                </a:solidFill>
              </a:defRPr>
            </a:lvl4pPr>
            <a:lvl5pPr marL="2286000" lvl="4" indent="-431800" algn="ctr" rtl="0">
              <a:spcBef>
                <a:spcPts val="600"/>
              </a:spcBef>
              <a:spcAft>
                <a:spcPts val="0"/>
              </a:spcAft>
              <a:buClr>
                <a:schemeClr val="lt1"/>
              </a:buClr>
              <a:buSzPts val="3200"/>
              <a:buChar char="○"/>
              <a:defRPr sz="3200">
                <a:solidFill>
                  <a:schemeClr val="lt1"/>
                </a:solidFill>
              </a:defRPr>
            </a:lvl5pPr>
            <a:lvl6pPr marL="2743200" lvl="5" indent="-431800" algn="ctr" rtl="0">
              <a:spcBef>
                <a:spcPts val="600"/>
              </a:spcBef>
              <a:spcAft>
                <a:spcPts val="0"/>
              </a:spcAft>
              <a:buClr>
                <a:schemeClr val="lt1"/>
              </a:buClr>
              <a:buSzPts val="3200"/>
              <a:buChar char="■"/>
              <a:defRPr sz="3200">
                <a:solidFill>
                  <a:schemeClr val="lt1"/>
                </a:solidFill>
              </a:defRPr>
            </a:lvl6pPr>
            <a:lvl7pPr marL="3200400" lvl="6" indent="-431800" algn="ctr" rtl="0">
              <a:spcBef>
                <a:spcPts val="600"/>
              </a:spcBef>
              <a:spcAft>
                <a:spcPts val="0"/>
              </a:spcAft>
              <a:buClr>
                <a:schemeClr val="lt1"/>
              </a:buClr>
              <a:buSzPts val="3200"/>
              <a:buChar char="●"/>
              <a:defRPr sz="3200">
                <a:solidFill>
                  <a:schemeClr val="lt1"/>
                </a:solidFill>
              </a:defRPr>
            </a:lvl7pPr>
            <a:lvl8pPr marL="3657600" lvl="7" indent="-431800" algn="ctr" rtl="0">
              <a:spcBef>
                <a:spcPts val="600"/>
              </a:spcBef>
              <a:spcAft>
                <a:spcPts val="0"/>
              </a:spcAft>
              <a:buClr>
                <a:schemeClr val="lt1"/>
              </a:buClr>
              <a:buSzPts val="3200"/>
              <a:buChar char="○"/>
              <a:defRPr sz="3200">
                <a:solidFill>
                  <a:schemeClr val="lt1"/>
                </a:solidFill>
              </a:defRPr>
            </a:lvl8pPr>
            <a:lvl9pPr marL="4114800" lvl="8" indent="-431800" algn="ctr" rtl="0">
              <a:spcBef>
                <a:spcPts val="600"/>
              </a:spcBef>
              <a:spcAft>
                <a:spcPts val="600"/>
              </a:spcAft>
              <a:buClr>
                <a:schemeClr val="lt1"/>
              </a:buClr>
              <a:buSzPts val="3200"/>
              <a:buChar char="■"/>
              <a:defRPr sz="3200">
                <a:solidFill>
                  <a:schemeClr val="lt1"/>
                </a:solidFill>
              </a:defRPr>
            </a:lvl9pPr>
          </a:lstStyle>
          <a:p>
            <a:endParaRPr/>
          </a:p>
        </p:txBody>
      </p:sp>
      <p:sp>
        <p:nvSpPr>
          <p:cNvPr id="63" name="Google Shape;63;p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64" name="Google Shape;64;p4"/>
          <p:cNvGrpSpPr/>
          <p:nvPr/>
        </p:nvGrpSpPr>
        <p:grpSpPr>
          <a:xfrm>
            <a:off x="4282319" y="-4"/>
            <a:ext cx="579363" cy="1204159"/>
            <a:chOff x="3895357" y="418479"/>
            <a:chExt cx="264900" cy="550573"/>
          </a:xfrm>
        </p:grpSpPr>
        <p:sp>
          <p:nvSpPr>
            <p:cNvPr id="65" name="Google Shape;65;p4"/>
            <p:cNvSpPr/>
            <p:nvPr/>
          </p:nvSpPr>
          <p:spPr>
            <a:xfrm rot="5400000">
              <a:off x="3869830" y="445029"/>
              <a:ext cx="315900" cy="2628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5400000">
              <a:off x="3874807" y="683602"/>
              <a:ext cx="306000" cy="264900"/>
            </a:xfrm>
            <a:prstGeom prst="hexagon">
              <a:avLst>
                <a:gd name="adj" fmla="val 25000"/>
                <a:gd name="vf" fmla="val 115470"/>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p:nvPr/>
        </p:nvSpPr>
        <p:spPr>
          <a:xfrm>
            <a:off x="3593400" y="476575"/>
            <a:ext cx="1957200" cy="653700"/>
          </a:xfrm>
          <a:prstGeom prst="rect">
            <a:avLst/>
          </a:prstGeom>
          <a:noFill/>
          <a:ln>
            <a:noFill/>
          </a:ln>
          <a:effectLst>
            <a:outerShdw blurRad="114300" dist="19050" dir="5400000" algn="bl" rotWithShape="0">
              <a:schemeClr val="lt1">
                <a:alpha val="50000"/>
              </a:schemeClr>
            </a:outerShdw>
          </a:effectLst>
        </p:spPr>
        <p:txBody>
          <a:bodyPr spcFirstLastPara="1" wrap="square" lIns="0" tIns="0" rIns="0" bIns="0" anchor="t" anchorCtr="0">
            <a:noAutofit/>
          </a:bodyPr>
          <a:lstStyle/>
          <a:p>
            <a:pPr marL="0" lvl="0" indent="0" algn="ctr" rtl="0">
              <a:spcBef>
                <a:spcPts val="0"/>
              </a:spcBef>
              <a:spcAft>
                <a:spcPts val="0"/>
              </a:spcAft>
              <a:buNone/>
            </a:pPr>
            <a:r>
              <a:rPr lang="en" sz="8600">
                <a:solidFill>
                  <a:schemeClr val="dk1"/>
                </a:solidFill>
              </a:rPr>
              <a:t>“</a:t>
            </a:r>
            <a:endParaRPr sz="8600">
              <a:solidFill>
                <a:schemeClr val="dk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8"/>
        <p:cNvGrpSpPr/>
        <p:nvPr/>
      </p:nvGrpSpPr>
      <p:grpSpPr>
        <a:xfrm>
          <a:off x="0" y="0"/>
          <a:ext cx="0" cy="0"/>
          <a:chOff x="0" y="0"/>
          <a:chExt cx="0" cy="0"/>
        </a:xfrm>
      </p:grpSpPr>
      <p:grpSp>
        <p:nvGrpSpPr>
          <p:cNvPr id="69" name="Google Shape;69;p5"/>
          <p:cNvGrpSpPr/>
          <p:nvPr/>
        </p:nvGrpSpPr>
        <p:grpSpPr>
          <a:xfrm>
            <a:off x="0" y="0"/>
            <a:ext cx="9144036" cy="5143497"/>
            <a:chOff x="0" y="0"/>
            <a:chExt cx="9144036" cy="5143497"/>
          </a:xfrm>
        </p:grpSpPr>
        <p:sp>
          <p:nvSpPr>
            <p:cNvPr id="70" name="Google Shape;70;p5"/>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5"/>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3" name="Google Shape;83;p5"/>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a:lvl1pPr>
            <a:lvl2pPr marL="914400" lvl="1" indent="-342900" rtl="0">
              <a:spcBef>
                <a:spcPts val="600"/>
              </a:spcBef>
              <a:spcAft>
                <a:spcPts val="0"/>
              </a:spcAft>
              <a:buSzPts val="1800"/>
              <a:buChar char="⬦"/>
              <a:defRPr/>
            </a:lvl2pPr>
            <a:lvl3pPr marL="1371600" lvl="2" indent="-381000" rtl="0">
              <a:spcBef>
                <a:spcPts val="600"/>
              </a:spcBef>
              <a:spcAft>
                <a:spcPts val="0"/>
              </a:spcAft>
              <a:buSzPts val="2400"/>
              <a:buChar char="⬩"/>
              <a:defRPr/>
            </a:lvl3pPr>
            <a:lvl4pPr marL="1828800" lvl="3" indent="-381000" rtl="0">
              <a:spcBef>
                <a:spcPts val="600"/>
              </a:spcBef>
              <a:spcAft>
                <a:spcPts val="0"/>
              </a:spcAft>
              <a:buSzPts val="2400"/>
              <a:buChar char="●"/>
              <a:defRPr/>
            </a:lvl4pPr>
            <a:lvl5pPr marL="2286000" lvl="4" indent="-381000" rtl="0">
              <a:spcBef>
                <a:spcPts val="600"/>
              </a:spcBef>
              <a:spcAft>
                <a:spcPts val="0"/>
              </a:spcAft>
              <a:buSzPts val="2400"/>
              <a:buChar char="○"/>
              <a:defRPr/>
            </a:lvl5pPr>
            <a:lvl6pPr marL="2743200" lvl="5" indent="-381000" rtl="0">
              <a:spcBef>
                <a:spcPts val="600"/>
              </a:spcBef>
              <a:spcAft>
                <a:spcPts val="0"/>
              </a:spcAft>
              <a:buSzPts val="2400"/>
              <a:buChar char="■"/>
              <a:defRPr/>
            </a:lvl6pPr>
            <a:lvl7pPr marL="3200400" lvl="6" indent="-381000" rtl="0">
              <a:spcBef>
                <a:spcPts val="600"/>
              </a:spcBef>
              <a:spcAft>
                <a:spcPts val="0"/>
              </a:spcAft>
              <a:buSzPts val="2400"/>
              <a:buChar char="●"/>
              <a:defRPr/>
            </a:lvl7pPr>
            <a:lvl8pPr marL="3657600" lvl="7" indent="-381000" rtl="0">
              <a:spcBef>
                <a:spcPts val="600"/>
              </a:spcBef>
              <a:spcAft>
                <a:spcPts val="0"/>
              </a:spcAft>
              <a:buSzPts val="2400"/>
              <a:buChar char="○"/>
              <a:defRPr/>
            </a:lvl8pPr>
            <a:lvl9pPr marL="4114800" lvl="8" indent="-381000" rtl="0">
              <a:spcBef>
                <a:spcPts val="600"/>
              </a:spcBef>
              <a:spcAft>
                <a:spcPts val="600"/>
              </a:spcAft>
              <a:buSzPts val="2400"/>
              <a:buChar char="■"/>
              <a:defRPr/>
            </a:lvl9pPr>
          </a:lstStyle>
          <a:p>
            <a:endParaRPr/>
          </a:p>
        </p:txBody>
      </p:sp>
      <p:sp>
        <p:nvSpPr>
          <p:cNvPr id="84" name="Google Shape;84;p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85" name="Google Shape;85;p5"/>
          <p:cNvGrpSpPr/>
          <p:nvPr/>
        </p:nvGrpSpPr>
        <p:grpSpPr>
          <a:xfrm>
            <a:off x="2" y="870200"/>
            <a:ext cx="1055444" cy="306027"/>
            <a:chOff x="-429922" y="847489"/>
            <a:chExt cx="1211622" cy="351311"/>
          </a:xfrm>
        </p:grpSpPr>
        <p:sp>
          <p:nvSpPr>
            <p:cNvPr id="86" name="Google Shape;86;p5"/>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8"/>
        <p:cNvGrpSpPr/>
        <p:nvPr/>
      </p:nvGrpSpPr>
      <p:grpSpPr>
        <a:xfrm>
          <a:off x="0" y="0"/>
          <a:ext cx="0" cy="0"/>
          <a:chOff x="0" y="0"/>
          <a:chExt cx="0" cy="0"/>
        </a:xfrm>
      </p:grpSpPr>
      <p:grpSp>
        <p:nvGrpSpPr>
          <p:cNvPr id="89" name="Google Shape;89;p6"/>
          <p:cNvGrpSpPr/>
          <p:nvPr/>
        </p:nvGrpSpPr>
        <p:grpSpPr>
          <a:xfrm>
            <a:off x="0" y="0"/>
            <a:ext cx="9144036" cy="5143497"/>
            <a:chOff x="0" y="0"/>
            <a:chExt cx="9144036" cy="5143497"/>
          </a:xfrm>
        </p:grpSpPr>
        <p:sp>
          <p:nvSpPr>
            <p:cNvPr id="90" name="Google Shape;90;p6"/>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6"/>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6"/>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3" name="Google Shape;103;p6"/>
          <p:cNvSpPr txBox="1">
            <a:spLocks noGrp="1"/>
          </p:cNvSpPr>
          <p:nvPr>
            <p:ph type="body" idx="1"/>
          </p:nvPr>
        </p:nvSpPr>
        <p:spPr>
          <a:xfrm>
            <a:off x="1207774"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4" name="Google Shape;104;p6"/>
          <p:cNvSpPr txBox="1">
            <a:spLocks noGrp="1"/>
          </p:cNvSpPr>
          <p:nvPr>
            <p:ph type="body" idx="2"/>
          </p:nvPr>
        </p:nvSpPr>
        <p:spPr>
          <a:xfrm>
            <a:off x="4792488"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5" name="Google Shape;105;p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06" name="Google Shape;106;p6"/>
          <p:cNvGrpSpPr/>
          <p:nvPr/>
        </p:nvGrpSpPr>
        <p:grpSpPr>
          <a:xfrm>
            <a:off x="2" y="870200"/>
            <a:ext cx="1055444" cy="306027"/>
            <a:chOff x="-429922" y="847489"/>
            <a:chExt cx="1211622" cy="351311"/>
          </a:xfrm>
        </p:grpSpPr>
        <p:sp>
          <p:nvSpPr>
            <p:cNvPr id="107" name="Google Shape;107;p6"/>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09"/>
        <p:cNvGrpSpPr/>
        <p:nvPr/>
      </p:nvGrpSpPr>
      <p:grpSpPr>
        <a:xfrm>
          <a:off x="0" y="0"/>
          <a:ext cx="0" cy="0"/>
          <a:chOff x="0" y="0"/>
          <a:chExt cx="0" cy="0"/>
        </a:xfrm>
      </p:grpSpPr>
      <p:grpSp>
        <p:nvGrpSpPr>
          <p:cNvPr id="110" name="Google Shape;110;p7"/>
          <p:cNvGrpSpPr/>
          <p:nvPr/>
        </p:nvGrpSpPr>
        <p:grpSpPr>
          <a:xfrm>
            <a:off x="0" y="0"/>
            <a:ext cx="9144036" cy="5143497"/>
            <a:chOff x="0" y="0"/>
            <a:chExt cx="9144036" cy="5143497"/>
          </a:xfrm>
        </p:grpSpPr>
        <p:sp>
          <p:nvSpPr>
            <p:cNvPr id="111" name="Google Shape;111;p7"/>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7"/>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7"/>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7"/>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24" name="Google Shape;124;p7"/>
          <p:cNvSpPr txBox="1">
            <a:spLocks noGrp="1"/>
          </p:cNvSpPr>
          <p:nvPr>
            <p:ph type="body" idx="1"/>
          </p:nvPr>
        </p:nvSpPr>
        <p:spPr>
          <a:xfrm>
            <a:off x="1207850"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5" name="Google Shape;125;p7"/>
          <p:cNvSpPr txBox="1">
            <a:spLocks noGrp="1"/>
          </p:cNvSpPr>
          <p:nvPr>
            <p:ph type="body" idx="2"/>
          </p:nvPr>
        </p:nvSpPr>
        <p:spPr>
          <a:xfrm>
            <a:off x="3512976"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6" name="Google Shape;126;p7"/>
          <p:cNvSpPr txBox="1">
            <a:spLocks noGrp="1"/>
          </p:cNvSpPr>
          <p:nvPr>
            <p:ph type="body" idx="3"/>
          </p:nvPr>
        </p:nvSpPr>
        <p:spPr>
          <a:xfrm>
            <a:off x="5818102"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7" name="Google Shape;127;p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28" name="Google Shape;128;p7"/>
          <p:cNvGrpSpPr/>
          <p:nvPr/>
        </p:nvGrpSpPr>
        <p:grpSpPr>
          <a:xfrm>
            <a:off x="2" y="870200"/>
            <a:ext cx="1055444" cy="306027"/>
            <a:chOff x="-429922" y="847489"/>
            <a:chExt cx="1211622" cy="351311"/>
          </a:xfrm>
        </p:grpSpPr>
        <p:sp>
          <p:nvSpPr>
            <p:cNvPr id="129" name="Google Shape;129;p7"/>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1"/>
        <p:cNvGrpSpPr/>
        <p:nvPr/>
      </p:nvGrpSpPr>
      <p:grpSpPr>
        <a:xfrm>
          <a:off x="0" y="0"/>
          <a:ext cx="0" cy="0"/>
          <a:chOff x="0" y="0"/>
          <a:chExt cx="0" cy="0"/>
        </a:xfrm>
      </p:grpSpPr>
      <p:grpSp>
        <p:nvGrpSpPr>
          <p:cNvPr id="132" name="Google Shape;132;p8"/>
          <p:cNvGrpSpPr/>
          <p:nvPr/>
        </p:nvGrpSpPr>
        <p:grpSpPr>
          <a:xfrm>
            <a:off x="0" y="0"/>
            <a:ext cx="9144036" cy="5143497"/>
            <a:chOff x="0" y="0"/>
            <a:chExt cx="9144036" cy="5143497"/>
          </a:xfrm>
        </p:grpSpPr>
        <p:sp>
          <p:nvSpPr>
            <p:cNvPr id="133" name="Google Shape;133;p8"/>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8"/>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46" name="Google Shape;146;p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47" name="Google Shape;147;p8"/>
          <p:cNvGrpSpPr/>
          <p:nvPr/>
        </p:nvGrpSpPr>
        <p:grpSpPr>
          <a:xfrm>
            <a:off x="2" y="870200"/>
            <a:ext cx="1055444" cy="306027"/>
            <a:chOff x="-429922" y="847489"/>
            <a:chExt cx="1211622" cy="351311"/>
          </a:xfrm>
        </p:grpSpPr>
        <p:sp>
          <p:nvSpPr>
            <p:cNvPr id="148" name="Google Shape;148;p8"/>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2"/>
        <p:cNvGrpSpPr/>
        <p:nvPr/>
      </p:nvGrpSpPr>
      <p:grpSpPr>
        <a:xfrm>
          <a:off x="0" y="0"/>
          <a:ext cx="0" cy="0"/>
          <a:chOff x="0" y="0"/>
          <a:chExt cx="0" cy="0"/>
        </a:xfrm>
      </p:grpSpPr>
      <p:grpSp>
        <p:nvGrpSpPr>
          <p:cNvPr id="173" name="Google Shape;173;p10"/>
          <p:cNvGrpSpPr/>
          <p:nvPr/>
        </p:nvGrpSpPr>
        <p:grpSpPr>
          <a:xfrm>
            <a:off x="0" y="0"/>
            <a:ext cx="9144036" cy="5143497"/>
            <a:chOff x="0" y="0"/>
            <a:chExt cx="9144036" cy="5143497"/>
          </a:xfrm>
        </p:grpSpPr>
        <p:sp>
          <p:nvSpPr>
            <p:cNvPr id="174" name="Google Shape;174;p10"/>
            <p:cNvSpPr/>
            <p:nvPr/>
          </p:nvSpPr>
          <p:spPr>
            <a:xfrm>
              <a:off x="7924791" y="0"/>
              <a:ext cx="1219243" cy="1859792"/>
            </a:xfrm>
            <a:custGeom>
              <a:avLst/>
              <a:gdLst/>
              <a:ahLst/>
              <a:cxnLst/>
              <a:rect l="l" t="t" r="r" b="b"/>
              <a:pathLst>
                <a:path w="11649" h="17769" extrusionOk="0">
                  <a:moveTo>
                    <a:pt x="2458" y="8111"/>
                  </a:moveTo>
                  <a:lnTo>
                    <a:pt x="2480" y="8145"/>
                  </a:lnTo>
                  <a:lnTo>
                    <a:pt x="2514" y="8168"/>
                  </a:lnTo>
                  <a:lnTo>
                    <a:pt x="2560" y="8191"/>
                  </a:lnTo>
                  <a:lnTo>
                    <a:pt x="2640" y="8191"/>
                  </a:lnTo>
                  <a:lnTo>
                    <a:pt x="2685" y="8168"/>
                  </a:lnTo>
                  <a:lnTo>
                    <a:pt x="2719" y="8145"/>
                  </a:lnTo>
                  <a:lnTo>
                    <a:pt x="2742" y="8122"/>
                  </a:lnTo>
                  <a:lnTo>
                    <a:pt x="4733" y="9271"/>
                  </a:lnTo>
                  <a:lnTo>
                    <a:pt x="4721" y="9317"/>
                  </a:lnTo>
                  <a:lnTo>
                    <a:pt x="4721" y="9362"/>
                  </a:lnTo>
                  <a:lnTo>
                    <a:pt x="4721" y="9408"/>
                  </a:lnTo>
                  <a:lnTo>
                    <a:pt x="4733" y="9453"/>
                  </a:lnTo>
                  <a:lnTo>
                    <a:pt x="4755" y="9499"/>
                  </a:lnTo>
                  <a:lnTo>
                    <a:pt x="4790" y="9533"/>
                  </a:lnTo>
                  <a:lnTo>
                    <a:pt x="4812" y="9567"/>
                  </a:lnTo>
                  <a:lnTo>
                    <a:pt x="4858" y="9590"/>
                  </a:lnTo>
                  <a:lnTo>
                    <a:pt x="4903" y="9601"/>
                  </a:lnTo>
                  <a:lnTo>
                    <a:pt x="4949" y="9613"/>
                  </a:lnTo>
                  <a:lnTo>
                    <a:pt x="4949" y="11910"/>
                  </a:lnTo>
                  <a:lnTo>
                    <a:pt x="4903" y="11910"/>
                  </a:lnTo>
                  <a:lnTo>
                    <a:pt x="4869" y="11933"/>
                  </a:lnTo>
                  <a:lnTo>
                    <a:pt x="4835" y="11945"/>
                  </a:lnTo>
                  <a:lnTo>
                    <a:pt x="4812" y="11979"/>
                  </a:lnTo>
                  <a:lnTo>
                    <a:pt x="4778" y="12001"/>
                  </a:lnTo>
                  <a:lnTo>
                    <a:pt x="4767" y="12047"/>
                  </a:lnTo>
                  <a:lnTo>
                    <a:pt x="4755" y="12081"/>
                  </a:lnTo>
                  <a:lnTo>
                    <a:pt x="4755" y="12127"/>
                  </a:lnTo>
                  <a:lnTo>
                    <a:pt x="4755" y="12161"/>
                  </a:lnTo>
                  <a:lnTo>
                    <a:pt x="4767" y="12206"/>
                  </a:lnTo>
                  <a:lnTo>
                    <a:pt x="2753" y="13366"/>
                  </a:lnTo>
                  <a:lnTo>
                    <a:pt x="2731" y="13332"/>
                  </a:lnTo>
                  <a:lnTo>
                    <a:pt x="2685" y="13298"/>
                  </a:lnTo>
                  <a:lnTo>
                    <a:pt x="2651" y="13287"/>
                  </a:lnTo>
                  <a:lnTo>
                    <a:pt x="2594" y="13275"/>
                  </a:lnTo>
                  <a:lnTo>
                    <a:pt x="2549" y="13287"/>
                  </a:lnTo>
                  <a:lnTo>
                    <a:pt x="2503" y="13298"/>
                  </a:lnTo>
                  <a:lnTo>
                    <a:pt x="2469" y="13332"/>
                  </a:lnTo>
                  <a:lnTo>
                    <a:pt x="2446" y="13366"/>
                  </a:lnTo>
                  <a:lnTo>
                    <a:pt x="433" y="12206"/>
                  </a:lnTo>
                  <a:lnTo>
                    <a:pt x="456" y="12161"/>
                  </a:lnTo>
                  <a:lnTo>
                    <a:pt x="456" y="12127"/>
                  </a:lnTo>
                  <a:lnTo>
                    <a:pt x="456" y="12081"/>
                  </a:lnTo>
                  <a:lnTo>
                    <a:pt x="444" y="12036"/>
                  </a:lnTo>
                  <a:lnTo>
                    <a:pt x="421" y="12001"/>
                  </a:lnTo>
                  <a:lnTo>
                    <a:pt x="399" y="11967"/>
                  </a:lnTo>
                  <a:lnTo>
                    <a:pt x="365" y="11945"/>
                  </a:lnTo>
                  <a:lnTo>
                    <a:pt x="330" y="11922"/>
                  </a:lnTo>
                  <a:lnTo>
                    <a:pt x="296" y="11910"/>
                  </a:lnTo>
                  <a:lnTo>
                    <a:pt x="251" y="11899"/>
                  </a:lnTo>
                  <a:lnTo>
                    <a:pt x="251" y="9556"/>
                  </a:lnTo>
                  <a:lnTo>
                    <a:pt x="319" y="9533"/>
                  </a:lnTo>
                  <a:lnTo>
                    <a:pt x="365" y="9487"/>
                  </a:lnTo>
                  <a:lnTo>
                    <a:pt x="410" y="9431"/>
                  </a:lnTo>
                  <a:lnTo>
                    <a:pt x="421" y="9362"/>
                  </a:lnTo>
                  <a:lnTo>
                    <a:pt x="410" y="9294"/>
                  </a:lnTo>
                  <a:lnTo>
                    <a:pt x="2458" y="8111"/>
                  </a:lnTo>
                  <a:close/>
                  <a:moveTo>
                    <a:pt x="7508" y="8134"/>
                  </a:moveTo>
                  <a:lnTo>
                    <a:pt x="9556" y="9317"/>
                  </a:lnTo>
                  <a:lnTo>
                    <a:pt x="9544" y="9362"/>
                  </a:lnTo>
                  <a:lnTo>
                    <a:pt x="9556" y="9419"/>
                  </a:lnTo>
                  <a:lnTo>
                    <a:pt x="9590" y="9476"/>
                  </a:lnTo>
                  <a:lnTo>
                    <a:pt x="9635" y="9510"/>
                  </a:lnTo>
                  <a:lnTo>
                    <a:pt x="9681" y="9522"/>
                  </a:lnTo>
                  <a:lnTo>
                    <a:pt x="9681" y="11854"/>
                  </a:lnTo>
                  <a:lnTo>
                    <a:pt x="9635" y="11865"/>
                  </a:lnTo>
                  <a:lnTo>
                    <a:pt x="9590" y="11888"/>
                  </a:lnTo>
                  <a:lnTo>
                    <a:pt x="9544" y="11910"/>
                  </a:lnTo>
                  <a:lnTo>
                    <a:pt x="9510" y="11945"/>
                  </a:lnTo>
                  <a:lnTo>
                    <a:pt x="9488" y="11979"/>
                  </a:lnTo>
                  <a:lnTo>
                    <a:pt x="9465" y="12024"/>
                  </a:lnTo>
                  <a:lnTo>
                    <a:pt x="9442" y="12070"/>
                  </a:lnTo>
                  <a:lnTo>
                    <a:pt x="9442" y="12127"/>
                  </a:lnTo>
                  <a:lnTo>
                    <a:pt x="9453" y="12172"/>
                  </a:lnTo>
                  <a:lnTo>
                    <a:pt x="9465" y="12229"/>
                  </a:lnTo>
                  <a:lnTo>
                    <a:pt x="7486" y="13366"/>
                  </a:lnTo>
                  <a:lnTo>
                    <a:pt x="7451" y="13344"/>
                  </a:lnTo>
                  <a:lnTo>
                    <a:pt x="7417" y="13310"/>
                  </a:lnTo>
                  <a:lnTo>
                    <a:pt x="7383" y="13298"/>
                  </a:lnTo>
                  <a:lnTo>
                    <a:pt x="7292" y="13298"/>
                  </a:lnTo>
                  <a:lnTo>
                    <a:pt x="7258" y="13310"/>
                  </a:lnTo>
                  <a:lnTo>
                    <a:pt x="7224" y="13344"/>
                  </a:lnTo>
                  <a:lnTo>
                    <a:pt x="7190" y="13366"/>
                  </a:lnTo>
                  <a:lnTo>
                    <a:pt x="5176" y="12206"/>
                  </a:lnTo>
                  <a:lnTo>
                    <a:pt x="5188" y="12161"/>
                  </a:lnTo>
                  <a:lnTo>
                    <a:pt x="5188" y="12127"/>
                  </a:lnTo>
                  <a:lnTo>
                    <a:pt x="5188" y="12081"/>
                  </a:lnTo>
                  <a:lnTo>
                    <a:pt x="5176" y="12036"/>
                  </a:lnTo>
                  <a:lnTo>
                    <a:pt x="5154" y="12001"/>
                  </a:lnTo>
                  <a:lnTo>
                    <a:pt x="5131" y="11979"/>
                  </a:lnTo>
                  <a:lnTo>
                    <a:pt x="5097" y="11945"/>
                  </a:lnTo>
                  <a:lnTo>
                    <a:pt x="5074" y="11922"/>
                  </a:lnTo>
                  <a:lnTo>
                    <a:pt x="5028" y="11910"/>
                  </a:lnTo>
                  <a:lnTo>
                    <a:pt x="4994" y="11910"/>
                  </a:lnTo>
                  <a:lnTo>
                    <a:pt x="4994" y="9613"/>
                  </a:lnTo>
                  <a:lnTo>
                    <a:pt x="5040" y="9601"/>
                  </a:lnTo>
                  <a:lnTo>
                    <a:pt x="5085" y="9590"/>
                  </a:lnTo>
                  <a:lnTo>
                    <a:pt x="5119" y="9567"/>
                  </a:lnTo>
                  <a:lnTo>
                    <a:pt x="5154" y="9533"/>
                  </a:lnTo>
                  <a:lnTo>
                    <a:pt x="5188" y="9499"/>
                  </a:lnTo>
                  <a:lnTo>
                    <a:pt x="5199" y="9453"/>
                  </a:lnTo>
                  <a:lnTo>
                    <a:pt x="5222" y="9408"/>
                  </a:lnTo>
                  <a:lnTo>
                    <a:pt x="5222" y="9362"/>
                  </a:lnTo>
                  <a:lnTo>
                    <a:pt x="5210" y="9317"/>
                  </a:lnTo>
                  <a:lnTo>
                    <a:pt x="5199" y="9271"/>
                  </a:lnTo>
                  <a:lnTo>
                    <a:pt x="7167" y="8134"/>
                  </a:lnTo>
                  <a:lnTo>
                    <a:pt x="7201" y="8168"/>
                  </a:lnTo>
                  <a:lnTo>
                    <a:pt x="7247" y="8202"/>
                  </a:lnTo>
                  <a:lnTo>
                    <a:pt x="7292" y="8213"/>
                  </a:lnTo>
                  <a:lnTo>
                    <a:pt x="7338" y="8225"/>
                  </a:lnTo>
                  <a:lnTo>
                    <a:pt x="7395" y="8213"/>
                  </a:lnTo>
                  <a:lnTo>
                    <a:pt x="7440" y="8202"/>
                  </a:lnTo>
                  <a:lnTo>
                    <a:pt x="7474" y="8168"/>
                  </a:lnTo>
                  <a:lnTo>
                    <a:pt x="7508" y="8134"/>
                  </a:lnTo>
                  <a:close/>
                  <a:moveTo>
                    <a:pt x="6940" y="0"/>
                  </a:moveTo>
                  <a:lnTo>
                    <a:pt x="5154" y="1036"/>
                  </a:lnTo>
                  <a:lnTo>
                    <a:pt x="5119" y="990"/>
                  </a:lnTo>
                  <a:lnTo>
                    <a:pt x="5074" y="956"/>
                  </a:lnTo>
                  <a:lnTo>
                    <a:pt x="5028" y="945"/>
                  </a:lnTo>
                  <a:lnTo>
                    <a:pt x="4972" y="933"/>
                  </a:lnTo>
                  <a:lnTo>
                    <a:pt x="4926" y="933"/>
                  </a:lnTo>
                  <a:lnTo>
                    <a:pt x="4881" y="956"/>
                  </a:lnTo>
                  <a:lnTo>
                    <a:pt x="4846" y="967"/>
                  </a:lnTo>
                  <a:lnTo>
                    <a:pt x="4812" y="1001"/>
                  </a:lnTo>
                  <a:lnTo>
                    <a:pt x="4790" y="1036"/>
                  </a:lnTo>
                  <a:lnTo>
                    <a:pt x="4767" y="1070"/>
                  </a:lnTo>
                  <a:lnTo>
                    <a:pt x="4755" y="1104"/>
                  </a:lnTo>
                  <a:lnTo>
                    <a:pt x="4744" y="1149"/>
                  </a:lnTo>
                  <a:lnTo>
                    <a:pt x="4755" y="1195"/>
                  </a:lnTo>
                  <a:lnTo>
                    <a:pt x="4767" y="1229"/>
                  </a:lnTo>
                  <a:lnTo>
                    <a:pt x="4778" y="1274"/>
                  </a:lnTo>
                  <a:lnTo>
                    <a:pt x="4801" y="1297"/>
                  </a:lnTo>
                  <a:lnTo>
                    <a:pt x="4835" y="1331"/>
                  </a:lnTo>
                  <a:lnTo>
                    <a:pt x="4869" y="1354"/>
                  </a:lnTo>
                  <a:lnTo>
                    <a:pt x="4903" y="1365"/>
                  </a:lnTo>
                  <a:lnTo>
                    <a:pt x="4949" y="1377"/>
                  </a:lnTo>
                  <a:lnTo>
                    <a:pt x="4949" y="3697"/>
                  </a:lnTo>
                  <a:lnTo>
                    <a:pt x="4903" y="3697"/>
                  </a:lnTo>
                  <a:lnTo>
                    <a:pt x="4869" y="3720"/>
                  </a:lnTo>
                  <a:lnTo>
                    <a:pt x="4835" y="3743"/>
                  </a:lnTo>
                  <a:lnTo>
                    <a:pt x="4801" y="3766"/>
                  </a:lnTo>
                  <a:lnTo>
                    <a:pt x="4778" y="3800"/>
                  </a:lnTo>
                  <a:lnTo>
                    <a:pt x="4767" y="3834"/>
                  </a:lnTo>
                  <a:lnTo>
                    <a:pt x="4755" y="3868"/>
                  </a:lnTo>
                  <a:lnTo>
                    <a:pt x="4744" y="3914"/>
                  </a:lnTo>
                  <a:lnTo>
                    <a:pt x="4755" y="3959"/>
                  </a:lnTo>
                  <a:lnTo>
                    <a:pt x="4767" y="3993"/>
                  </a:lnTo>
                  <a:lnTo>
                    <a:pt x="4790" y="4039"/>
                  </a:lnTo>
                  <a:lnTo>
                    <a:pt x="4812" y="4061"/>
                  </a:lnTo>
                  <a:lnTo>
                    <a:pt x="4846" y="4096"/>
                  </a:lnTo>
                  <a:lnTo>
                    <a:pt x="4881" y="4118"/>
                  </a:lnTo>
                  <a:lnTo>
                    <a:pt x="4926" y="4130"/>
                  </a:lnTo>
                  <a:lnTo>
                    <a:pt x="5028" y="4130"/>
                  </a:lnTo>
                  <a:lnTo>
                    <a:pt x="5074" y="4107"/>
                  </a:lnTo>
                  <a:lnTo>
                    <a:pt x="5119" y="4073"/>
                  </a:lnTo>
                  <a:lnTo>
                    <a:pt x="5154" y="4039"/>
                  </a:lnTo>
                  <a:lnTo>
                    <a:pt x="7122" y="5165"/>
                  </a:lnTo>
                  <a:lnTo>
                    <a:pt x="7099" y="5210"/>
                  </a:lnTo>
                  <a:lnTo>
                    <a:pt x="7099" y="5256"/>
                  </a:lnTo>
                  <a:lnTo>
                    <a:pt x="7099" y="5301"/>
                  </a:lnTo>
                  <a:lnTo>
                    <a:pt x="7110" y="5347"/>
                  </a:lnTo>
                  <a:lnTo>
                    <a:pt x="7133" y="5381"/>
                  </a:lnTo>
                  <a:lnTo>
                    <a:pt x="7156" y="5415"/>
                  </a:lnTo>
                  <a:lnTo>
                    <a:pt x="7190" y="5449"/>
                  </a:lnTo>
                  <a:lnTo>
                    <a:pt x="7235" y="5472"/>
                  </a:lnTo>
                  <a:lnTo>
                    <a:pt x="7269" y="5483"/>
                  </a:lnTo>
                  <a:lnTo>
                    <a:pt x="7315" y="5495"/>
                  </a:lnTo>
                  <a:lnTo>
                    <a:pt x="7315" y="7815"/>
                  </a:lnTo>
                  <a:lnTo>
                    <a:pt x="7281" y="7815"/>
                  </a:lnTo>
                  <a:lnTo>
                    <a:pt x="7247" y="7838"/>
                  </a:lnTo>
                  <a:lnTo>
                    <a:pt x="7190" y="7872"/>
                  </a:lnTo>
                  <a:lnTo>
                    <a:pt x="7144" y="7940"/>
                  </a:lnTo>
                  <a:lnTo>
                    <a:pt x="7133" y="7975"/>
                  </a:lnTo>
                  <a:lnTo>
                    <a:pt x="7133" y="8020"/>
                  </a:lnTo>
                  <a:lnTo>
                    <a:pt x="7133" y="8054"/>
                  </a:lnTo>
                  <a:lnTo>
                    <a:pt x="7144" y="8088"/>
                  </a:lnTo>
                  <a:lnTo>
                    <a:pt x="5176" y="9226"/>
                  </a:lnTo>
                  <a:lnTo>
                    <a:pt x="5142" y="9180"/>
                  </a:lnTo>
                  <a:lnTo>
                    <a:pt x="5085" y="9146"/>
                  </a:lnTo>
                  <a:lnTo>
                    <a:pt x="5028" y="9123"/>
                  </a:lnTo>
                  <a:lnTo>
                    <a:pt x="4972" y="9112"/>
                  </a:lnTo>
                  <a:lnTo>
                    <a:pt x="4903" y="9123"/>
                  </a:lnTo>
                  <a:lnTo>
                    <a:pt x="4846" y="9146"/>
                  </a:lnTo>
                  <a:lnTo>
                    <a:pt x="4801" y="9180"/>
                  </a:lnTo>
                  <a:lnTo>
                    <a:pt x="4755" y="9226"/>
                  </a:lnTo>
                  <a:lnTo>
                    <a:pt x="2765" y="8077"/>
                  </a:lnTo>
                  <a:lnTo>
                    <a:pt x="2776" y="8020"/>
                  </a:lnTo>
                  <a:lnTo>
                    <a:pt x="2776" y="7975"/>
                  </a:lnTo>
                  <a:lnTo>
                    <a:pt x="2765" y="7940"/>
                  </a:lnTo>
                  <a:lnTo>
                    <a:pt x="2731" y="7895"/>
                  </a:lnTo>
                  <a:lnTo>
                    <a:pt x="2674" y="7849"/>
                  </a:lnTo>
                  <a:lnTo>
                    <a:pt x="2640" y="7838"/>
                  </a:lnTo>
                  <a:lnTo>
                    <a:pt x="2560" y="7838"/>
                  </a:lnTo>
                  <a:lnTo>
                    <a:pt x="2526" y="7849"/>
                  </a:lnTo>
                  <a:lnTo>
                    <a:pt x="2469" y="7895"/>
                  </a:lnTo>
                  <a:lnTo>
                    <a:pt x="2435" y="7940"/>
                  </a:lnTo>
                  <a:lnTo>
                    <a:pt x="2423" y="7975"/>
                  </a:lnTo>
                  <a:lnTo>
                    <a:pt x="2423" y="8020"/>
                  </a:lnTo>
                  <a:lnTo>
                    <a:pt x="2435" y="8077"/>
                  </a:lnTo>
                  <a:lnTo>
                    <a:pt x="387" y="9260"/>
                  </a:lnTo>
                  <a:lnTo>
                    <a:pt x="353" y="9226"/>
                  </a:lnTo>
                  <a:lnTo>
                    <a:pt x="319" y="9203"/>
                  </a:lnTo>
                  <a:lnTo>
                    <a:pt x="274" y="9180"/>
                  </a:lnTo>
                  <a:lnTo>
                    <a:pt x="194" y="9180"/>
                  </a:lnTo>
                  <a:lnTo>
                    <a:pt x="160" y="9192"/>
                  </a:lnTo>
                  <a:lnTo>
                    <a:pt x="126" y="9203"/>
                  </a:lnTo>
                  <a:lnTo>
                    <a:pt x="92" y="9226"/>
                  </a:lnTo>
                  <a:lnTo>
                    <a:pt x="69" y="9260"/>
                  </a:lnTo>
                  <a:lnTo>
                    <a:pt x="57" y="9294"/>
                  </a:lnTo>
                  <a:lnTo>
                    <a:pt x="46" y="9328"/>
                  </a:lnTo>
                  <a:lnTo>
                    <a:pt x="46" y="9362"/>
                  </a:lnTo>
                  <a:lnTo>
                    <a:pt x="57" y="9431"/>
                  </a:lnTo>
                  <a:lnTo>
                    <a:pt x="92" y="9487"/>
                  </a:lnTo>
                  <a:lnTo>
                    <a:pt x="137" y="9533"/>
                  </a:lnTo>
                  <a:lnTo>
                    <a:pt x="205" y="9544"/>
                  </a:lnTo>
                  <a:lnTo>
                    <a:pt x="205" y="11899"/>
                  </a:lnTo>
                  <a:lnTo>
                    <a:pt x="160" y="11910"/>
                  </a:lnTo>
                  <a:lnTo>
                    <a:pt x="126" y="11922"/>
                  </a:lnTo>
                  <a:lnTo>
                    <a:pt x="92" y="11945"/>
                  </a:lnTo>
                  <a:lnTo>
                    <a:pt x="57" y="11967"/>
                  </a:lnTo>
                  <a:lnTo>
                    <a:pt x="35" y="12001"/>
                  </a:lnTo>
                  <a:lnTo>
                    <a:pt x="23" y="12036"/>
                  </a:lnTo>
                  <a:lnTo>
                    <a:pt x="12" y="12081"/>
                  </a:lnTo>
                  <a:lnTo>
                    <a:pt x="1" y="12127"/>
                  </a:lnTo>
                  <a:lnTo>
                    <a:pt x="12" y="12172"/>
                  </a:lnTo>
                  <a:lnTo>
                    <a:pt x="23" y="12206"/>
                  </a:lnTo>
                  <a:lnTo>
                    <a:pt x="46" y="12252"/>
                  </a:lnTo>
                  <a:lnTo>
                    <a:pt x="69" y="12286"/>
                  </a:lnTo>
                  <a:lnTo>
                    <a:pt x="103" y="12309"/>
                  </a:lnTo>
                  <a:lnTo>
                    <a:pt x="137" y="12331"/>
                  </a:lnTo>
                  <a:lnTo>
                    <a:pt x="183" y="12343"/>
                  </a:lnTo>
                  <a:lnTo>
                    <a:pt x="285" y="12343"/>
                  </a:lnTo>
                  <a:lnTo>
                    <a:pt x="342" y="12320"/>
                  </a:lnTo>
                  <a:lnTo>
                    <a:pt x="376" y="12286"/>
                  </a:lnTo>
                  <a:lnTo>
                    <a:pt x="410" y="12252"/>
                  </a:lnTo>
                  <a:lnTo>
                    <a:pt x="2423" y="13401"/>
                  </a:lnTo>
                  <a:lnTo>
                    <a:pt x="2412" y="13469"/>
                  </a:lnTo>
                  <a:lnTo>
                    <a:pt x="2412" y="13503"/>
                  </a:lnTo>
                  <a:lnTo>
                    <a:pt x="2423" y="13537"/>
                  </a:lnTo>
                  <a:lnTo>
                    <a:pt x="2446" y="13571"/>
                  </a:lnTo>
                  <a:lnTo>
                    <a:pt x="2469" y="13605"/>
                  </a:lnTo>
                  <a:lnTo>
                    <a:pt x="2492" y="13628"/>
                  </a:lnTo>
                  <a:lnTo>
                    <a:pt x="2526" y="13639"/>
                  </a:lnTo>
                  <a:lnTo>
                    <a:pt x="2560" y="13651"/>
                  </a:lnTo>
                  <a:lnTo>
                    <a:pt x="2594" y="13662"/>
                  </a:lnTo>
                  <a:lnTo>
                    <a:pt x="2640" y="13651"/>
                  </a:lnTo>
                  <a:lnTo>
                    <a:pt x="2674" y="13639"/>
                  </a:lnTo>
                  <a:lnTo>
                    <a:pt x="2708" y="13628"/>
                  </a:lnTo>
                  <a:lnTo>
                    <a:pt x="2731" y="13605"/>
                  </a:lnTo>
                  <a:lnTo>
                    <a:pt x="2753" y="13571"/>
                  </a:lnTo>
                  <a:lnTo>
                    <a:pt x="2776" y="13537"/>
                  </a:lnTo>
                  <a:lnTo>
                    <a:pt x="2787" y="13503"/>
                  </a:lnTo>
                  <a:lnTo>
                    <a:pt x="2787" y="13469"/>
                  </a:lnTo>
                  <a:lnTo>
                    <a:pt x="2776" y="13401"/>
                  </a:lnTo>
                  <a:lnTo>
                    <a:pt x="4790" y="12240"/>
                  </a:lnTo>
                  <a:lnTo>
                    <a:pt x="4824" y="12286"/>
                  </a:lnTo>
                  <a:lnTo>
                    <a:pt x="4869" y="12309"/>
                  </a:lnTo>
                  <a:lnTo>
                    <a:pt x="4915" y="12331"/>
                  </a:lnTo>
                  <a:lnTo>
                    <a:pt x="4972" y="12343"/>
                  </a:lnTo>
                  <a:lnTo>
                    <a:pt x="5028" y="12331"/>
                  </a:lnTo>
                  <a:lnTo>
                    <a:pt x="5074" y="12309"/>
                  </a:lnTo>
                  <a:lnTo>
                    <a:pt x="5119" y="12286"/>
                  </a:lnTo>
                  <a:lnTo>
                    <a:pt x="5154" y="12240"/>
                  </a:lnTo>
                  <a:lnTo>
                    <a:pt x="7178" y="13412"/>
                  </a:lnTo>
                  <a:lnTo>
                    <a:pt x="7167" y="13469"/>
                  </a:lnTo>
                  <a:lnTo>
                    <a:pt x="7178" y="13526"/>
                  </a:lnTo>
                  <a:lnTo>
                    <a:pt x="7213" y="13583"/>
                  </a:lnTo>
                  <a:lnTo>
                    <a:pt x="7258" y="13617"/>
                  </a:lnTo>
                  <a:lnTo>
                    <a:pt x="7315" y="13639"/>
                  </a:lnTo>
                  <a:lnTo>
                    <a:pt x="7315" y="15994"/>
                  </a:lnTo>
                  <a:lnTo>
                    <a:pt x="7269" y="15994"/>
                  </a:lnTo>
                  <a:lnTo>
                    <a:pt x="7235" y="16017"/>
                  </a:lnTo>
                  <a:lnTo>
                    <a:pt x="7190" y="16040"/>
                  </a:lnTo>
                  <a:lnTo>
                    <a:pt x="7167" y="16062"/>
                  </a:lnTo>
                  <a:lnTo>
                    <a:pt x="7133" y="16097"/>
                  </a:lnTo>
                  <a:lnTo>
                    <a:pt x="7122" y="16142"/>
                  </a:lnTo>
                  <a:lnTo>
                    <a:pt x="7110" y="16176"/>
                  </a:lnTo>
                  <a:lnTo>
                    <a:pt x="7099" y="16222"/>
                  </a:lnTo>
                  <a:lnTo>
                    <a:pt x="7110" y="16279"/>
                  </a:lnTo>
                  <a:lnTo>
                    <a:pt x="7122" y="16313"/>
                  </a:lnTo>
                  <a:lnTo>
                    <a:pt x="7144" y="16358"/>
                  </a:lnTo>
                  <a:lnTo>
                    <a:pt x="7167" y="16392"/>
                  </a:lnTo>
                  <a:lnTo>
                    <a:pt x="7201" y="16426"/>
                  </a:lnTo>
                  <a:lnTo>
                    <a:pt x="7247" y="16449"/>
                  </a:lnTo>
                  <a:lnTo>
                    <a:pt x="7292" y="16461"/>
                  </a:lnTo>
                  <a:lnTo>
                    <a:pt x="7395" y="16461"/>
                  </a:lnTo>
                  <a:lnTo>
                    <a:pt x="7451" y="16438"/>
                  </a:lnTo>
                  <a:lnTo>
                    <a:pt x="7497" y="16404"/>
                  </a:lnTo>
                  <a:lnTo>
                    <a:pt x="7542" y="16358"/>
                  </a:lnTo>
                  <a:lnTo>
                    <a:pt x="9533" y="17507"/>
                  </a:lnTo>
                  <a:lnTo>
                    <a:pt x="9510" y="17575"/>
                  </a:lnTo>
                  <a:lnTo>
                    <a:pt x="9522" y="17609"/>
                  </a:lnTo>
                  <a:lnTo>
                    <a:pt x="9533" y="17655"/>
                  </a:lnTo>
                  <a:lnTo>
                    <a:pt x="9544" y="17678"/>
                  </a:lnTo>
                  <a:lnTo>
                    <a:pt x="9567" y="17712"/>
                  </a:lnTo>
                  <a:lnTo>
                    <a:pt x="9601" y="17735"/>
                  </a:lnTo>
                  <a:lnTo>
                    <a:pt x="9635" y="17757"/>
                  </a:lnTo>
                  <a:lnTo>
                    <a:pt x="9670" y="17769"/>
                  </a:lnTo>
                  <a:lnTo>
                    <a:pt x="9749" y="17769"/>
                  </a:lnTo>
                  <a:lnTo>
                    <a:pt x="9783" y="17757"/>
                  </a:lnTo>
                  <a:lnTo>
                    <a:pt x="9817" y="17735"/>
                  </a:lnTo>
                  <a:lnTo>
                    <a:pt x="9852" y="17712"/>
                  </a:lnTo>
                  <a:lnTo>
                    <a:pt x="9874" y="17678"/>
                  </a:lnTo>
                  <a:lnTo>
                    <a:pt x="9886" y="17655"/>
                  </a:lnTo>
                  <a:lnTo>
                    <a:pt x="9897" y="17609"/>
                  </a:lnTo>
                  <a:lnTo>
                    <a:pt x="9908" y="17575"/>
                  </a:lnTo>
                  <a:lnTo>
                    <a:pt x="9886" y="17507"/>
                  </a:lnTo>
                  <a:lnTo>
                    <a:pt x="11649" y="16495"/>
                  </a:lnTo>
                  <a:lnTo>
                    <a:pt x="11649" y="16438"/>
                  </a:lnTo>
                  <a:lnTo>
                    <a:pt x="9874" y="17462"/>
                  </a:lnTo>
                  <a:lnTo>
                    <a:pt x="9840" y="17427"/>
                  </a:lnTo>
                  <a:lnTo>
                    <a:pt x="9806" y="17405"/>
                  </a:lnTo>
                  <a:lnTo>
                    <a:pt x="9761" y="17382"/>
                  </a:lnTo>
                  <a:lnTo>
                    <a:pt x="9658" y="17382"/>
                  </a:lnTo>
                  <a:lnTo>
                    <a:pt x="9613" y="17405"/>
                  </a:lnTo>
                  <a:lnTo>
                    <a:pt x="9579" y="17427"/>
                  </a:lnTo>
                  <a:lnTo>
                    <a:pt x="9544" y="17473"/>
                  </a:lnTo>
                  <a:lnTo>
                    <a:pt x="7554" y="16324"/>
                  </a:lnTo>
                  <a:lnTo>
                    <a:pt x="7577" y="16279"/>
                  </a:lnTo>
                  <a:lnTo>
                    <a:pt x="7577" y="16222"/>
                  </a:lnTo>
                  <a:lnTo>
                    <a:pt x="7577" y="16176"/>
                  </a:lnTo>
                  <a:lnTo>
                    <a:pt x="7565" y="16142"/>
                  </a:lnTo>
                  <a:lnTo>
                    <a:pt x="7542" y="16097"/>
                  </a:lnTo>
                  <a:lnTo>
                    <a:pt x="7520" y="16062"/>
                  </a:lnTo>
                  <a:lnTo>
                    <a:pt x="7486" y="16040"/>
                  </a:lnTo>
                  <a:lnTo>
                    <a:pt x="7451" y="16017"/>
                  </a:lnTo>
                  <a:lnTo>
                    <a:pt x="7406" y="15994"/>
                  </a:lnTo>
                  <a:lnTo>
                    <a:pt x="7360" y="15994"/>
                  </a:lnTo>
                  <a:lnTo>
                    <a:pt x="7360" y="13639"/>
                  </a:lnTo>
                  <a:lnTo>
                    <a:pt x="7417" y="13617"/>
                  </a:lnTo>
                  <a:lnTo>
                    <a:pt x="7474" y="13583"/>
                  </a:lnTo>
                  <a:lnTo>
                    <a:pt x="7497" y="13526"/>
                  </a:lnTo>
                  <a:lnTo>
                    <a:pt x="7508" y="13469"/>
                  </a:lnTo>
                  <a:lnTo>
                    <a:pt x="7508" y="13412"/>
                  </a:lnTo>
                  <a:lnTo>
                    <a:pt x="9488" y="12263"/>
                  </a:lnTo>
                  <a:lnTo>
                    <a:pt x="9533" y="12320"/>
                  </a:lnTo>
                  <a:lnTo>
                    <a:pt x="9579" y="12354"/>
                  </a:lnTo>
                  <a:lnTo>
                    <a:pt x="9647" y="12377"/>
                  </a:lnTo>
                  <a:lnTo>
                    <a:pt x="9715" y="12388"/>
                  </a:lnTo>
                  <a:lnTo>
                    <a:pt x="9772" y="12377"/>
                  </a:lnTo>
                  <a:lnTo>
                    <a:pt x="9840" y="12354"/>
                  </a:lnTo>
                  <a:lnTo>
                    <a:pt x="9886" y="12320"/>
                  </a:lnTo>
                  <a:lnTo>
                    <a:pt x="9931" y="12263"/>
                  </a:lnTo>
                  <a:lnTo>
                    <a:pt x="11649" y="13264"/>
                  </a:lnTo>
                  <a:lnTo>
                    <a:pt x="11649" y="13207"/>
                  </a:lnTo>
                  <a:lnTo>
                    <a:pt x="9954" y="12229"/>
                  </a:lnTo>
                  <a:lnTo>
                    <a:pt x="9965" y="12172"/>
                  </a:lnTo>
                  <a:lnTo>
                    <a:pt x="9977" y="12127"/>
                  </a:lnTo>
                  <a:lnTo>
                    <a:pt x="9977" y="12070"/>
                  </a:lnTo>
                  <a:lnTo>
                    <a:pt x="9954" y="12024"/>
                  </a:lnTo>
                  <a:lnTo>
                    <a:pt x="9931" y="11979"/>
                  </a:lnTo>
                  <a:lnTo>
                    <a:pt x="9908" y="11945"/>
                  </a:lnTo>
                  <a:lnTo>
                    <a:pt x="9874" y="11910"/>
                  </a:lnTo>
                  <a:lnTo>
                    <a:pt x="9829" y="11876"/>
                  </a:lnTo>
                  <a:lnTo>
                    <a:pt x="9783" y="11865"/>
                  </a:lnTo>
                  <a:lnTo>
                    <a:pt x="9726" y="11854"/>
                  </a:lnTo>
                  <a:lnTo>
                    <a:pt x="9726" y="9522"/>
                  </a:lnTo>
                  <a:lnTo>
                    <a:pt x="9783" y="9510"/>
                  </a:lnTo>
                  <a:lnTo>
                    <a:pt x="9829" y="9476"/>
                  </a:lnTo>
                  <a:lnTo>
                    <a:pt x="9863" y="9419"/>
                  </a:lnTo>
                  <a:lnTo>
                    <a:pt x="9874" y="9362"/>
                  </a:lnTo>
                  <a:lnTo>
                    <a:pt x="9863" y="9305"/>
                  </a:lnTo>
                  <a:lnTo>
                    <a:pt x="11649" y="8282"/>
                  </a:lnTo>
                  <a:lnTo>
                    <a:pt x="11649" y="8225"/>
                  </a:lnTo>
                  <a:lnTo>
                    <a:pt x="9840" y="9271"/>
                  </a:lnTo>
                  <a:lnTo>
                    <a:pt x="9817" y="9237"/>
                  </a:lnTo>
                  <a:lnTo>
                    <a:pt x="9783" y="9214"/>
                  </a:lnTo>
                  <a:lnTo>
                    <a:pt x="9749" y="9203"/>
                  </a:lnTo>
                  <a:lnTo>
                    <a:pt x="9670" y="9203"/>
                  </a:lnTo>
                  <a:lnTo>
                    <a:pt x="9635" y="9214"/>
                  </a:lnTo>
                  <a:lnTo>
                    <a:pt x="9601" y="9237"/>
                  </a:lnTo>
                  <a:lnTo>
                    <a:pt x="9579" y="9271"/>
                  </a:lnTo>
                  <a:lnTo>
                    <a:pt x="7531" y="8088"/>
                  </a:lnTo>
                  <a:lnTo>
                    <a:pt x="7542" y="8054"/>
                  </a:lnTo>
                  <a:lnTo>
                    <a:pt x="7542" y="8020"/>
                  </a:lnTo>
                  <a:lnTo>
                    <a:pt x="7542" y="7975"/>
                  </a:lnTo>
                  <a:lnTo>
                    <a:pt x="7531" y="7940"/>
                  </a:lnTo>
                  <a:lnTo>
                    <a:pt x="7497" y="7872"/>
                  </a:lnTo>
                  <a:lnTo>
                    <a:pt x="7429" y="7827"/>
                  </a:lnTo>
                  <a:lnTo>
                    <a:pt x="7395" y="7815"/>
                  </a:lnTo>
                  <a:lnTo>
                    <a:pt x="7360" y="7815"/>
                  </a:lnTo>
                  <a:lnTo>
                    <a:pt x="7360" y="5495"/>
                  </a:lnTo>
                  <a:lnTo>
                    <a:pt x="7406" y="5495"/>
                  </a:lnTo>
                  <a:lnTo>
                    <a:pt x="7451" y="5472"/>
                  </a:lnTo>
                  <a:lnTo>
                    <a:pt x="7486" y="5449"/>
                  </a:lnTo>
                  <a:lnTo>
                    <a:pt x="7520" y="5415"/>
                  </a:lnTo>
                  <a:lnTo>
                    <a:pt x="7542" y="5381"/>
                  </a:lnTo>
                  <a:lnTo>
                    <a:pt x="7565" y="5347"/>
                  </a:lnTo>
                  <a:lnTo>
                    <a:pt x="7577" y="5301"/>
                  </a:lnTo>
                  <a:lnTo>
                    <a:pt x="7577" y="5256"/>
                  </a:lnTo>
                  <a:lnTo>
                    <a:pt x="7577" y="5210"/>
                  </a:lnTo>
                  <a:lnTo>
                    <a:pt x="7565" y="5165"/>
                  </a:lnTo>
                  <a:lnTo>
                    <a:pt x="9510" y="4039"/>
                  </a:lnTo>
                  <a:lnTo>
                    <a:pt x="9544" y="4084"/>
                  </a:lnTo>
                  <a:lnTo>
                    <a:pt x="9590" y="4130"/>
                  </a:lnTo>
                  <a:lnTo>
                    <a:pt x="9647" y="4152"/>
                  </a:lnTo>
                  <a:lnTo>
                    <a:pt x="9772" y="4152"/>
                  </a:lnTo>
                  <a:lnTo>
                    <a:pt x="9829" y="4130"/>
                  </a:lnTo>
                  <a:lnTo>
                    <a:pt x="9874" y="4096"/>
                  </a:lnTo>
                  <a:lnTo>
                    <a:pt x="9908" y="4050"/>
                  </a:lnTo>
                  <a:lnTo>
                    <a:pt x="11649" y="5051"/>
                  </a:lnTo>
                  <a:lnTo>
                    <a:pt x="11649" y="4994"/>
                  </a:lnTo>
                  <a:lnTo>
                    <a:pt x="9931" y="4005"/>
                  </a:lnTo>
                  <a:lnTo>
                    <a:pt x="9954" y="3959"/>
                  </a:lnTo>
                  <a:lnTo>
                    <a:pt x="9954" y="3914"/>
                  </a:lnTo>
                  <a:lnTo>
                    <a:pt x="9954" y="3868"/>
                  </a:lnTo>
                  <a:lnTo>
                    <a:pt x="9931" y="3823"/>
                  </a:lnTo>
                  <a:lnTo>
                    <a:pt x="9920" y="3777"/>
                  </a:lnTo>
                  <a:lnTo>
                    <a:pt x="9886" y="3743"/>
                  </a:lnTo>
                  <a:lnTo>
                    <a:pt x="9852" y="3720"/>
                  </a:lnTo>
                  <a:lnTo>
                    <a:pt x="9817" y="3697"/>
                  </a:lnTo>
                  <a:lnTo>
                    <a:pt x="9772" y="3675"/>
                  </a:lnTo>
                  <a:lnTo>
                    <a:pt x="9726" y="3675"/>
                  </a:lnTo>
                  <a:lnTo>
                    <a:pt x="9726" y="1377"/>
                  </a:lnTo>
                  <a:lnTo>
                    <a:pt x="9772" y="1365"/>
                  </a:lnTo>
                  <a:lnTo>
                    <a:pt x="9806" y="1354"/>
                  </a:lnTo>
                  <a:lnTo>
                    <a:pt x="9840" y="1331"/>
                  </a:lnTo>
                  <a:lnTo>
                    <a:pt x="9874" y="1309"/>
                  </a:lnTo>
                  <a:lnTo>
                    <a:pt x="9897" y="1274"/>
                  </a:lnTo>
                  <a:lnTo>
                    <a:pt x="9920" y="1240"/>
                  </a:lnTo>
                  <a:lnTo>
                    <a:pt x="9931" y="1195"/>
                  </a:lnTo>
                  <a:lnTo>
                    <a:pt x="9931" y="1149"/>
                  </a:lnTo>
                  <a:lnTo>
                    <a:pt x="9931" y="1115"/>
                  </a:lnTo>
                  <a:lnTo>
                    <a:pt x="9920" y="1070"/>
                  </a:lnTo>
                  <a:lnTo>
                    <a:pt x="11649" y="69"/>
                  </a:lnTo>
                  <a:lnTo>
                    <a:pt x="11649" y="12"/>
                  </a:lnTo>
                  <a:lnTo>
                    <a:pt x="9897" y="1024"/>
                  </a:lnTo>
                  <a:lnTo>
                    <a:pt x="9863" y="990"/>
                  </a:lnTo>
                  <a:lnTo>
                    <a:pt x="9817" y="956"/>
                  </a:lnTo>
                  <a:lnTo>
                    <a:pt x="9761" y="933"/>
                  </a:lnTo>
                  <a:lnTo>
                    <a:pt x="9658" y="933"/>
                  </a:lnTo>
                  <a:lnTo>
                    <a:pt x="9601" y="956"/>
                  </a:lnTo>
                  <a:lnTo>
                    <a:pt x="9556" y="990"/>
                  </a:lnTo>
                  <a:lnTo>
                    <a:pt x="9522" y="1024"/>
                  </a:lnTo>
                  <a:lnTo>
                    <a:pt x="7736" y="0"/>
                  </a:lnTo>
                  <a:lnTo>
                    <a:pt x="7645" y="0"/>
                  </a:lnTo>
                  <a:lnTo>
                    <a:pt x="9499" y="1070"/>
                  </a:lnTo>
                  <a:lnTo>
                    <a:pt x="9488" y="1115"/>
                  </a:lnTo>
                  <a:lnTo>
                    <a:pt x="9488" y="1149"/>
                  </a:lnTo>
                  <a:lnTo>
                    <a:pt x="9488" y="1195"/>
                  </a:lnTo>
                  <a:lnTo>
                    <a:pt x="9499" y="1240"/>
                  </a:lnTo>
                  <a:lnTo>
                    <a:pt x="9522" y="1274"/>
                  </a:lnTo>
                  <a:lnTo>
                    <a:pt x="9544" y="1309"/>
                  </a:lnTo>
                  <a:lnTo>
                    <a:pt x="9579" y="1331"/>
                  </a:lnTo>
                  <a:lnTo>
                    <a:pt x="9613" y="1354"/>
                  </a:lnTo>
                  <a:lnTo>
                    <a:pt x="9647" y="1365"/>
                  </a:lnTo>
                  <a:lnTo>
                    <a:pt x="9681" y="1377"/>
                  </a:lnTo>
                  <a:lnTo>
                    <a:pt x="9681" y="3675"/>
                  </a:lnTo>
                  <a:lnTo>
                    <a:pt x="9647" y="3675"/>
                  </a:lnTo>
                  <a:lnTo>
                    <a:pt x="9601" y="3697"/>
                  </a:lnTo>
                  <a:lnTo>
                    <a:pt x="9567" y="3720"/>
                  </a:lnTo>
                  <a:lnTo>
                    <a:pt x="9533" y="3743"/>
                  </a:lnTo>
                  <a:lnTo>
                    <a:pt x="9499" y="3777"/>
                  </a:lnTo>
                  <a:lnTo>
                    <a:pt x="9488" y="3823"/>
                  </a:lnTo>
                  <a:lnTo>
                    <a:pt x="9465" y="3868"/>
                  </a:lnTo>
                  <a:lnTo>
                    <a:pt x="9465" y="3914"/>
                  </a:lnTo>
                  <a:lnTo>
                    <a:pt x="9465" y="3959"/>
                  </a:lnTo>
                  <a:lnTo>
                    <a:pt x="9488" y="4005"/>
                  </a:lnTo>
                  <a:lnTo>
                    <a:pt x="7542" y="5131"/>
                  </a:lnTo>
                  <a:lnTo>
                    <a:pt x="7508" y="5085"/>
                  </a:lnTo>
                  <a:lnTo>
                    <a:pt x="7451" y="5051"/>
                  </a:lnTo>
                  <a:lnTo>
                    <a:pt x="7406" y="5028"/>
                  </a:lnTo>
                  <a:lnTo>
                    <a:pt x="7338" y="5017"/>
                  </a:lnTo>
                  <a:lnTo>
                    <a:pt x="7281" y="5028"/>
                  </a:lnTo>
                  <a:lnTo>
                    <a:pt x="7224" y="5051"/>
                  </a:lnTo>
                  <a:lnTo>
                    <a:pt x="7178" y="5085"/>
                  </a:lnTo>
                  <a:lnTo>
                    <a:pt x="7133" y="5131"/>
                  </a:lnTo>
                  <a:lnTo>
                    <a:pt x="5176" y="3993"/>
                  </a:lnTo>
                  <a:lnTo>
                    <a:pt x="5188" y="3948"/>
                  </a:lnTo>
                  <a:lnTo>
                    <a:pt x="5188" y="3914"/>
                  </a:lnTo>
                  <a:lnTo>
                    <a:pt x="5188" y="3868"/>
                  </a:lnTo>
                  <a:lnTo>
                    <a:pt x="5176" y="3834"/>
                  </a:lnTo>
                  <a:lnTo>
                    <a:pt x="5154" y="3800"/>
                  </a:lnTo>
                  <a:lnTo>
                    <a:pt x="5131" y="3766"/>
                  </a:lnTo>
                  <a:lnTo>
                    <a:pt x="5108" y="3732"/>
                  </a:lnTo>
                  <a:lnTo>
                    <a:pt x="5074" y="3720"/>
                  </a:lnTo>
                  <a:lnTo>
                    <a:pt x="5028" y="3697"/>
                  </a:lnTo>
                  <a:lnTo>
                    <a:pt x="4994" y="3697"/>
                  </a:lnTo>
                  <a:lnTo>
                    <a:pt x="4994" y="1377"/>
                  </a:lnTo>
                  <a:lnTo>
                    <a:pt x="5028" y="1365"/>
                  </a:lnTo>
                  <a:lnTo>
                    <a:pt x="5074" y="1354"/>
                  </a:lnTo>
                  <a:lnTo>
                    <a:pt x="5108" y="1331"/>
                  </a:lnTo>
                  <a:lnTo>
                    <a:pt x="5131" y="1297"/>
                  </a:lnTo>
                  <a:lnTo>
                    <a:pt x="5154" y="1274"/>
                  </a:lnTo>
                  <a:lnTo>
                    <a:pt x="5176" y="1229"/>
                  </a:lnTo>
                  <a:lnTo>
                    <a:pt x="5188" y="1195"/>
                  </a:lnTo>
                  <a:lnTo>
                    <a:pt x="5188" y="1149"/>
                  </a:lnTo>
                  <a:lnTo>
                    <a:pt x="5188" y="1115"/>
                  </a:lnTo>
                  <a:lnTo>
                    <a:pt x="5176" y="1070"/>
                  </a:lnTo>
                  <a:lnTo>
                    <a:pt x="7031" y="0"/>
                  </a:lnTo>
                  <a:close/>
                </a:path>
              </a:pathLst>
            </a:custGeom>
            <a:gradFill>
              <a:gsLst>
                <a:gs pos="0">
                  <a:schemeClr val="dk1">
                    <a:alpha val="32400"/>
                  </a:schemeClr>
                </a:gs>
                <a:gs pos="9000">
                  <a:schemeClr val="dk1">
                    <a:alpha val="32400"/>
                  </a:schemeClr>
                </a:gs>
                <a:gs pos="100000">
                  <a:srgbClr val="FFFFFF">
                    <a:alpha val="45098"/>
                    <a:alpha val="3240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0" y="3394425"/>
              <a:ext cx="2268195" cy="1749057"/>
            </a:xfrm>
            <a:custGeom>
              <a:avLst/>
              <a:gdLst/>
              <a:ahLst/>
              <a:cxnLst/>
              <a:rect l="l" t="t" r="r" b="b"/>
              <a:pathLst>
                <a:path w="21671" h="16711" extrusionOk="0">
                  <a:moveTo>
                    <a:pt x="16859" y="342"/>
                  </a:moveTo>
                  <a:lnTo>
                    <a:pt x="18827" y="1479"/>
                  </a:lnTo>
                  <a:lnTo>
                    <a:pt x="18816" y="1514"/>
                  </a:lnTo>
                  <a:lnTo>
                    <a:pt x="18804" y="1559"/>
                  </a:lnTo>
                  <a:lnTo>
                    <a:pt x="18816" y="1616"/>
                  </a:lnTo>
                  <a:lnTo>
                    <a:pt x="18827" y="1650"/>
                  </a:lnTo>
                  <a:lnTo>
                    <a:pt x="18839" y="1696"/>
                  </a:lnTo>
                  <a:lnTo>
                    <a:pt x="18873" y="1730"/>
                  </a:lnTo>
                  <a:lnTo>
                    <a:pt x="18907" y="1764"/>
                  </a:lnTo>
                  <a:lnTo>
                    <a:pt x="18941" y="1787"/>
                  </a:lnTo>
                  <a:lnTo>
                    <a:pt x="18986" y="1798"/>
                  </a:lnTo>
                  <a:lnTo>
                    <a:pt x="19032" y="1809"/>
                  </a:lnTo>
                  <a:lnTo>
                    <a:pt x="19032" y="4062"/>
                  </a:lnTo>
                  <a:lnTo>
                    <a:pt x="18975" y="4062"/>
                  </a:lnTo>
                  <a:lnTo>
                    <a:pt x="18930" y="4084"/>
                  </a:lnTo>
                  <a:lnTo>
                    <a:pt x="18895" y="4107"/>
                  </a:lnTo>
                  <a:lnTo>
                    <a:pt x="18861" y="4141"/>
                  </a:lnTo>
                  <a:lnTo>
                    <a:pt x="18827" y="4175"/>
                  </a:lnTo>
                  <a:lnTo>
                    <a:pt x="18804" y="4221"/>
                  </a:lnTo>
                  <a:lnTo>
                    <a:pt x="18793" y="4266"/>
                  </a:lnTo>
                  <a:lnTo>
                    <a:pt x="18782" y="4323"/>
                  </a:lnTo>
                  <a:lnTo>
                    <a:pt x="18793" y="4380"/>
                  </a:lnTo>
                  <a:lnTo>
                    <a:pt x="18816" y="4426"/>
                  </a:lnTo>
                  <a:lnTo>
                    <a:pt x="16882" y="5540"/>
                  </a:lnTo>
                  <a:lnTo>
                    <a:pt x="16848" y="5495"/>
                  </a:lnTo>
                  <a:lnTo>
                    <a:pt x="16802" y="5461"/>
                  </a:lnTo>
                  <a:lnTo>
                    <a:pt x="16745" y="5438"/>
                  </a:lnTo>
                  <a:lnTo>
                    <a:pt x="16689" y="5427"/>
                  </a:lnTo>
                  <a:lnTo>
                    <a:pt x="16620" y="5438"/>
                  </a:lnTo>
                  <a:lnTo>
                    <a:pt x="16563" y="5461"/>
                  </a:lnTo>
                  <a:lnTo>
                    <a:pt x="16518" y="5495"/>
                  </a:lnTo>
                  <a:lnTo>
                    <a:pt x="16484" y="5540"/>
                  </a:lnTo>
                  <a:lnTo>
                    <a:pt x="14470" y="4380"/>
                  </a:lnTo>
                  <a:lnTo>
                    <a:pt x="14482" y="4323"/>
                  </a:lnTo>
                  <a:lnTo>
                    <a:pt x="14470" y="4255"/>
                  </a:lnTo>
                  <a:lnTo>
                    <a:pt x="14436" y="4209"/>
                  </a:lnTo>
                  <a:lnTo>
                    <a:pt x="14391" y="4175"/>
                  </a:lnTo>
                  <a:lnTo>
                    <a:pt x="14334" y="4153"/>
                  </a:lnTo>
                  <a:lnTo>
                    <a:pt x="14334" y="1821"/>
                  </a:lnTo>
                  <a:lnTo>
                    <a:pt x="14379" y="1809"/>
                  </a:lnTo>
                  <a:lnTo>
                    <a:pt x="14425" y="1798"/>
                  </a:lnTo>
                  <a:lnTo>
                    <a:pt x="14470" y="1775"/>
                  </a:lnTo>
                  <a:lnTo>
                    <a:pt x="14504" y="1741"/>
                  </a:lnTo>
                  <a:lnTo>
                    <a:pt x="14527" y="1707"/>
                  </a:lnTo>
                  <a:lnTo>
                    <a:pt x="14550" y="1661"/>
                  </a:lnTo>
                  <a:lnTo>
                    <a:pt x="14573" y="1616"/>
                  </a:lnTo>
                  <a:lnTo>
                    <a:pt x="14573" y="1559"/>
                  </a:lnTo>
                  <a:lnTo>
                    <a:pt x="14573" y="1514"/>
                  </a:lnTo>
                  <a:lnTo>
                    <a:pt x="14550" y="1468"/>
                  </a:lnTo>
                  <a:lnTo>
                    <a:pt x="16507" y="342"/>
                  </a:lnTo>
                  <a:lnTo>
                    <a:pt x="16541" y="376"/>
                  </a:lnTo>
                  <a:lnTo>
                    <a:pt x="16586" y="410"/>
                  </a:lnTo>
                  <a:lnTo>
                    <a:pt x="16632" y="421"/>
                  </a:lnTo>
                  <a:lnTo>
                    <a:pt x="16689" y="433"/>
                  </a:lnTo>
                  <a:lnTo>
                    <a:pt x="16734" y="421"/>
                  </a:lnTo>
                  <a:lnTo>
                    <a:pt x="16780" y="410"/>
                  </a:lnTo>
                  <a:lnTo>
                    <a:pt x="16825" y="376"/>
                  </a:lnTo>
                  <a:lnTo>
                    <a:pt x="16859" y="342"/>
                  </a:lnTo>
                  <a:close/>
                  <a:moveTo>
                    <a:pt x="14448" y="4426"/>
                  </a:moveTo>
                  <a:lnTo>
                    <a:pt x="16461" y="5586"/>
                  </a:lnTo>
                  <a:lnTo>
                    <a:pt x="16450" y="5620"/>
                  </a:lnTo>
                  <a:lnTo>
                    <a:pt x="16450" y="5666"/>
                  </a:lnTo>
                  <a:lnTo>
                    <a:pt x="16450" y="5711"/>
                  </a:lnTo>
                  <a:lnTo>
                    <a:pt x="16461" y="5757"/>
                  </a:lnTo>
                  <a:lnTo>
                    <a:pt x="16484" y="5791"/>
                  </a:lnTo>
                  <a:lnTo>
                    <a:pt x="16507" y="5825"/>
                  </a:lnTo>
                  <a:lnTo>
                    <a:pt x="16541" y="5859"/>
                  </a:lnTo>
                  <a:lnTo>
                    <a:pt x="16575" y="5882"/>
                  </a:lnTo>
                  <a:lnTo>
                    <a:pt x="16609" y="5893"/>
                  </a:lnTo>
                  <a:lnTo>
                    <a:pt x="16654" y="5904"/>
                  </a:lnTo>
                  <a:lnTo>
                    <a:pt x="16654" y="8236"/>
                  </a:lnTo>
                  <a:lnTo>
                    <a:pt x="16586" y="8259"/>
                  </a:lnTo>
                  <a:lnTo>
                    <a:pt x="16541" y="8293"/>
                  </a:lnTo>
                  <a:lnTo>
                    <a:pt x="16507" y="8350"/>
                  </a:lnTo>
                  <a:lnTo>
                    <a:pt x="16484" y="8430"/>
                  </a:lnTo>
                  <a:lnTo>
                    <a:pt x="16495" y="8464"/>
                  </a:lnTo>
                  <a:lnTo>
                    <a:pt x="16507" y="8498"/>
                  </a:lnTo>
                  <a:lnTo>
                    <a:pt x="14527" y="9647"/>
                  </a:lnTo>
                  <a:lnTo>
                    <a:pt x="14482" y="9601"/>
                  </a:lnTo>
                  <a:lnTo>
                    <a:pt x="14436" y="9556"/>
                  </a:lnTo>
                  <a:lnTo>
                    <a:pt x="14379" y="9533"/>
                  </a:lnTo>
                  <a:lnTo>
                    <a:pt x="14254" y="9533"/>
                  </a:lnTo>
                  <a:lnTo>
                    <a:pt x="14186" y="9556"/>
                  </a:lnTo>
                  <a:lnTo>
                    <a:pt x="14140" y="9601"/>
                  </a:lnTo>
                  <a:lnTo>
                    <a:pt x="14106" y="9647"/>
                  </a:lnTo>
                  <a:lnTo>
                    <a:pt x="12184" y="8543"/>
                  </a:lnTo>
                  <a:lnTo>
                    <a:pt x="12207" y="8487"/>
                  </a:lnTo>
                  <a:lnTo>
                    <a:pt x="12207" y="8430"/>
                  </a:lnTo>
                  <a:lnTo>
                    <a:pt x="12207" y="8373"/>
                  </a:lnTo>
                  <a:lnTo>
                    <a:pt x="12184" y="8327"/>
                  </a:lnTo>
                  <a:lnTo>
                    <a:pt x="12173" y="8282"/>
                  </a:lnTo>
                  <a:lnTo>
                    <a:pt x="12138" y="8248"/>
                  </a:lnTo>
                  <a:lnTo>
                    <a:pt x="12104" y="8214"/>
                  </a:lnTo>
                  <a:lnTo>
                    <a:pt x="12059" y="8191"/>
                  </a:lnTo>
                  <a:lnTo>
                    <a:pt x="12013" y="8168"/>
                  </a:lnTo>
                  <a:lnTo>
                    <a:pt x="11968" y="8157"/>
                  </a:lnTo>
                  <a:lnTo>
                    <a:pt x="11968" y="5848"/>
                  </a:lnTo>
                  <a:lnTo>
                    <a:pt x="12025" y="5825"/>
                  </a:lnTo>
                  <a:lnTo>
                    <a:pt x="12082" y="5791"/>
                  </a:lnTo>
                  <a:lnTo>
                    <a:pt x="12116" y="5734"/>
                  </a:lnTo>
                  <a:lnTo>
                    <a:pt x="12127" y="5666"/>
                  </a:lnTo>
                  <a:lnTo>
                    <a:pt x="12116" y="5609"/>
                  </a:lnTo>
                  <a:lnTo>
                    <a:pt x="14175" y="4426"/>
                  </a:lnTo>
                  <a:lnTo>
                    <a:pt x="14197" y="4448"/>
                  </a:lnTo>
                  <a:lnTo>
                    <a:pt x="14231" y="4471"/>
                  </a:lnTo>
                  <a:lnTo>
                    <a:pt x="14277" y="4482"/>
                  </a:lnTo>
                  <a:lnTo>
                    <a:pt x="14311" y="4494"/>
                  </a:lnTo>
                  <a:lnTo>
                    <a:pt x="14357" y="4482"/>
                  </a:lnTo>
                  <a:lnTo>
                    <a:pt x="14391" y="4471"/>
                  </a:lnTo>
                  <a:lnTo>
                    <a:pt x="14425" y="4448"/>
                  </a:lnTo>
                  <a:lnTo>
                    <a:pt x="14448" y="4426"/>
                  </a:lnTo>
                  <a:close/>
                  <a:moveTo>
                    <a:pt x="7031" y="8543"/>
                  </a:moveTo>
                  <a:lnTo>
                    <a:pt x="7065" y="8578"/>
                  </a:lnTo>
                  <a:lnTo>
                    <a:pt x="7110" y="8612"/>
                  </a:lnTo>
                  <a:lnTo>
                    <a:pt x="7156" y="8623"/>
                  </a:lnTo>
                  <a:lnTo>
                    <a:pt x="7201" y="8634"/>
                  </a:lnTo>
                  <a:lnTo>
                    <a:pt x="7258" y="8623"/>
                  </a:lnTo>
                  <a:lnTo>
                    <a:pt x="7304" y="8612"/>
                  </a:lnTo>
                  <a:lnTo>
                    <a:pt x="7338" y="8589"/>
                  </a:lnTo>
                  <a:lnTo>
                    <a:pt x="7372" y="8555"/>
                  </a:lnTo>
                  <a:lnTo>
                    <a:pt x="9386" y="9715"/>
                  </a:lnTo>
                  <a:lnTo>
                    <a:pt x="9386" y="9772"/>
                  </a:lnTo>
                  <a:lnTo>
                    <a:pt x="9397" y="9840"/>
                  </a:lnTo>
                  <a:lnTo>
                    <a:pt x="9431" y="9897"/>
                  </a:lnTo>
                  <a:lnTo>
                    <a:pt x="9477" y="9943"/>
                  </a:lnTo>
                  <a:lnTo>
                    <a:pt x="9545" y="9965"/>
                  </a:lnTo>
                  <a:lnTo>
                    <a:pt x="9545" y="12286"/>
                  </a:lnTo>
                  <a:lnTo>
                    <a:pt x="9499" y="12286"/>
                  </a:lnTo>
                  <a:lnTo>
                    <a:pt x="9454" y="12309"/>
                  </a:lnTo>
                  <a:lnTo>
                    <a:pt x="9420" y="12331"/>
                  </a:lnTo>
                  <a:lnTo>
                    <a:pt x="9386" y="12366"/>
                  </a:lnTo>
                  <a:lnTo>
                    <a:pt x="9363" y="12400"/>
                  </a:lnTo>
                  <a:lnTo>
                    <a:pt x="9340" y="12434"/>
                  </a:lnTo>
                  <a:lnTo>
                    <a:pt x="9329" y="12479"/>
                  </a:lnTo>
                  <a:lnTo>
                    <a:pt x="9317" y="12536"/>
                  </a:lnTo>
                  <a:lnTo>
                    <a:pt x="9329" y="12582"/>
                  </a:lnTo>
                  <a:lnTo>
                    <a:pt x="9340" y="12639"/>
                  </a:lnTo>
                  <a:lnTo>
                    <a:pt x="7406" y="13753"/>
                  </a:lnTo>
                  <a:lnTo>
                    <a:pt x="7372" y="13708"/>
                  </a:lnTo>
                  <a:lnTo>
                    <a:pt x="7327" y="13674"/>
                  </a:lnTo>
                  <a:lnTo>
                    <a:pt x="7270" y="13640"/>
                  </a:lnTo>
                  <a:lnTo>
                    <a:pt x="7145" y="13640"/>
                  </a:lnTo>
                  <a:lnTo>
                    <a:pt x="7088" y="13674"/>
                  </a:lnTo>
                  <a:lnTo>
                    <a:pt x="7031" y="13708"/>
                  </a:lnTo>
                  <a:lnTo>
                    <a:pt x="6997" y="13753"/>
                  </a:lnTo>
                  <a:lnTo>
                    <a:pt x="5029" y="12616"/>
                  </a:lnTo>
                  <a:lnTo>
                    <a:pt x="5040" y="12582"/>
                  </a:lnTo>
                  <a:lnTo>
                    <a:pt x="5052" y="12536"/>
                  </a:lnTo>
                  <a:lnTo>
                    <a:pt x="5040" y="12491"/>
                  </a:lnTo>
                  <a:lnTo>
                    <a:pt x="5029" y="12457"/>
                  </a:lnTo>
                  <a:lnTo>
                    <a:pt x="5017" y="12411"/>
                  </a:lnTo>
                  <a:lnTo>
                    <a:pt x="4995" y="12388"/>
                  </a:lnTo>
                  <a:lnTo>
                    <a:pt x="4961" y="12354"/>
                  </a:lnTo>
                  <a:lnTo>
                    <a:pt x="4926" y="12343"/>
                  </a:lnTo>
                  <a:lnTo>
                    <a:pt x="4892" y="12320"/>
                  </a:lnTo>
                  <a:lnTo>
                    <a:pt x="4847" y="12320"/>
                  </a:lnTo>
                  <a:lnTo>
                    <a:pt x="4847" y="9943"/>
                  </a:lnTo>
                  <a:lnTo>
                    <a:pt x="4915" y="9931"/>
                  </a:lnTo>
                  <a:lnTo>
                    <a:pt x="4961" y="9886"/>
                  </a:lnTo>
                  <a:lnTo>
                    <a:pt x="4995" y="9840"/>
                  </a:lnTo>
                  <a:lnTo>
                    <a:pt x="5006" y="9772"/>
                  </a:lnTo>
                  <a:lnTo>
                    <a:pt x="4995" y="9715"/>
                  </a:lnTo>
                  <a:lnTo>
                    <a:pt x="7031" y="8543"/>
                  </a:lnTo>
                  <a:close/>
                  <a:moveTo>
                    <a:pt x="12161" y="8578"/>
                  </a:moveTo>
                  <a:lnTo>
                    <a:pt x="14084" y="9692"/>
                  </a:lnTo>
                  <a:lnTo>
                    <a:pt x="14072" y="9727"/>
                  </a:lnTo>
                  <a:lnTo>
                    <a:pt x="14072" y="9772"/>
                  </a:lnTo>
                  <a:lnTo>
                    <a:pt x="14072" y="9818"/>
                  </a:lnTo>
                  <a:lnTo>
                    <a:pt x="14084" y="9863"/>
                  </a:lnTo>
                  <a:lnTo>
                    <a:pt x="14106" y="9909"/>
                  </a:lnTo>
                  <a:lnTo>
                    <a:pt x="14129" y="9943"/>
                  </a:lnTo>
                  <a:lnTo>
                    <a:pt x="14163" y="9965"/>
                  </a:lnTo>
                  <a:lnTo>
                    <a:pt x="14197" y="9988"/>
                  </a:lnTo>
                  <a:lnTo>
                    <a:pt x="14243" y="10011"/>
                  </a:lnTo>
                  <a:lnTo>
                    <a:pt x="14288" y="10022"/>
                  </a:lnTo>
                  <a:lnTo>
                    <a:pt x="14288" y="12354"/>
                  </a:lnTo>
                  <a:lnTo>
                    <a:pt x="14231" y="12377"/>
                  </a:lnTo>
                  <a:lnTo>
                    <a:pt x="14175" y="12411"/>
                  </a:lnTo>
                  <a:lnTo>
                    <a:pt x="14152" y="12468"/>
                  </a:lnTo>
                  <a:lnTo>
                    <a:pt x="14140" y="12536"/>
                  </a:lnTo>
                  <a:lnTo>
                    <a:pt x="14152" y="12593"/>
                  </a:lnTo>
                  <a:lnTo>
                    <a:pt x="12150" y="13753"/>
                  </a:lnTo>
                  <a:lnTo>
                    <a:pt x="12116" y="13697"/>
                  </a:lnTo>
                  <a:lnTo>
                    <a:pt x="12059" y="13662"/>
                  </a:lnTo>
                  <a:lnTo>
                    <a:pt x="12002" y="13640"/>
                  </a:lnTo>
                  <a:lnTo>
                    <a:pt x="11945" y="13628"/>
                  </a:lnTo>
                  <a:lnTo>
                    <a:pt x="11877" y="13640"/>
                  </a:lnTo>
                  <a:lnTo>
                    <a:pt x="11820" y="13662"/>
                  </a:lnTo>
                  <a:lnTo>
                    <a:pt x="11774" y="13708"/>
                  </a:lnTo>
                  <a:lnTo>
                    <a:pt x="11729" y="13753"/>
                  </a:lnTo>
                  <a:lnTo>
                    <a:pt x="9806" y="12639"/>
                  </a:lnTo>
                  <a:lnTo>
                    <a:pt x="9818" y="12582"/>
                  </a:lnTo>
                  <a:lnTo>
                    <a:pt x="9829" y="12536"/>
                  </a:lnTo>
                  <a:lnTo>
                    <a:pt x="9818" y="12479"/>
                  </a:lnTo>
                  <a:lnTo>
                    <a:pt x="9806" y="12434"/>
                  </a:lnTo>
                  <a:lnTo>
                    <a:pt x="9784" y="12400"/>
                  </a:lnTo>
                  <a:lnTo>
                    <a:pt x="9761" y="12354"/>
                  </a:lnTo>
                  <a:lnTo>
                    <a:pt x="9727" y="12331"/>
                  </a:lnTo>
                  <a:lnTo>
                    <a:pt x="9681" y="12309"/>
                  </a:lnTo>
                  <a:lnTo>
                    <a:pt x="9636" y="12286"/>
                  </a:lnTo>
                  <a:lnTo>
                    <a:pt x="9590" y="12286"/>
                  </a:lnTo>
                  <a:lnTo>
                    <a:pt x="9590" y="9965"/>
                  </a:lnTo>
                  <a:lnTo>
                    <a:pt x="9659" y="9943"/>
                  </a:lnTo>
                  <a:lnTo>
                    <a:pt x="9715" y="9909"/>
                  </a:lnTo>
                  <a:lnTo>
                    <a:pt x="9750" y="9840"/>
                  </a:lnTo>
                  <a:lnTo>
                    <a:pt x="9761" y="9806"/>
                  </a:lnTo>
                  <a:lnTo>
                    <a:pt x="9761" y="9772"/>
                  </a:lnTo>
                  <a:lnTo>
                    <a:pt x="9750" y="9715"/>
                  </a:lnTo>
                  <a:lnTo>
                    <a:pt x="11729" y="8578"/>
                  </a:lnTo>
                  <a:lnTo>
                    <a:pt x="11763" y="8623"/>
                  </a:lnTo>
                  <a:lnTo>
                    <a:pt x="11820" y="8657"/>
                  </a:lnTo>
                  <a:lnTo>
                    <a:pt x="11877" y="8680"/>
                  </a:lnTo>
                  <a:lnTo>
                    <a:pt x="11945" y="8691"/>
                  </a:lnTo>
                  <a:lnTo>
                    <a:pt x="12013" y="8680"/>
                  </a:lnTo>
                  <a:lnTo>
                    <a:pt x="12070" y="8657"/>
                  </a:lnTo>
                  <a:lnTo>
                    <a:pt x="12116" y="8623"/>
                  </a:lnTo>
                  <a:lnTo>
                    <a:pt x="12161" y="8578"/>
                  </a:lnTo>
                  <a:close/>
                  <a:moveTo>
                    <a:pt x="16836" y="8543"/>
                  </a:moveTo>
                  <a:lnTo>
                    <a:pt x="18816" y="9681"/>
                  </a:lnTo>
                  <a:lnTo>
                    <a:pt x="18804" y="9727"/>
                  </a:lnTo>
                  <a:lnTo>
                    <a:pt x="18793" y="9772"/>
                  </a:lnTo>
                  <a:lnTo>
                    <a:pt x="18804" y="9818"/>
                  </a:lnTo>
                  <a:lnTo>
                    <a:pt x="18816" y="9863"/>
                  </a:lnTo>
                  <a:lnTo>
                    <a:pt x="18839" y="9909"/>
                  </a:lnTo>
                  <a:lnTo>
                    <a:pt x="18861" y="9943"/>
                  </a:lnTo>
                  <a:lnTo>
                    <a:pt x="18895" y="9977"/>
                  </a:lnTo>
                  <a:lnTo>
                    <a:pt x="18941" y="10000"/>
                  </a:lnTo>
                  <a:lnTo>
                    <a:pt x="18986" y="10022"/>
                  </a:lnTo>
                  <a:lnTo>
                    <a:pt x="19032" y="10022"/>
                  </a:lnTo>
                  <a:lnTo>
                    <a:pt x="19032" y="12286"/>
                  </a:lnTo>
                  <a:lnTo>
                    <a:pt x="18986" y="12297"/>
                  </a:lnTo>
                  <a:lnTo>
                    <a:pt x="18941" y="12309"/>
                  </a:lnTo>
                  <a:lnTo>
                    <a:pt x="18907" y="12343"/>
                  </a:lnTo>
                  <a:lnTo>
                    <a:pt x="18873" y="12366"/>
                  </a:lnTo>
                  <a:lnTo>
                    <a:pt x="18850" y="12400"/>
                  </a:lnTo>
                  <a:lnTo>
                    <a:pt x="18827" y="12445"/>
                  </a:lnTo>
                  <a:lnTo>
                    <a:pt x="18816" y="12479"/>
                  </a:lnTo>
                  <a:lnTo>
                    <a:pt x="18804" y="12536"/>
                  </a:lnTo>
                  <a:lnTo>
                    <a:pt x="18816" y="12582"/>
                  </a:lnTo>
                  <a:lnTo>
                    <a:pt x="18827" y="12627"/>
                  </a:lnTo>
                  <a:lnTo>
                    <a:pt x="16871" y="13765"/>
                  </a:lnTo>
                  <a:lnTo>
                    <a:pt x="16836" y="13719"/>
                  </a:lnTo>
                  <a:lnTo>
                    <a:pt x="16791" y="13685"/>
                  </a:lnTo>
                  <a:lnTo>
                    <a:pt x="16734" y="13674"/>
                  </a:lnTo>
                  <a:lnTo>
                    <a:pt x="16689" y="13662"/>
                  </a:lnTo>
                  <a:lnTo>
                    <a:pt x="16632" y="13674"/>
                  </a:lnTo>
                  <a:lnTo>
                    <a:pt x="16575" y="13685"/>
                  </a:lnTo>
                  <a:lnTo>
                    <a:pt x="16529" y="13719"/>
                  </a:lnTo>
                  <a:lnTo>
                    <a:pt x="16495" y="13765"/>
                  </a:lnTo>
                  <a:lnTo>
                    <a:pt x="14482" y="12604"/>
                  </a:lnTo>
                  <a:lnTo>
                    <a:pt x="14482" y="12570"/>
                  </a:lnTo>
                  <a:lnTo>
                    <a:pt x="14493" y="12536"/>
                  </a:lnTo>
                  <a:lnTo>
                    <a:pt x="14482" y="12468"/>
                  </a:lnTo>
                  <a:lnTo>
                    <a:pt x="14448" y="12411"/>
                  </a:lnTo>
                  <a:lnTo>
                    <a:pt x="14391" y="12377"/>
                  </a:lnTo>
                  <a:lnTo>
                    <a:pt x="14334" y="12354"/>
                  </a:lnTo>
                  <a:lnTo>
                    <a:pt x="14334" y="10022"/>
                  </a:lnTo>
                  <a:lnTo>
                    <a:pt x="14379" y="10011"/>
                  </a:lnTo>
                  <a:lnTo>
                    <a:pt x="14425" y="10000"/>
                  </a:lnTo>
                  <a:lnTo>
                    <a:pt x="14459" y="9977"/>
                  </a:lnTo>
                  <a:lnTo>
                    <a:pt x="14493" y="9943"/>
                  </a:lnTo>
                  <a:lnTo>
                    <a:pt x="14516" y="9909"/>
                  </a:lnTo>
                  <a:lnTo>
                    <a:pt x="14539" y="9863"/>
                  </a:lnTo>
                  <a:lnTo>
                    <a:pt x="14550" y="9818"/>
                  </a:lnTo>
                  <a:lnTo>
                    <a:pt x="14561" y="9772"/>
                  </a:lnTo>
                  <a:lnTo>
                    <a:pt x="14550" y="9727"/>
                  </a:lnTo>
                  <a:lnTo>
                    <a:pt x="14539" y="9681"/>
                  </a:lnTo>
                  <a:lnTo>
                    <a:pt x="16529" y="8543"/>
                  </a:lnTo>
                  <a:lnTo>
                    <a:pt x="16552" y="8566"/>
                  </a:lnTo>
                  <a:lnTo>
                    <a:pt x="16598" y="8600"/>
                  </a:lnTo>
                  <a:lnTo>
                    <a:pt x="16632" y="8612"/>
                  </a:lnTo>
                  <a:lnTo>
                    <a:pt x="16689" y="8623"/>
                  </a:lnTo>
                  <a:lnTo>
                    <a:pt x="16734" y="8612"/>
                  </a:lnTo>
                  <a:lnTo>
                    <a:pt x="16768" y="8600"/>
                  </a:lnTo>
                  <a:lnTo>
                    <a:pt x="16802" y="8578"/>
                  </a:lnTo>
                  <a:lnTo>
                    <a:pt x="16836" y="8543"/>
                  </a:lnTo>
                  <a:close/>
                  <a:moveTo>
                    <a:pt x="16643" y="1"/>
                  </a:moveTo>
                  <a:lnTo>
                    <a:pt x="16598" y="12"/>
                  </a:lnTo>
                  <a:lnTo>
                    <a:pt x="16563" y="35"/>
                  </a:lnTo>
                  <a:lnTo>
                    <a:pt x="16529" y="57"/>
                  </a:lnTo>
                  <a:lnTo>
                    <a:pt x="16507" y="92"/>
                  </a:lnTo>
                  <a:lnTo>
                    <a:pt x="16484" y="126"/>
                  </a:lnTo>
                  <a:lnTo>
                    <a:pt x="16472" y="171"/>
                  </a:lnTo>
                  <a:lnTo>
                    <a:pt x="16461" y="217"/>
                  </a:lnTo>
                  <a:lnTo>
                    <a:pt x="16472" y="262"/>
                  </a:lnTo>
                  <a:lnTo>
                    <a:pt x="16484" y="296"/>
                  </a:lnTo>
                  <a:lnTo>
                    <a:pt x="14527" y="1423"/>
                  </a:lnTo>
                  <a:lnTo>
                    <a:pt x="14493" y="1377"/>
                  </a:lnTo>
                  <a:lnTo>
                    <a:pt x="14436" y="1343"/>
                  </a:lnTo>
                  <a:lnTo>
                    <a:pt x="14379" y="1309"/>
                  </a:lnTo>
                  <a:lnTo>
                    <a:pt x="14266" y="1309"/>
                  </a:lnTo>
                  <a:lnTo>
                    <a:pt x="14209" y="1320"/>
                  </a:lnTo>
                  <a:lnTo>
                    <a:pt x="14163" y="1354"/>
                  </a:lnTo>
                  <a:lnTo>
                    <a:pt x="14129" y="1377"/>
                  </a:lnTo>
                  <a:lnTo>
                    <a:pt x="14095" y="1423"/>
                  </a:lnTo>
                  <a:lnTo>
                    <a:pt x="14072" y="1468"/>
                  </a:lnTo>
                  <a:lnTo>
                    <a:pt x="14061" y="1514"/>
                  </a:lnTo>
                  <a:lnTo>
                    <a:pt x="14049" y="1559"/>
                  </a:lnTo>
                  <a:lnTo>
                    <a:pt x="14061" y="1616"/>
                  </a:lnTo>
                  <a:lnTo>
                    <a:pt x="14072" y="1661"/>
                  </a:lnTo>
                  <a:lnTo>
                    <a:pt x="14095" y="1696"/>
                  </a:lnTo>
                  <a:lnTo>
                    <a:pt x="14118" y="1741"/>
                  </a:lnTo>
                  <a:lnTo>
                    <a:pt x="14152" y="1764"/>
                  </a:lnTo>
                  <a:lnTo>
                    <a:pt x="14197" y="1798"/>
                  </a:lnTo>
                  <a:lnTo>
                    <a:pt x="14243" y="1809"/>
                  </a:lnTo>
                  <a:lnTo>
                    <a:pt x="14288" y="1821"/>
                  </a:lnTo>
                  <a:lnTo>
                    <a:pt x="14288" y="4153"/>
                  </a:lnTo>
                  <a:lnTo>
                    <a:pt x="14231" y="4175"/>
                  </a:lnTo>
                  <a:lnTo>
                    <a:pt x="14186" y="4209"/>
                  </a:lnTo>
                  <a:lnTo>
                    <a:pt x="14152" y="4255"/>
                  </a:lnTo>
                  <a:lnTo>
                    <a:pt x="14140" y="4323"/>
                  </a:lnTo>
                  <a:lnTo>
                    <a:pt x="14152" y="4380"/>
                  </a:lnTo>
                  <a:lnTo>
                    <a:pt x="12093" y="5575"/>
                  </a:lnTo>
                  <a:lnTo>
                    <a:pt x="12070" y="5540"/>
                  </a:lnTo>
                  <a:lnTo>
                    <a:pt x="12036" y="5506"/>
                  </a:lnTo>
                  <a:lnTo>
                    <a:pt x="11991" y="5495"/>
                  </a:lnTo>
                  <a:lnTo>
                    <a:pt x="11945" y="5484"/>
                  </a:lnTo>
                  <a:lnTo>
                    <a:pt x="11911" y="5495"/>
                  </a:lnTo>
                  <a:lnTo>
                    <a:pt x="11877" y="5506"/>
                  </a:lnTo>
                  <a:lnTo>
                    <a:pt x="11820" y="5540"/>
                  </a:lnTo>
                  <a:lnTo>
                    <a:pt x="11774" y="5597"/>
                  </a:lnTo>
                  <a:lnTo>
                    <a:pt x="11763" y="5631"/>
                  </a:lnTo>
                  <a:lnTo>
                    <a:pt x="11763" y="5666"/>
                  </a:lnTo>
                  <a:lnTo>
                    <a:pt x="11774" y="5734"/>
                  </a:lnTo>
                  <a:lnTo>
                    <a:pt x="11809" y="5791"/>
                  </a:lnTo>
                  <a:lnTo>
                    <a:pt x="11854" y="5825"/>
                  </a:lnTo>
                  <a:lnTo>
                    <a:pt x="11922" y="5848"/>
                  </a:lnTo>
                  <a:lnTo>
                    <a:pt x="11922" y="8157"/>
                  </a:lnTo>
                  <a:lnTo>
                    <a:pt x="11865" y="8168"/>
                  </a:lnTo>
                  <a:lnTo>
                    <a:pt x="11820" y="8191"/>
                  </a:lnTo>
                  <a:lnTo>
                    <a:pt x="11786" y="8214"/>
                  </a:lnTo>
                  <a:lnTo>
                    <a:pt x="11752" y="8248"/>
                  </a:lnTo>
                  <a:lnTo>
                    <a:pt x="11718" y="8282"/>
                  </a:lnTo>
                  <a:lnTo>
                    <a:pt x="11695" y="8327"/>
                  </a:lnTo>
                  <a:lnTo>
                    <a:pt x="11683" y="8373"/>
                  </a:lnTo>
                  <a:lnTo>
                    <a:pt x="11672" y="8430"/>
                  </a:lnTo>
                  <a:lnTo>
                    <a:pt x="11683" y="8487"/>
                  </a:lnTo>
                  <a:lnTo>
                    <a:pt x="11706" y="8532"/>
                  </a:lnTo>
                  <a:lnTo>
                    <a:pt x="9738" y="9670"/>
                  </a:lnTo>
                  <a:lnTo>
                    <a:pt x="9704" y="9636"/>
                  </a:lnTo>
                  <a:lnTo>
                    <a:pt x="9670" y="9601"/>
                  </a:lnTo>
                  <a:lnTo>
                    <a:pt x="9624" y="9590"/>
                  </a:lnTo>
                  <a:lnTo>
                    <a:pt x="9568" y="9579"/>
                  </a:lnTo>
                  <a:lnTo>
                    <a:pt x="9522" y="9590"/>
                  </a:lnTo>
                  <a:lnTo>
                    <a:pt x="9477" y="9601"/>
                  </a:lnTo>
                  <a:lnTo>
                    <a:pt x="9442" y="9636"/>
                  </a:lnTo>
                  <a:lnTo>
                    <a:pt x="9408" y="9670"/>
                  </a:lnTo>
                  <a:lnTo>
                    <a:pt x="7395" y="8509"/>
                  </a:lnTo>
                  <a:lnTo>
                    <a:pt x="7406" y="8464"/>
                  </a:lnTo>
                  <a:lnTo>
                    <a:pt x="7418" y="8430"/>
                  </a:lnTo>
                  <a:lnTo>
                    <a:pt x="7406" y="8384"/>
                  </a:lnTo>
                  <a:lnTo>
                    <a:pt x="7395" y="8339"/>
                  </a:lnTo>
                  <a:lnTo>
                    <a:pt x="7372" y="8305"/>
                  </a:lnTo>
                  <a:lnTo>
                    <a:pt x="7349" y="8282"/>
                  </a:lnTo>
                  <a:lnTo>
                    <a:pt x="7315" y="8248"/>
                  </a:lnTo>
                  <a:lnTo>
                    <a:pt x="7281" y="8236"/>
                  </a:lnTo>
                  <a:lnTo>
                    <a:pt x="7247" y="8225"/>
                  </a:lnTo>
                  <a:lnTo>
                    <a:pt x="7201" y="8214"/>
                  </a:lnTo>
                  <a:lnTo>
                    <a:pt x="7156" y="8225"/>
                  </a:lnTo>
                  <a:lnTo>
                    <a:pt x="7122" y="8236"/>
                  </a:lnTo>
                  <a:lnTo>
                    <a:pt x="7088" y="8248"/>
                  </a:lnTo>
                  <a:lnTo>
                    <a:pt x="7054" y="8282"/>
                  </a:lnTo>
                  <a:lnTo>
                    <a:pt x="7031" y="8305"/>
                  </a:lnTo>
                  <a:lnTo>
                    <a:pt x="7008" y="8339"/>
                  </a:lnTo>
                  <a:lnTo>
                    <a:pt x="6997" y="8384"/>
                  </a:lnTo>
                  <a:lnTo>
                    <a:pt x="6997" y="8430"/>
                  </a:lnTo>
                  <a:lnTo>
                    <a:pt x="6997" y="8464"/>
                  </a:lnTo>
                  <a:lnTo>
                    <a:pt x="7008" y="8509"/>
                  </a:lnTo>
                  <a:lnTo>
                    <a:pt x="4983" y="9681"/>
                  </a:lnTo>
                  <a:lnTo>
                    <a:pt x="4949" y="9647"/>
                  </a:lnTo>
                  <a:lnTo>
                    <a:pt x="4915" y="9624"/>
                  </a:lnTo>
                  <a:lnTo>
                    <a:pt x="4881" y="9601"/>
                  </a:lnTo>
                  <a:lnTo>
                    <a:pt x="4801" y="9601"/>
                  </a:lnTo>
                  <a:lnTo>
                    <a:pt x="4767" y="9613"/>
                  </a:lnTo>
                  <a:lnTo>
                    <a:pt x="4710" y="9647"/>
                  </a:lnTo>
                  <a:lnTo>
                    <a:pt x="4676" y="9704"/>
                  </a:lnTo>
                  <a:lnTo>
                    <a:pt x="4665" y="9738"/>
                  </a:lnTo>
                  <a:lnTo>
                    <a:pt x="4653" y="9772"/>
                  </a:lnTo>
                  <a:lnTo>
                    <a:pt x="4665" y="9840"/>
                  </a:lnTo>
                  <a:lnTo>
                    <a:pt x="4699" y="9886"/>
                  </a:lnTo>
                  <a:lnTo>
                    <a:pt x="4744" y="9920"/>
                  </a:lnTo>
                  <a:lnTo>
                    <a:pt x="4801" y="9943"/>
                  </a:lnTo>
                  <a:lnTo>
                    <a:pt x="4801" y="12320"/>
                  </a:lnTo>
                  <a:lnTo>
                    <a:pt x="4767" y="12331"/>
                  </a:lnTo>
                  <a:lnTo>
                    <a:pt x="4733" y="12343"/>
                  </a:lnTo>
                  <a:lnTo>
                    <a:pt x="4676" y="12388"/>
                  </a:lnTo>
                  <a:lnTo>
                    <a:pt x="4653" y="12422"/>
                  </a:lnTo>
                  <a:lnTo>
                    <a:pt x="4631" y="12457"/>
                  </a:lnTo>
                  <a:lnTo>
                    <a:pt x="4619" y="12491"/>
                  </a:lnTo>
                  <a:lnTo>
                    <a:pt x="4619" y="12536"/>
                  </a:lnTo>
                  <a:lnTo>
                    <a:pt x="4619" y="12570"/>
                  </a:lnTo>
                  <a:lnTo>
                    <a:pt x="4631" y="12616"/>
                  </a:lnTo>
                  <a:lnTo>
                    <a:pt x="2663" y="13753"/>
                  </a:lnTo>
                  <a:lnTo>
                    <a:pt x="2629" y="13708"/>
                  </a:lnTo>
                  <a:lnTo>
                    <a:pt x="2583" y="13674"/>
                  </a:lnTo>
                  <a:lnTo>
                    <a:pt x="2526" y="13651"/>
                  </a:lnTo>
                  <a:lnTo>
                    <a:pt x="2458" y="13640"/>
                  </a:lnTo>
                  <a:lnTo>
                    <a:pt x="2401" y="13651"/>
                  </a:lnTo>
                  <a:lnTo>
                    <a:pt x="2344" y="13674"/>
                  </a:lnTo>
                  <a:lnTo>
                    <a:pt x="2299" y="13708"/>
                  </a:lnTo>
                  <a:lnTo>
                    <a:pt x="2265" y="13753"/>
                  </a:lnTo>
                  <a:lnTo>
                    <a:pt x="251" y="12593"/>
                  </a:lnTo>
                  <a:lnTo>
                    <a:pt x="262" y="12570"/>
                  </a:lnTo>
                  <a:lnTo>
                    <a:pt x="262" y="12536"/>
                  </a:lnTo>
                  <a:lnTo>
                    <a:pt x="262" y="12502"/>
                  </a:lnTo>
                  <a:lnTo>
                    <a:pt x="251" y="12468"/>
                  </a:lnTo>
                  <a:lnTo>
                    <a:pt x="217" y="12411"/>
                  </a:lnTo>
                  <a:lnTo>
                    <a:pt x="160" y="12377"/>
                  </a:lnTo>
                  <a:lnTo>
                    <a:pt x="126" y="12366"/>
                  </a:lnTo>
                  <a:lnTo>
                    <a:pt x="92" y="12354"/>
                  </a:lnTo>
                  <a:lnTo>
                    <a:pt x="46" y="12366"/>
                  </a:lnTo>
                  <a:lnTo>
                    <a:pt x="1" y="12388"/>
                  </a:lnTo>
                  <a:lnTo>
                    <a:pt x="1" y="12673"/>
                  </a:lnTo>
                  <a:lnTo>
                    <a:pt x="46" y="12696"/>
                  </a:lnTo>
                  <a:lnTo>
                    <a:pt x="92" y="12707"/>
                  </a:lnTo>
                  <a:lnTo>
                    <a:pt x="137" y="12696"/>
                  </a:lnTo>
                  <a:lnTo>
                    <a:pt x="171" y="12684"/>
                  </a:lnTo>
                  <a:lnTo>
                    <a:pt x="206" y="12661"/>
                  </a:lnTo>
                  <a:lnTo>
                    <a:pt x="228" y="12639"/>
                  </a:lnTo>
                  <a:lnTo>
                    <a:pt x="2242" y="13799"/>
                  </a:lnTo>
                  <a:lnTo>
                    <a:pt x="2230" y="13833"/>
                  </a:lnTo>
                  <a:lnTo>
                    <a:pt x="2230" y="13879"/>
                  </a:lnTo>
                  <a:lnTo>
                    <a:pt x="2230" y="13924"/>
                  </a:lnTo>
                  <a:lnTo>
                    <a:pt x="2242" y="13970"/>
                  </a:lnTo>
                  <a:lnTo>
                    <a:pt x="2265" y="14004"/>
                  </a:lnTo>
                  <a:lnTo>
                    <a:pt x="2287" y="14038"/>
                  </a:lnTo>
                  <a:lnTo>
                    <a:pt x="2321" y="14061"/>
                  </a:lnTo>
                  <a:lnTo>
                    <a:pt x="2356" y="14083"/>
                  </a:lnTo>
                  <a:lnTo>
                    <a:pt x="2390" y="14106"/>
                  </a:lnTo>
                  <a:lnTo>
                    <a:pt x="2435" y="14117"/>
                  </a:lnTo>
                  <a:lnTo>
                    <a:pt x="2435" y="16404"/>
                  </a:lnTo>
                  <a:lnTo>
                    <a:pt x="2390" y="16415"/>
                  </a:lnTo>
                  <a:lnTo>
                    <a:pt x="2356" y="16427"/>
                  </a:lnTo>
                  <a:lnTo>
                    <a:pt x="2321" y="16449"/>
                  </a:lnTo>
                  <a:lnTo>
                    <a:pt x="2287" y="16484"/>
                  </a:lnTo>
                  <a:lnTo>
                    <a:pt x="2265" y="16506"/>
                  </a:lnTo>
                  <a:lnTo>
                    <a:pt x="2242" y="16552"/>
                  </a:lnTo>
                  <a:lnTo>
                    <a:pt x="2230" y="16586"/>
                  </a:lnTo>
                  <a:lnTo>
                    <a:pt x="2230" y="16631"/>
                  </a:lnTo>
                  <a:lnTo>
                    <a:pt x="2242" y="16711"/>
                  </a:lnTo>
                  <a:lnTo>
                    <a:pt x="2685" y="16711"/>
                  </a:lnTo>
                  <a:lnTo>
                    <a:pt x="2697" y="16631"/>
                  </a:lnTo>
                  <a:lnTo>
                    <a:pt x="2697" y="16586"/>
                  </a:lnTo>
                  <a:lnTo>
                    <a:pt x="2685" y="16552"/>
                  </a:lnTo>
                  <a:lnTo>
                    <a:pt x="2663" y="16506"/>
                  </a:lnTo>
                  <a:lnTo>
                    <a:pt x="2640" y="16472"/>
                  </a:lnTo>
                  <a:lnTo>
                    <a:pt x="2606" y="16449"/>
                  </a:lnTo>
                  <a:lnTo>
                    <a:pt x="2572" y="16427"/>
                  </a:lnTo>
                  <a:lnTo>
                    <a:pt x="2526" y="16404"/>
                  </a:lnTo>
                  <a:lnTo>
                    <a:pt x="2481" y="16404"/>
                  </a:lnTo>
                  <a:lnTo>
                    <a:pt x="2481" y="14117"/>
                  </a:lnTo>
                  <a:lnTo>
                    <a:pt x="2526" y="14106"/>
                  </a:lnTo>
                  <a:lnTo>
                    <a:pt x="2572" y="14095"/>
                  </a:lnTo>
                  <a:lnTo>
                    <a:pt x="2606" y="14072"/>
                  </a:lnTo>
                  <a:lnTo>
                    <a:pt x="2640" y="14038"/>
                  </a:lnTo>
                  <a:lnTo>
                    <a:pt x="2663" y="14004"/>
                  </a:lnTo>
                  <a:lnTo>
                    <a:pt x="2685" y="13970"/>
                  </a:lnTo>
                  <a:lnTo>
                    <a:pt x="2697" y="13924"/>
                  </a:lnTo>
                  <a:lnTo>
                    <a:pt x="2697" y="13879"/>
                  </a:lnTo>
                  <a:lnTo>
                    <a:pt x="2697" y="13833"/>
                  </a:lnTo>
                  <a:lnTo>
                    <a:pt x="2685" y="13799"/>
                  </a:lnTo>
                  <a:lnTo>
                    <a:pt x="4653" y="12650"/>
                  </a:lnTo>
                  <a:lnTo>
                    <a:pt x="4688" y="12696"/>
                  </a:lnTo>
                  <a:lnTo>
                    <a:pt x="4733" y="12718"/>
                  </a:lnTo>
                  <a:lnTo>
                    <a:pt x="4779" y="12741"/>
                  </a:lnTo>
                  <a:lnTo>
                    <a:pt x="4881" y="12741"/>
                  </a:lnTo>
                  <a:lnTo>
                    <a:pt x="4926" y="12718"/>
                  </a:lnTo>
                  <a:lnTo>
                    <a:pt x="4972" y="12696"/>
                  </a:lnTo>
                  <a:lnTo>
                    <a:pt x="5006" y="12661"/>
                  </a:lnTo>
                  <a:lnTo>
                    <a:pt x="6974" y="13799"/>
                  </a:lnTo>
                  <a:lnTo>
                    <a:pt x="6963" y="13833"/>
                  </a:lnTo>
                  <a:lnTo>
                    <a:pt x="6963" y="13879"/>
                  </a:lnTo>
                  <a:lnTo>
                    <a:pt x="6963" y="13924"/>
                  </a:lnTo>
                  <a:lnTo>
                    <a:pt x="6974" y="13970"/>
                  </a:lnTo>
                  <a:lnTo>
                    <a:pt x="6997" y="14004"/>
                  </a:lnTo>
                  <a:lnTo>
                    <a:pt x="7019" y="14038"/>
                  </a:lnTo>
                  <a:lnTo>
                    <a:pt x="7054" y="14072"/>
                  </a:lnTo>
                  <a:lnTo>
                    <a:pt x="7088" y="14095"/>
                  </a:lnTo>
                  <a:lnTo>
                    <a:pt x="7133" y="14106"/>
                  </a:lnTo>
                  <a:lnTo>
                    <a:pt x="7179" y="14117"/>
                  </a:lnTo>
                  <a:lnTo>
                    <a:pt x="7179" y="16415"/>
                  </a:lnTo>
                  <a:lnTo>
                    <a:pt x="7133" y="16427"/>
                  </a:lnTo>
                  <a:lnTo>
                    <a:pt x="7099" y="16438"/>
                  </a:lnTo>
                  <a:lnTo>
                    <a:pt x="7065" y="16461"/>
                  </a:lnTo>
                  <a:lnTo>
                    <a:pt x="7031" y="16484"/>
                  </a:lnTo>
                  <a:lnTo>
                    <a:pt x="7008" y="16518"/>
                  </a:lnTo>
                  <a:lnTo>
                    <a:pt x="6997" y="16552"/>
                  </a:lnTo>
                  <a:lnTo>
                    <a:pt x="6985" y="16597"/>
                  </a:lnTo>
                  <a:lnTo>
                    <a:pt x="6974" y="16631"/>
                  </a:lnTo>
                  <a:lnTo>
                    <a:pt x="6985" y="16677"/>
                  </a:lnTo>
                  <a:lnTo>
                    <a:pt x="6997" y="16711"/>
                  </a:lnTo>
                  <a:lnTo>
                    <a:pt x="7418" y="16711"/>
                  </a:lnTo>
                  <a:lnTo>
                    <a:pt x="7429" y="16677"/>
                  </a:lnTo>
                  <a:lnTo>
                    <a:pt x="7429" y="16631"/>
                  </a:lnTo>
                  <a:lnTo>
                    <a:pt x="7429" y="16597"/>
                  </a:lnTo>
                  <a:lnTo>
                    <a:pt x="7418" y="16552"/>
                  </a:lnTo>
                  <a:lnTo>
                    <a:pt x="7395" y="16518"/>
                  </a:lnTo>
                  <a:lnTo>
                    <a:pt x="7372" y="16484"/>
                  </a:lnTo>
                  <a:lnTo>
                    <a:pt x="7338" y="16461"/>
                  </a:lnTo>
                  <a:lnTo>
                    <a:pt x="7304" y="16438"/>
                  </a:lnTo>
                  <a:lnTo>
                    <a:pt x="7258" y="16415"/>
                  </a:lnTo>
                  <a:lnTo>
                    <a:pt x="7224" y="16415"/>
                  </a:lnTo>
                  <a:lnTo>
                    <a:pt x="7224" y="14117"/>
                  </a:lnTo>
                  <a:lnTo>
                    <a:pt x="7270" y="14106"/>
                  </a:lnTo>
                  <a:lnTo>
                    <a:pt x="7304" y="14095"/>
                  </a:lnTo>
                  <a:lnTo>
                    <a:pt x="7349" y="14072"/>
                  </a:lnTo>
                  <a:lnTo>
                    <a:pt x="7383" y="14038"/>
                  </a:lnTo>
                  <a:lnTo>
                    <a:pt x="7406" y="14004"/>
                  </a:lnTo>
                  <a:lnTo>
                    <a:pt x="7429" y="13970"/>
                  </a:lnTo>
                  <a:lnTo>
                    <a:pt x="7440" y="13924"/>
                  </a:lnTo>
                  <a:lnTo>
                    <a:pt x="7440" y="13879"/>
                  </a:lnTo>
                  <a:lnTo>
                    <a:pt x="7440" y="13833"/>
                  </a:lnTo>
                  <a:lnTo>
                    <a:pt x="7429" y="13788"/>
                  </a:lnTo>
                  <a:lnTo>
                    <a:pt x="9363" y="12673"/>
                  </a:lnTo>
                  <a:lnTo>
                    <a:pt x="9408" y="12718"/>
                  </a:lnTo>
                  <a:lnTo>
                    <a:pt x="9454" y="12752"/>
                  </a:lnTo>
                  <a:lnTo>
                    <a:pt x="9511" y="12775"/>
                  </a:lnTo>
                  <a:lnTo>
                    <a:pt x="9568" y="12787"/>
                  </a:lnTo>
                  <a:lnTo>
                    <a:pt x="9636" y="12775"/>
                  </a:lnTo>
                  <a:lnTo>
                    <a:pt x="9693" y="12752"/>
                  </a:lnTo>
                  <a:lnTo>
                    <a:pt x="9738" y="12718"/>
                  </a:lnTo>
                  <a:lnTo>
                    <a:pt x="9784" y="12673"/>
                  </a:lnTo>
                  <a:lnTo>
                    <a:pt x="11718" y="13799"/>
                  </a:lnTo>
                  <a:lnTo>
                    <a:pt x="11706" y="13833"/>
                  </a:lnTo>
                  <a:lnTo>
                    <a:pt x="11695" y="13879"/>
                  </a:lnTo>
                  <a:lnTo>
                    <a:pt x="11706" y="13924"/>
                  </a:lnTo>
                  <a:lnTo>
                    <a:pt x="11718" y="13970"/>
                  </a:lnTo>
                  <a:lnTo>
                    <a:pt x="11740" y="14004"/>
                  </a:lnTo>
                  <a:lnTo>
                    <a:pt x="11763" y="14038"/>
                  </a:lnTo>
                  <a:lnTo>
                    <a:pt x="11797" y="14072"/>
                  </a:lnTo>
                  <a:lnTo>
                    <a:pt x="11831" y="14095"/>
                  </a:lnTo>
                  <a:lnTo>
                    <a:pt x="11877" y="14106"/>
                  </a:lnTo>
                  <a:lnTo>
                    <a:pt x="11922" y="14117"/>
                  </a:lnTo>
                  <a:lnTo>
                    <a:pt x="11922" y="16415"/>
                  </a:lnTo>
                  <a:lnTo>
                    <a:pt x="11877" y="16415"/>
                  </a:lnTo>
                  <a:lnTo>
                    <a:pt x="11843" y="16438"/>
                  </a:lnTo>
                  <a:lnTo>
                    <a:pt x="11809" y="16461"/>
                  </a:lnTo>
                  <a:lnTo>
                    <a:pt x="11774" y="16484"/>
                  </a:lnTo>
                  <a:lnTo>
                    <a:pt x="11752" y="16518"/>
                  </a:lnTo>
                  <a:lnTo>
                    <a:pt x="11729" y="16552"/>
                  </a:lnTo>
                  <a:lnTo>
                    <a:pt x="11718" y="16597"/>
                  </a:lnTo>
                  <a:lnTo>
                    <a:pt x="11718" y="16631"/>
                  </a:lnTo>
                  <a:lnTo>
                    <a:pt x="11718" y="16677"/>
                  </a:lnTo>
                  <a:lnTo>
                    <a:pt x="11729" y="16711"/>
                  </a:lnTo>
                  <a:lnTo>
                    <a:pt x="12161" y="16711"/>
                  </a:lnTo>
                  <a:lnTo>
                    <a:pt x="12161" y="16677"/>
                  </a:lnTo>
                  <a:lnTo>
                    <a:pt x="12173" y="16631"/>
                  </a:lnTo>
                  <a:lnTo>
                    <a:pt x="12161" y="16597"/>
                  </a:lnTo>
                  <a:lnTo>
                    <a:pt x="12150" y="16552"/>
                  </a:lnTo>
                  <a:lnTo>
                    <a:pt x="12138" y="16518"/>
                  </a:lnTo>
                  <a:lnTo>
                    <a:pt x="12104" y="16484"/>
                  </a:lnTo>
                  <a:lnTo>
                    <a:pt x="12082" y="16449"/>
                  </a:lnTo>
                  <a:lnTo>
                    <a:pt x="12047" y="16438"/>
                  </a:lnTo>
                  <a:lnTo>
                    <a:pt x="12002" y="16415"/>
                  </a:lnTo>
                  <a:lnTo>
                    <a:pt x="11968" y="16415"/>
                  </a:lnTo>
                  <a:lnTo>
                    <a:pt x="11968" y="14117"/>
                  </a:lnTo>
                  <a:lnTo>
                    <a:pt x="12013" y="14117"/>
                  </a:lnTo>
                  <a:lnTo>
                    <a:pt x="12047" y="14095"/>
                  </a:lnTo>
                  <a:lnTo>
                    <a:pt x="12093" y="14072"/>
                  </a:lnTo>
                  <a:lnTo>
                    <a:pt x="12127" y="14049"/>
                  </a:lnTo>
                  <a:lnTo>
                    <a:pt x="12150" y="14004"/>
                  </a:lnTo>
                  <a:lnTo>
                    <a:pt x="12173" y="13970"/>
                  </a:lnTo>
                  <a:lnTo>
                    <a:pt x="12184" y="13924"/>
                  </a:lnTo>
                  <a:lnTo>
                    <a:pt x="12184" y="13879"/>
                  </a:lnTo>
                  <a:lnTo>
                    <a:pt x="12184" y="13833"/>
                  </a:lnTo>
                  <a:lnTo>
                    <a:pt x="12173" y="13788"/>
                  </a:lnTo>
                  <a:lnTo>
                    <a:pt x="14175" y="12639"/>
                  </a:lnTo>
                  <a:lnTo>
                    <a:pt x="14197" y="12661"/>
                  </a:lnTo>
                  <a:lnTo>
                    <a:pt x="14231" y="12684"/>
                  </a:lnTo>
                  <a:lnTo>
                    <a:pt x="14266" y="12707"/>
                  </a:lnTo>
                  <a:lnTo>
                    <a:pt x="14357" y="12707"/>
                  </a:lnTo>
                  <a:lnTo>
                    <a:pt x="14391" y="12684"/>
                  </a:lnTo>
                  <a:lnTo>
                    <a:pt x="14425" y="12673"/>
                  </a:lnTo>
                  <a:lnTo>
                    <a:pt x="14459" y="12639"/>
                  </a:lnTo>
                  <a:lnTo>
                    <a:pt x="16484" y="13810"/>
                  </a:lnTo>
                  <a:lnTo>
                    <a:pt x="16461" y="13879"/>
                  </a:lnTo>
                  <a:lnTo>
                    <a:pt x="16472" y="13924"/>
                  </a:lnTo>
                  <a:lnTo>
                    <a:pt x="16484" y="13958"/>
                  </a:lnTo>
                  <a:lnTo>
                    <a:pt x="16495" y="13992"/>
                  </a:lnTo>
                  <a:lnTo>
                    <a:pt x="16518" y="14026"/>
                  </a:lnTo>
                  <a:lnTo>
                    <a:pt x="16552" y="14049"/>
                  </a:lnTo>
                  <a:lnTo>
                    <a:pt x="16586" y="14072"/>
                  </a:lnTo>
                  <a:lnTo>
                    <a:pt x="16620" y="14083"/>
                  </a:lnTo>
                  <a:lnTo>
                    <a:pt x="16654" y="14095"/>
                  </a:lnTo>
                  <a:lnTo>
                    <a:pt x="16654" y="16392"/>
                  </a:lnTo>
                  <a:lnTo>
                    <a:pt x="16609" y="16404"/>
                  </a:lnTo>
                  <a:lnTo>
                    <a:pt x="16575" y="16415"/>
                  </a:lnTo>
                  <a:lnTo>
                    <a:pt x="16529" y="16438"/>
                  </a:lnTo>
                  <a:lnTo>
                    <a:pt x="16507" y="16472"/>
                  </a:lnTo>
                  <a:lnTo>
                    <a:pt x="16472" y="16506"/>
                  </a:lnTo>
                  <a:lnTo>
                    <a:pt x="16461" y="16552"/>
                  </a:lnTo>
                  <a:lnTo>
                    <a:pt x="16438" y="16586"/>
                  </a:lnTo>
                  <a:lnTo>
                    <a:pt x="16438" y="16631"/>
                  </a:lnTo>
                  <a:lnTo>
                    <a:pt x="16450" y="16711"/>
                  </a:lnTo>
                  <a:lnTo>
                    <a:pt x="16916" y="16711"/>
                  </a:lnTo>
                  <a:lnTo>
                    <a:pt x="16927" y="16631"/>
                  </a:lnTo>
                  <a:lnTo>
                    <a:pt x="16927" y="16586"/>
                  </a:lnTo>
                  <a:lnTo>
                    <a:pt x="16905" y="16540"/>
                  </a:lnTo>
                  <a:lnTo>
                    <a:pt x="16893" y="16506"/>
                  </a:lnTo>
                  <a:lnTo>
                    <a:pt x="16859" y="16472"/>
                  </a:lnTo>
                  <a:lnTo>
                    <a:pt x="16825" y="16438"/>
                  </a:lnTo>
                  <a:lnTo>
                    <a:pt x="16791" y="16415"/>
                  </a:lnTo>
                  <a:lnTo>
                    <a:pt x="16745" y="16404"/>
                  </a:lnTo>
                  <a:lnTo>
                    <a:pt x="16700" y="16392"/>
                  </a:lnTo>
                  <a:lnTo>
                    <a:pt x="16700" y="14095"/>
                  </a:lnTo>
                  <a:lnTo>
                    <a:pt x="16745" y="14083"/>
                  </a:lnTo>
                  <a:lnTo>
                    <a:pt x="16780" y="14072"/>
                  </a:lnTo>
                  <a:lnTo>
                    <a:pt x="16814" y="14049"/>
                  </a:lnTo>
                  <a:lnTo>
                    <a:pt x="16848" y="14026"/>
                  </a:lnTo>
                  <a:lnTo>
                    <a:pt x="16871" y="13992"/>
                  </a:lnTo>
                  <a:lnTo>
                    <a:pt x="16882" y="13958"/>
                  </a:lnTo>
                  <a:lnTo>
                    <a:pt x="16893" y="13924"/>
                  </a:lnTo>
                  <a:lnTo>
                    <a:pt x="16905" y="13879"/>
                  </a:lnTo>
                  <a:lnTo>
                    <a:pt x="16893" y="13844"/>
                  </a:lnTo>
                  <a:lnTo>
                    <a:pt x="16882" y="13810"/>
                  </a:lnTo>
                  <a:lnTo>
                    <a:pt x="18850" y="12673"/>
                  </a:lnTo>
                  <a:lnTo>
                    <a:pt x="18895" y="12718"/>
                  </a:lnTo>
                  <a:lnTo>
                    <a:pt x="18941" y="12752"/>
                  </a:lnTo>
                  <a:lnTo>
                    <a:pt x="18998" y="12764"/>
                  </a:lnTo>
                  <a:lnTo>
                    <a:pt x="19055" y="12775"/>
                  </a:lnTo>
                  <a:lnTo>
                    <a:pt x="19112" y="12764"/>
                  </a:lnTo>
                  <a:lnTo>
                    <a:pt x="19168" y="12752"/>
                  </a:lnTo>
                  <a:lnTo>
                    <a:pt x="19214" y="12718"/>
                  </a:lnTo>
                  <a:lnTo>
                    <a:pt x="19248" y="12673"/>
                  </a:lnTo>
                  <a:lnTo>
                    <a:pt x="21216" y="13799"/>
                  </a:lnTo>
                  <a:lnTo>
                    <a:pt x="21205" y="13844"/>
                  </a:lnTo>
                  <a:lnTo>
                    <a:pt x="21193" y="13879"/>
                  </a:lnTo>
                  <a:lnTo>
                    <a:pt x="21205" y="13924"/>
                  </a:lnTo>
                  <a:lnTo>
                    <a:pt x="21216" y="13958"/>
                  </a:lnTo>
                  <a:lnTo>
                    <a:pt x="21227" y="13992"/>
                  </a:lnTo>
                  <a:lnTo>
                    <a:pt x="21250" y="14026"/>
                  </a:lnTo>
                  <a:lnTo>
                    <a:pt x="21284" y="14061"/>
                  </a:lnTo>
                  <a:lnTo>
                    <a:pt x="21318" y="14083"/>
                  </a:lnTo>
                  <a:lnTo>
                    <a:pt x="21352" y="14095"/>
                  </a:lnTo>
                  <a:lnTo>
                    <a:pt x="21398" y="14106"/>
                  </a:lnTo>
                  <a:lnTo>
                    <a:pt x="21398" y="16392"/>
                  </a:lnTo>
                  <a:lnTo>
                    <a:pt x="21352" y="16392"/>
                  </a:lnTo>
                  <a:lnTo>
                    <a:pt x="21307" y="16415"/>
                  </a:lnTo>
                  <a:lnTo>
                    <a:pt x="21273" y="16438"/>
                  </a:lnTo>
                  <a:lnTo>
                    <a:pt x="21239" y="16472"/>
                  </a:lnTo>
                  <a:lnTo>
                    <a:pt x="21216" y="16506"/>
                  </a:lnTo>
                  <a:lnTo>
                    <a:pt x="21193" y="16540"/>
                  </a:lnTo>
                  <a:lnTo>
                    <a:pt x="21182" y="16586"/>
                  </a:lnTo>
                  <a:lnTo>
                    <a:pt x="21170" y="16631"/>
                  </a:lnTo>
                  <a:lnTo>
                    <a:pt x="21182" y="16711"/>
                  </a:lnTo>
                  <a:lnTo>
                    <a:pt x="21660" y="16711"/>
                  </a:lnTo>
                  <a:lnTo>
                    <a:pt x="21671" y="16631"/>
                  </a:lnTo>
                  <a:lnTo>
                    <a:pt x="21671" y="16586"/>
                  </a:lnTo>
                  <a:lnTo>
                    <a:pt x="21648" y="16540"/>
                  </a:lnTo>
                  <a:lnTo>
                    <a:pt x="21637" y="16506"/>
                  </a:lnTo>
                  <a:lnTo>
                    <a:pt x="21603" y="16472"/>
                  </a:lnTo>
                  <a:lnTo>
                    <a:pt x="21569" y="16438"/>
                  </a:lnTo>
                  <a:lnTo>
                    <a:pt x="21534" y="16415"/>
                  </a:lnTo>
                  <a:lnTo>
                    <a:pt x="21489" y="16392"/>
                  </a:lnTo>
                  <a:lnTo>
                    <a:pt x="21443" y="16392"/>
                  </a:lnTo>
                  <a:lnTo>
                    <a:pt x="21443" y="14106"/>
                  </a:lnTo>
                  <a:lnTo>
                    <a:pt x="21489" y="14095"/>
                  </a:lnTo>
                  <a:lnTo>
                    <a:pt x="21523" y="14083"/>
                  </a:lnTo>
                  <a:lnTo>
                    <a:pt x="21557" y="14061"/>
                  </a:lnTo>
                  <a:lnTo>
                    <a:pt x="21591" y="14026"/>
                  </a:lnTo>
                  <a:lnTo>
                    <a:pt x="21614" y="13992"/>
                  </a:lnTo>
                  <a:lnTo>
                    <a:pt x="21637" y="13958"/>
                  </a:lnTo>
                  <a:lnTo>
                    <a:pt x="21648" y="13924"/>
                  </a:lnTo>
                  <a:lnTo>
                    <a:pt x="21648" y="13879"/>
                  </a:lnTo>
                  <a:lnTo>
                    <a:pt x="21648" y="13833"/>
                  </a:lnTo>
                  <a:lnTo>
                    <a:pt x="21637" y="13788"/>
                  </a:lnTo>
                  <a:lnTo>
                    <a:pt x="21614" y="13753"/>
                  </a:lnTo>
                  <a:lnTo>
                    <a:pt x="21580" y="13719"/>
                  </a:lnTo>
                  <a:lnTo>
                    <a:pt x="21546" y="13685"/>
                  </a:lnTo>
                  <a:lnTo>
                    <a:pt x="21512" y="13674"/>
                  </a:lnTo>
                  <a:lnTo>
                    <a:pt x="21466" y="13651"/>
                  </a:lnTo>
                  <a:lnTo>
                    <a:pt x="21421" y="13651"/>
                  </a:lnTo>
                  <a:lnTo>
                    <a:pt x="21364" y="13662"/>
                  </a:lnTo>
                  <a:lnTo>
                    <a:pt x="21307" y="13685"/>
                  </a:lnTo>
                  <a:lnTo>
                    <a:pt x="21261" y="13719"/>
                  </a:lnTo>
                  <a:lnTo>
                    <a:pt x="21227" y="13765"/>
                  </a:lnTo>
                  <a:lnTo>
                    <a:pt x="19271" y="12639"/>
                  </a:lnTo>
                  <a:lnTo>
                    <a:pt x="19294" y="12582"/>
                  </a:lnTo>
                  <a:lnTo>
                    <a:pt x="19294" y="12536"/>
                  </a:lnTo>
                  <a:lnTo>
                    <a:pt x="19294" y="12479"/>
                  </a:lnTo>
                  <a:lnTo>
                    <a:pt x="19282" y="12445"/>
                  </a:lnTo>
                  <a:lnTo>
                    <a:pt x="19259" y="12400"/>
                  </a:lnTo>
                  <a:lnTo>
                    <a:pt x="19237" y="12366"/>
                  </a:lnTo>
                  <a:lnTo>
                    <a:pt x="19203" y="12331"/>
                  </a:lnTo>
                  <a:lnTo>
                    <a:pt x="19157" y="12309"/>
                  </a:lnTo>
                  <a:lnTo>
                    <a:pt x="19123" y="12297"/>
                  </a:lnTo>
                  <a:lnTo>
                    <a:pt x="19077" y="12286"/>
                  </a:lnTo>
                  <a:lnTo>
                    <a:pt x="19077" y="10034"/>
                  </a:lnTo>
                  <a:lnTo>
                    <a:pt x="19123" y="10022"/>
                  </a:lnTo>
                  <a:lnTo>
                    <a:pt x="19168" y="10000"/>
                  </a:lnTo>
                  <a:lnTo>
                    <a:pt x="19203" y="9977"/>
                  </a:lnTo>
                  <a:lnTo>
                    <a:pt x="19237" y="9943"/>
                  </a:lnTo>
                  <a:lnTo>
                    <a:pt x="19271" y="9909"/>
                  </a:lnTo>
                  <a:lnTo>
                    <a:pt x="19294" y="9863"/>
                  </a:lnTo>
                  <a:lnTo>
                    <a:pt x="19305" y="9818"/>
                  </a:lnTo>
                  <a:lnTo>
                    <a:pt x="19305" y="9772"/>
                  </a:lnTo>
                  <a:lnTo>
                    <a:pt x="19305" y="9727"/>
                  </a:lnTo>
                  <a:lnTo>
                    <a:pt x="19294" y="9670"/>
                  </a:lnTo>
                  <a:lnTo>
                    <a:pt x="19259" y="9636"/>
                  </a:lnTo>
                  <a:lnTo>
                    <a:pt x="19237" y="9590"/>
                  </a:lnTo>
                  <a:lnTo>
                    <a:pt x="19191" y="9567"/>
                  </a:lnTo>
                  <a:lnTo>
                    <a:pt x="19157" y="9533"/>
                  </a:lnTo>
                  <a:lnTo>
                    <a:pt x="19100" y="9522"/>
                  </a:lnTo>
                  <a:lnTo>
                    <a:pt x="18986" y="9522"/>
                  </a:lnTo>
                  <a:lnTo>
                    <a:pt x="18930" y="9556"/>
                  </a:lnTo>
                  <a:lnTo>
                    <a:pt x="18873" y="9590"/>
                  </a:lnTo>
                  <a:lnTo>
                    <a:pt x="18839" y="9647"/>
                  </a:lnTo>
                  <a:lnTo>
                    <a:pt x="16859" y="8498"/>
                  </a:lnTo>
                  <a:lnTo>
                    <a:pt x="16871" y="8464"/>
                  </a:lnTo>
                  <a:lnTo>
                    <a:pt x="16882" y="8430"/>
                  </a:lnTo>
                  <a:lnTo>
                    <a:pt x="16871" y="8384"/>
                  </a:lnTo>
                  <a:lnTo>
                    <a:pt x="16859" y="8350"/>
                  </a:lnTo>
                  <a:lnTo>
                    <a:pt x="16825" y="8293"/>
                  </a:lnTo>
                  <a:lnTo>
                    <a:pt x="16768" y="8259"/>
                  </a:lnTo>
                  <a:lnTo>
                    <a:pt x="16700" y="8236"/>
                  </a:lnTo>
                  <a:lnTo>
                    <a:pt x="16700" y="5904"/>
                  </a:lnTo>
                  <a:lnTo>
                    <a:pt x="16745" y="5893"/>
                  </a:lnTo>
                  <a:lnTo>
                    <a:pt x="16791" y="5882"/>
                  </a:lnTo>
                  <a:lnTo>
                    <a:pt x="16825" y="5859"/>
                  </a:lnTo>
                  <a:lnTo>
                    <a:pt x="16859" y="5825"/>
                  </a:lnTo>
                  <a:lnTo>
                    <a:pt x="16882" y="5791"/>
                  </a:lnTo>
                  <a:lnTo>
                    <a:pt x="16905" y="5757"/>
                  </a:lnTo>
                  <a:lnTo>
                    <a:pt x="16916" y="5711"/>
                  </a:lnTo>
                  <a:lnTo>
                    <a:pt x="16927" y="5666"/>
                  </a:lnTo>
                  <a:lnTo>
                    <a:pt x="16916" y="5620"/>
                  </a:lnTo>
                  <a:lnTo>
                    <a:pt x="16905" y="5586"/>
                  </a:lnTo>
                  <a:lnTo>
                    <a:pt x="18827" y="4471"/>
                  </a:lnTo>
                  <a:lnTo>
                    <a:pt x="18873" y="4517"/>
                  </a:lnTo>
                  <a:lnTo>
                    <a:pt x="18930" y="4551"/>
                  </a:lnTo>
                  <a:lnTo>
                    <a:pt x="18986" y="4573"/>
                  </a:lnTo>
                  <a:lnTo>
                    <a:pt x="19055" y="4585"/>
                  </a:lnTo>
                  <a:lnTo>
                    <a:pt x="19112" y="4585"/>
                  </a:lnTo>
                  <a:lnTo>
                    <a:pt x="19157" y="4562"/>
                  </a:lnTo>
                  <a:lnTo>
                    <a:pt x="19203" y="4539"/>
                  </a:lnTo>
                  <a:lnTo>
                    <a:pt x="19237" y="4505"/>
                  </a:lnTo>
                  <a:lnTo>
                    <a:pt x="19271" y="4471"/>
                  </a:lnTo>
                  <a:lnTo>
                    <a:pt x="19294" y="4426"/>
                  </a:lnTo>
                  <a:lnTo>
                    <a:pt x="19316" y="4380"/>
                  </a:lnTo>
                  <a:lnTo>
                    <a:pt x="19316" y="4323"/>
                  </a:lnTo>
                  <a:lnTo>
                    <a:pt x="19316" y="4266"/>
                  </a:lnTo>
                  <a:lnTo>
                    <a:pt x="19305" y="4221"/>
                  </a:lnTo>
                  <a:lnTo>
                    <a:pt x="19282" y="4175"/>
                  </a:lnTo>
                  <a:lnTo>
                    <a:pt x="19248" y="4141"/>
                  </a:lnTo>
                  <a:lnTo>
                    <a:pt x="19214" y="4107"/>
                  </a:lnTo>
                  <a:lnTo>
                    <a:pt x="19168" y="4084"/>
                  </a:lnTo>
                  <a:lnTo>
                    <a:pt x="19123" y="4062"/>
                  </a:lnTo>
                  <a:lnTo>
                    <a:pt x="19077" y="4050"/>
                  </a:lnTo>
                  <a:lnTo>
                    <a:pt x="19077" y="1809"/>
                  </a:lnTo>
                  <a:lnTo>
                    <a:pt x="19123" y="1798"/>
                  </a:lnTo>
                  <a:lnTo>
                    <a:pt x="19157" y="1787"/>
                  </a:lnTo>
                  <a:lnTo>
                    <a:pt x="19203" y="1764"/>
                  </a:lnTo>
                  <a:lnTo>
                    <a:pt x="19237" y="1730"/>
                  </a:lnTo>
                  <a:lnTo>
                    <a:pt x="19259" y="1696"/>
                  </a:lnTo>
                  <a:lnTo>
                    <a:pt x="19282" y="1650"/>
                  </a:lnTo>
                  <a:lnTo>
                    <a:pt x="19294" y="1616"/>
                  </a:lnTo>
                  <a:lnTo>
                    <a:pt x="19305" y="1559"/>
                  </a:lnTo>
                  <a:lnTo>
                    <a:pt x="19294" y="1514"/>
                  </a:lnTo>
                  <a:lnTo>
                    <a:pt x="19282" y="1468"/>
                  </a:lnTo>
                  <a:lnTo>
                    <a:pt x="19259" y="1423"/>
                  </a:lnTo>
                  <a:lnTo>
                    <a:pt x="19225" y="1388"/>
                  </a:lnTo>
                  <a:lnTo>
                    <a:pt x="19191" y="1354"/>
                  </a:lnTo>
                  <a:lnTo>
                    <a:pt x="19146" y="1331"/>
                  </a:lnTo>
                  <a:lnTo>
                    <a:pt x="19100" y="1320"/>
                  </a:lnTo>
                  <a:lnTo>
                    <a:pt x="18986" y="1320"/>
                  </a:lnTo>
                  <a:lnTo>
                    <a:pt x="18930" y="1354"/>
                  </a:lnTo>
                  <a:lnTo>
                    <a:pt x="18884" y="1388"/>
                  </a:lnTo>
                  <a:lnTo>
                    <a:pt x="18839" y="1434"/>
                  </a:lnTo>
                  <a:lnTo>
                    <a:pt x="16882" y="296"/>
                  </a:lnTo>
                  <a:lnTo>
                    <a:pt x="16893" y="262"/>
                  </a:lnTo>
                  <a:lnTo>
                    <a:pt x="16905" y="217"/>
                  </a:lnTo>
                  <a:lnTo>
                    <a:pt x="16893" y="171"/>
                  </a:lnTo>
                  <a:lnTo>
                    <a:pt x="16882" y="126"/>
                  </a:lnTo>
                  <a:lnTo>
                    <a:pt x="16859" y="92"/>
                  </a:lnTo>
                  <a:lnTo>
                    <a:pt x="16836" y="57"/>
                  </a:lnTo>
                  <a:lnTo>
                    <a:pt x="16802" y="35"/>
                  </a:lnTo>
                  <a:lnTo>
                    <a:pt x="16768" y="12"/>
                  </a:lnTo>
                  <a:lnTo>
                    <a:pt x="16723"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0"/>
            <p:cNvSpPr/>
            <p:nvPr/>
          </p:nvSpPr>
          <p:spPr>
            <a:xfrm>
              <a:off x="8689168" y="0"/>
              <a:ext cx="7222" cy="105"/>
            </a:xfrm>
            <a:custGeom>
              <a:avLst/>
              <a:gdLst/>
              <a:ahLst/>
              <a:cxnLst/>
              <a:rect l="l" t="t" r="r" b="b"/>
              <a:pathLst>
                <a:path w="69" h="1" extrusionOk="0">
                  <a:moveTo>
                    <a:pt x="69" y="0"/>
                  </a:moveTo>
                  <a:lnTo>
                    <a:pt x="1" y="0"/>
                  </a:lnTo>
                  <a:lnTo>
                    <a:pt x="1" y="0"/>
                  </a:lnTo>
                  <a:lnTo>
                    <a:pt x="35" y="0"/>
                  </a:lnTo>
                  <a:lnTo>
                    <a:pt x="35" y="0"/>
                  </a:lnTo>
                  <a:lnTo>
                    <a:pt x="69" y="0"/>
                  </a:lnTo>
                  <a:lnTo>
                    <a:pt x="69"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0"/>
            <p:cNvSpPr/>
            <p:nvPr/>
          </p:nvSpPr>
          <p:spPr>
            <a:xfrm>
              <a:off x="6698419" y="0"/>
              <a:ext cx="20410" cy="2512"/>
            </a:xfrm>
            <a:custGeom>
              <a:avLst/>
              <a:gdLst/>
              <a:ahLst/>
              <a:cxnLst/>
              <a:rect l="l" t="t" r="r" b="b"/>
              <a:pathLst>
                <a:path w="195" h="24" extrusionOk="0">
                  <a:moveTo>
                    <a:pt x="1" y="0"/>
                  </a:moveTo>
                  <a:lnTo>
                    <a:pt x="46" y="23"/>
                  </a:lnTo>
                  <a:lnTo>
                    <a:pt x="149" y="23"/>
                  </a:lnTo>
                  <a:lnTo>
                    <a:pt x="194"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0" y="3397984"/>
              <a:ext cx="1020484" cy="615640"/>
            </a:xfrm>
            <a:custGeom>
              <a:avLst/>
              <a:gdLst/>
              <a:ahLst/>
              <a:cxnLst/>
              <a:rect l="l" t="t" r="r" b="b"/>
              <a:pathLst>
                <a:path w="9750" h="5882" extrusionOk="0">
                  <a:moveTo>
                    <a:pt x="2606" y="285"/>
                  </a:moveTo>
                  <a:lnTo>
                    <a:pt x="4642" y="1468"/>
                  </a:lnTo>
                  <a:lnTo>
                    <a:pt x="4631" y="1525"/>
                  </a:lnTo>
                  <a:lnTo>
                    <a:pt x="4631" y="1571"/>
                  </a:lnTo>
                  <a:lnTo>
                    <a:pt x="4642" y="1605"/>
                  </a:lnTo>
                  <a:lnTo>
                    <a:pt x="4676" y="1662"/>
                  </a:lnTo>
                  <a:lnTo>
                    <a:pt x="4733" y="1707"/>
                  </a:lnTo>
                  <a:lnTo>
                    <a:pt x="4801" y="1730"/>
                  </a:lnTo>
                  <a:lnTo>
                    <a:pt x="4801" y="4039"/>
                  </a:lnTo>
                  <a:lnTo>
                    <a:pt x="4756" y="4050"/>
                  </a:lnTo>
                  <a:lnTo>
                    <a:pt x="4722" y="4062"/>
                  </a:lnTo>
                  <a:lnTo>
                    <a:pt x="4676" y="4096"/>
                  </a:lnTo>
                  <a:lnTo>
                    <a:pt x="4653" y="4119"/>
                  </a:lnTo>
                  <a:lnTo>
                    <a:pt x="4619" y="4153"/>
                  </a:lnTo>
                  <a:lnTo>
                    <a:pt x="4608" y="4198"/>
                  </a:lnTo>
                  <a:lnTo>
                    <a:pt x="4585" y="4244"/>
                  </a:lnTo>
                  <a:lnTo>
                    <a:pt x="4585" y="4289"/>
                  </a:lnTo>
                  <a:lnTo>
                    <a:pt x="4585" y="4335"/>
                  </a:lnTo>
                  <a:lnTo>
                    <a:pt x="4608" y="4380"/>
                  </a:lnTo>
                  <a:lnTo>
                    <a:pt x="2674" y="5506"/>
                  </a:lnTo>
                  <a:lnTo>
                    <a:pt x="2629" y="5450"/>
                  </a:lnTo>
                  <a:lnTo>
                    <a:pt x="2583" y="5415"/>
                  </a:lnTo>
                  <a:lnTo>
                    <a:pt x="2526" y="5393"/>
                  </a:lnTo>
                  <a:lnTo>
                    <a:pt x="2458" y="5381"/>
                  </a:lnTo>
                  <a:lnTo>
                    <a:pt x="2401" y="5393"/>
                  </a:lnTo>
                  <a:lnTo>
                    <a:pt x="2344" y="5415"/>
                  </a:lnTo>
                  <a:lnTo>
                    <a:pt x="2287" y="5461"/>
                  </a:lnTo>
                  <a:lnTo>
                    <a:pt x="2253" y="5506"/>
                  </a:lnTo>
                  <a:lnTo>
                    <a:pt x="262" y="4357"/>
                  </a:lnTo>
                  <a:lnTo>
                    <a:pt x="262" y="4323"/>
                  </a:lnTo>
                  <a:lnTo>
                    <a:pt x="274" y="4289"/>
                  </a:lnTo>
                  <a:lnTo>
                    <a:pt x="262" y="4221"/>
                  </a:lnTo>
                  <a:lnTo>
                    <a:pt x="228" y="4164"/>
                  </a:lnTo>
                  <a:lnTo>
                    <a:pt x="171" y="4130"/>
                  </a:lnTo>
                  <a:lnTo>
                    <a:pt x="115" y="4107"/>
                  </a:lnTo>
                  <a:lnTo>
                    <a:pt x="115" y="1730"/>
                  </a:lnTo>
                  <a:lnTo>
                    <a:pt x="149" y="1730"/>
                  </a:lnTo>
                  <a:lnTo>
                    <a:pt x="183" y="1718"/>
                  </a:lnTo>
                  <a:lnTo>
                    <a:pt x="217" y="1696"/>
                  </a:lnTo>
                  <a:lnTo>
                    <a:pt x="240" y="1673"/>
                  </a:lnTo>
                  <a:lnTo>
                    <a:pt x="262" y="1639"/>
                  </a:lnTo>
                  <a:lnTo>
                    <a:pt x="285" y="1605"/>
                  </a:lnTo>
                  <a:lnTo>
                    <a:pt x="297" y="1571"/>
                  </a:lnTo>
                  <a:lnTo>
                    <a:pt x="297" y="1525"/>
                  </a:lnTo>
                  <a:lnTo>
                    <a:pt x="297" y="1491"/>
                  </a:lnTo>
                  <a:lnTo>
                    <a:pt x="285" y="1457"/>
                  </a:lnTo>
                  <a:lnTo>
                    <a:pt x="2321" y="285"/>
                  </a:lnTo>
                  <a:lnTo>
                    <a:pt x="2344" y="319"/>
                  </a:lnTo>
                  <a:lnTo>
                    <a:pt x="2378" y="342"/>
                  </a:lnTo>
                  <a:lnTo>
                    <a:pt x="2424" y="353"/>
                  </a:lnTo>
                  <a:lnTo>
                    <a:pt x="2503" y="353"/>
                  </a:lnTo>
                  <a:lnTo>
                    <a:pt x="2538" y="342"/>
                  </a:lnTo>
                  <a:lnTo>
                    <a:pt x="2572" y="319"/>
                  </a:lnTo>
                  <a:lnTo>
                    <a:pt x="2606" y="285"/>
                  </a:lnTo>
                  <a:close/>
                  <a:moveTo>
                    <a:pt x="7338" y="285"/>
                  </a:moveTo>
                  <a:lnTo>
                    <a:pt x="9408" y="1480"/>
                  </a:lnTo>
                  <a:lnTo>
                    <a:pt x="9397" y="1525"/>
                  </a:lnTo>
                  <a:lnTo>
                    <a:pt x="9408" y="1593"/>
                  </a:lnTo>
                  <a:lnTo>
                    <a:pt x="9442" y="1639"/>
                  </a:lnTo>
                  <a:lnTo>
                    <a:pt x="9488" y="1684"/>
                  </a:lnTo>
                  <a:lnTo>
                    <a:pt x="9545" y="1707"/>
                  </a:lnTo>
                  <a:lnTo>
                    <a:pt x="9545" y="4119"/>
                  </a:lnTo>
                  <a:lnTo>
                    <a:pt x="9488" y="4141"/>
                  </a:lnTo>
                  <a:lnTo>
                    <a:pt x="9442" y="4175"/>
                  </a:lnTo>
                  <a:lnTo>
                    <a:pt x="9408" y="4221"/>
                  </a:lnTo>
                  <a:lnTo>
                    <a:pt x="9397" y="4289"/>
                  </a:lnTo>
                  <a:lnTo>
                    <a:pt x="9408" y="4346"/>
                  </a:lnTo>
                  <a:lnTo>
                    <a:pt x="7361" y="5541"/>
                  </a:lnTo>
                  <a:lnTo>
                    <a:pt x="7327" y="5506"/>
                  </a:lnTo>
                  <a:lnTo>
                    <a:pt x="7292" y="5472"/>
                  </a:lnTo>
                  <a:lnTo>
                    <a:pt x="7247" y="5461"/>
                  </a:lnTo>
                  <a:lnTo>
                    <a:pt x="7201" y="5450"/>
                  </a:lnTo>
                  <a:lnTo>
                    <a:pt x="7156" y="5461"/>
                  </a:lnTo>
                  <a:lnTo>
                    <a:pt x="7110" y="5472"/>
                  </a:lnTo>
                  <a:lnTo>
                    <a:pt x="7076" y="5506"/>
                  </a:lnTo>
                  <a:lnTo>
                    <a:pt x="7054" y="5541"/>
                  </a:lnTo>
                  <a:lnTo>
                    <a:pt x="5063" y="4392"/>
                  </a:lnTo>
                  <a:lnTo>
                    <a:pt x="5074" y="4346"/>
                  </a:lnTo>
                  <a:lnTo>
                    <a:pt x="5086" y="4289"/>
                  </a:lnTo>
                  <a:lnTo>
                    <a:pt x="5074" y="4244"/>
                  </a:lnTo>
                  <a:lnTo>
                    <a:pt x="5063" y="4198"/>
                  </a:lnTo>
                  <a:lnTo>
                    <a:pt x="5040" y="4153"/>
                  </a:lnTo>
                  <a:lnTo>
                    <a:pt x="5017" y="4119"/>
                  </a:lnTo>
                  <a:lnTo>
                    <a:pt x="4983" y="4084"/>
                  </a:lnTo>
                  <a:lnTo>
                    <a:pt x="4938" y="4062"/>
                  </a:lnTo>
                  <a:lnTo>
                    <a:pt x="4892" y="4050"/>
                  </a:lnTo>
                  <a:lnTo>
                    <a:pt x="4847" y="4039"/>
                  </a:lnTo>
                  <a:lnTo>
                    <a:pt x="4847" y="1730"/>
                  </a:lnTo>
                  <a:lnTo>
                    <a:pt x="4892" y="1730"/>
                  </a:lnTo>
                  <a:lnTo>
                    <a:pt x="4926" y="1707"/>
                  </a:lnTo>
                  <a:lnTo>
                    <a:pt x="4983" y="1662"/>
                  </a:lnTo>
                  <a:lnTo>
                    <a:pt x="5006" y="1639"/>
                  </a:lnTo>
                  <a:lnTo>
                    <a:pt x="5017" y="1605"/>
                  </a:lnTo>
                  <a:lnTo>
                    <a:pt x="5029" y="1571"/>
                  </a:lnTo>
                  <a:lnTo>
                    <a:pt x="5040" y="1525"/>
                  </a:lnTo>
                  <a:lnTo>
                    <a:pt x="5029" y="1491"/>
                  </a:lnTo>
                  <a:lnTo>
                    <a:pt x="5029" y="1457"/>
                  </a:lnTo>
                  <a:lnTo>
                    <a:pt x="7065" y="285"/>
                  </a:lnTo>
                  <a:lnTo>
                    <a:pt x="7088" y="308"/>
                  </a:lnTo>
                  <a:lnTo>
                    <a:pt x="7122" y="331"/>
                  </a:lnTo>
                  <a:lnTo>
                    <a:pt x="7156" y="353"/>
                  </a:lnTo>
                  <a:lnTo>
                    <a:pt x="7247" y="353"/>
                  </a:lnTo>
                  <a:lnTo>
                    <a:pt x="7281" y="331"/>
                  </a:lnTo>
                  <a:lnTo>
                    <a:pt x="7315" y="308"/>
                  </a:lnTo>
                  <a:lnTo>
                    <a:pt x="7338" y="285"/>
                  </a:lnTo>
                  <a:close/>
                  <a:moveTo>
                    <a:pt x="2458" y="1"/>
                  </a:moveTo>
                  <a:lnTo>
                    <a:pt x="2424" y="12"/>
                  </a:lnTo>
                  <a:lnTo>
                    <a:pt x="2390" y="12"/>
                  </a:lnTo>
                  <a:lnTo>
                    <a:pt x="2333" y="58"/>
                  </a:lnTo>
                  <a:lnTo>
                    <a:pt x="2299" y="114"/>
                  </a:lnTo>
                  <a:lnTo>
                    <a:pt x="2287" y="149"/>
                  </a:lnTo>
                  <a:lnTo>
                    <a:pt x="2287" y="183"/>
                  </a:lnTo>
                  <a:lnTo>
                    <a:pt x="2299" y="240"/>
                  </a:lnTo>
                  <a:lnTo>
                    <a:pt x="262" y="1411"/>
                  </a:lnTo>
                  <a:lnTo>
                    <a:pt x="228" y="1377"/>
                  </a:lnTo>
                  <a:lnTo>
                    <a:pt x="194" y="1354"/>
                  </a:lnTo>
                  <a:lnTo>
                    <a:pt x="149" y="1332"/>
                  </a:lnTo>
                  <a:lnTo>
                    <a:pt x="92" y="1320"/>
                  </a:lnTo>
                  <a:lnTo>
                    <a:pt x="46" y="1332"/>
                  </a:lnTo>
                  <a:lnTo>
                    <a:pt x="1" y="1343"/>
                  </a:lnTo>
                  <a:lnTo>
                    <a:pt x="1" y="1707"/>
                  </a:lnTo>
                  <a:lnTo>
                    <a:pt x="69" y="1730"/>
                  </a:lnTo>
                  <a:lnTo>
                    <a:pt x="69" y="4107"/>
                  </a:lnTo>
                  <a:lnTo>
                    <a:pt x="35" y="4119"/>
                  </a:lnTo>
                  <a:lnTo>
                    <a:pt x="1" y="4130"/>
                  </a:lnTo>
                  <a:lnTo>
                    <a:pt x="1" y="4437"/>
                  </a:lnTo>
                  <a:lnTo>
                    <a:pt x="46" y="4460"/>
                  </a:lnTo>
                  <a:lnTo>
                    <a:pt x="137" y="4460"/>
                  </a:lnTo>
                  <a:lnTo>
                    <a:pt x="171" y="4448"/>
                  </a:lnTo>
                  <a:lnTo>
                    <a:pt x="206" y="4426"/>
                  </a:lnTo>
                  <a:lnTo>
                    <a:pt x="240" y="4392"/>
                  </a:lnTo>
                  <a:lnTo>
                    <a:pt x="2230" y="5552"/>
                  </a:lnTo>
                  <a:lnTo>
                    <a:pt x="2219" y="5586"/>
                  </a:lnTo>
                  <a:lnTo>
                    <a:pt x="2219" y="5632"/>
                  </a:lnTo>
                  <a:lnTo>
                    <a:pt x="2219" y="5688"/>
                  </a:lnTo>
                  <a:lnTo>
                    <a:pt x="2230" y="5734"/>
                  </a:lnTo>
                  <a:lnTo>
                    <a:pt x="2253" y="5768"/>
                  </a:lnTo>
                  <a:lnTo>
                    <a:pt x="2287" y="5814"/>
                  </a:lnTo>
                  <a:lnTo>
                    <a:pt x="2321" y="5836"/>
                  </a:lnTo>
                  <a:lnTo>
                    <a:pt x="2367" y="5859"/>
                  </a:lnTo>
                  <a:lnTo>
                    <a:pt x="2412" y="5882"/>
                  </a:lnTo>
                  <a:lnTo>
                    <a:pt x="2515" y="5882"/>
                  </a:lnTo>
                  <a:lnTo>
                    <a:pt x="2560" y="5859"/>
                  </a:lnTo>
                  <a:lnTo>
                    <a:pt x="2606" y="5836"/>
                  </a:lnTo>
                  <a:lnTo>
                    <a:pt x="2640" y="5814"/>
                  </a:lnTo>
                  <a:lnTo>
                    <a:pt x="2674" y="5768"/>
                  </a:lnTo>
                  <a:lnTo>
                    <a:pt x="2697" y="5734"/>
                  </a:lnTo>
                  <a:lnTo>
                    <a:pt x="2708" y="5688"/>
                  </a:lnTo>
                  <a:lnTo>
                    <a:pt x="2708" y="5632"/>
                  </a:lnTo>
                  <a:lnTo>
                    <a:pt x="2708" y="5586"/>
                  </a:lnTo>
                  <a:lnTo>
                    <a:pt x="2697" y="5541"/>
                  </a:lnTo>
                  <a:lnTo>
                    <a:pt x="4631" y="4426"/>
                  </a:lnTo>
                  <a:lnTo>
                    <a:pt x="4665" y="4471"/>
                  </a:lnTo>
                  <a:lnTo>
                    <a:pt x="4710" y="4505"/>
                  </a:lnTo>
                  <a:lnTo>
                    <a:pt x="4767" y="4528"/>
                  </a:lnTo>
                  <a:lnTo>
                    <a:pt x="4835" y="4539"/>
                  </a:lnTo>
                  <a:lnTo>
                    <a:pt x="4892" y="4528"/>
                  </a:lnTo>
                  <a:lnTo>
                    <a:pt x="4949" y="4505"/>
                  </a:lnTo>
                  <a:lnTo>
                    <a:pt x="4995" y="4471"/>
                  </a:lnTo>
                  <a:lnTo>
                    <a:pt x="5040" y="4426"/>
                  </a:lnTo>
                  <a:lnTo>
                    <a:pt x="7031" y="5586"/>
                  </a:lnTo>
                  <a:lnTo>
                    <a:pt x="7019" y="5632"/>
                  </a:lnTo>
                  <a:lnTo>
                    <a:pt x="7031" y="5666"/>
                  </a:lnTo>
                  <a:lnTo>
                    <a:pt x="7031" y="5700"/>
                  </a:lnTo>
                  <a:lnTo>
                    <a:pt x="7076" y="5757"/>
                  </a:lnTo>
                  <a:lnTo>
                    <a:pt x="7133" y="5802"/>
                  </a:lnTo>
                  <a:lnTo>
                    <a:pt x="7167" y="5814"/>
                  </a:lnTo>
                  <a:lnTo>
                    <a:pt x="7236" y="5814"/>
                  </a:lnTo>
                  <a:lnTo>
                    <a:pt x="7270" y="5802"/>
                  </a:lnTo>
                  <a:lnTo>
                    <a:pt x="7327" y="5757"/>
                  </a:lnTo>
                  <a:lnTo>
                    <a:pt x="7372" y="5700"/>
                  </a:lnTo>
                  <a:lnTo>
                    <a:pt x="7383" y="5666"/>
                  </a:lnTo>
                  <a:lnTo>
                    <a:pt x="7383" y="5632"/>
                  </a:lnTo>
                  <a:lnTo>
                    <a:pt x="7372" y="5575"/>
                  </a:lnTo>
                  <a:lnTo>
                    <a:pt x="9431" y="4392"/>
                  </a:lnTo>
                  <a:lnTo>
                    <a:pt x="9465" y="4414"/>
                  </a:lnTo>
                  <a:lnTo>
                    <a:pt x="9499" y="4437"/>
                  </a:lnTo>
                  <a:lnTo>
                    <a:pt x="9533" y="4448"/>
                  </a:lnTo>
                  <a:lnTo>
                    <a:pt x="9568" y="4460"/>
                  </a:lnTo>
                  <a:lnTo>
                    <a:pt x="9613" y="4460"/>
                  </a:lnTo>
                  <a:lnTo>
                    <a:pt x="9636" y="4448"/>
                  </a:lnTo>
                  <a:lnTo>
                    <a:pt x="9693" y="4403"/>
                  </a:lnTo>
                  <a:lnTo>
                    <a:pt x="9727" y="4357"/>
                  </a:lnTo>
                  <a:lnTo>
                    <a:pt x="9738" y="4323"/>
                  </a:lnTo>
                  <a:lnTo>
                    <a:pt x="9750" y="4289"/>
                  </a:lnTo>
                  <a:lnTo>
                    <a:pt x="9738" y="4221"/>
                  </a:lnTo>
                  <a:lnTo>
                    <a:pt x="9704" y="4175"/>
                  </a:lnTo>
                  <a:lnTo>
                    <a:pt x="9647" y="4130"/>
                  </a:lnTo>
                  <a:lnTo>
                    <a:pt x="9590" y="4119"/>
                  </a:lnTo>
                  <a:lnTo>
                    <a:pt x="9590" y="1707"/>
                  </a:lnTo>
                  <a:lnTo>
                    <a:pt x="9659" y="1684"/>
                  </a:lnTo>
                  <a:lnTo>
                    <a:pt x="9704" y="1650"/>
                  </a:lnTo>
                  <a:lnTo>
                    <a:pt x="9738" y="1593"/>
                  </a:lnTo>
                  <a:lnTo>
                    <a:pt x="9750" y="1525"/>
                  </a:lnTo>
                  <a:lnTo>
                    <a:pt x="9750" y="1491"/>
                  </a:lnTo>
                  <a:lnTo>
                    <a:pt x="9738" y="1457"/>
                  </a:lnTo>
                  <a:lnTo>
                    <a:pt x="9693" y="1411"/>
                  </a:lnTo>
                  <a:lnTo>
                    <a:pt x="9636" y="1366"/>
                  </a:lnTo>
                  <a:lnTo>
                    <a:pt x="9613" y="1354"/>
                  </a:lnTo>
                  <a:lnTo>
                    <a:pt x="9568" y="1354"/>
                  </a:lnTo>
                  <a:lnTo>
                    <a:pt x="9533" y="1366"/>
                  </a:lnTo>
                  <a:lnTo>
                    <a:pt x="9488" y="1377"/>
                  </a:lnTo>
                  <a:lnTo>
                    <a:pt x="9454" y="1400"/>
                  </a:lnTo>
                  <a:lnTo>
                    <a:pt x="9420" y="1434"/>
                  </a:lnTo>
                  <a:lnTo>
                    <a:pt x="7361" y="251"/>
                  </a:lnTo>
                  <a:lnTo>
                    <a:pt x="7372" y="183"/>
                  </a:lnTo>
                  <a:lnTo>
                    <a:pt x="7372" y="149"/>
                  </a:lnTo>
                  <a:lnTo>
                    <a:pt x="7361" y="114"/>
                  </a:lnTo>
                  <a:lnTo>
                    <a:pt x="7327" y="58"/>
                  </a:lnTo>
                  <a:lnTo>
                    <a:pt x="7270" y="23"/>
                  </a:lnTo>
                  <a:lnTo>
                    <a:pt x="7236" y="12"/>
                  </a:lnTo>
                  <a:lnTo>
                    <a:pt x="7167" y="12"/>
                  </a:lnTo>
                  <a:lnTo>
                    <a:pt x="7133" y="23"/>
                  </a:lnTo>
                  <a:lnTo>
                    <a:pt x="7076" y="58"/>
                  </a:lnTo>
                  <a:lnTo>
                    <a:pt x="7042" y="114"/>
                  </a:lnTo>
                  <a:lnTo>
                    <a:pt x="7031" y="149"/>
                  </a:lnTo>
                  <a:lnTo>
                    <a:pt x="7031" y="183"/>
                  </a:lnTo>
                  <a:lnTo>
                    <a:pt x="7042" y="240"/>
                  </a:lnTo>
                  <a:lnTo>
                    <a:pt x="5006" y="1423"/>
                  </a:lnTo>
                  <a:lnTo>
                    <a:pt x="4972" y="1377"/>
                  </a:lnTo>
                  <a:lnTo>
                    <a:pt x="4926" y="1354"/>
                  </a:lnTo>
                  <a:lnTo>
                    <a:pt x="4881" y="1332"/>
                  </a:lnTo>
                  <a:lnTo>
                    <a:pt x="4835" y="1320"/>
                  </a:lnTo>
                  <a:lnTo>
                    <a:pt x="4779" y="1332"/>
                  </a:lnTo>
                  <a:lnTo>
                    <a:pt x="4733" y="1354"/>
                  </a:lnTo>
                  <a:lnTo>
                    <a:pt x="4688" y="1389"/>
                  </a:lnTo>
                  <a:lnTo>
                    <a:pt x="4665" y="1423"/>
                  </a:lnTo>
                  <a:lnTo>
                    <a:pt x="2629" y="251"/>
                  </a:lnTo>
                  <a:lnTo>
                    <a:pt x="2640" y="217"/>
                  </a:lnTo>
                  <a:lnTo>
                    <a:pt x="2640" y="183"/>
                  </a:lnTo>
                  <a:lnTo>
                    <a:pt x="2640" y="149"/>
                  </a:lnTo>
                  <a:lnTo>
                    <a:pt x="2629" y="114"/>
                  </a:lnTo>
                  <a:lnTo>
                    <a:pt x="2583" y="58"/>
                  </a:lnTo>
                  <a:lnTo>
                    <a:pt x="2538" y="12"/>
                  </a:lnTo>
                  <a:lnTo>
                    <a:pt x="2503" y="12"/>
                  </a:lnTo>
                  <a:lnTo>
                    <a:pt x="245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0"/>
            <p:cNvSpPr/>
            <p:nvPr/>
          </p:nvSpPr>
          <p:spPr>
            <a:xfrm>
              <a:off x="6434137" y="0"/>
              <a:ext cx="540595" cy="577541"/>
            </a:xfrm>
            <a:custGeom>
              <a:avLst/>
              <a:gdLst/>
              <a:ahLst/>
              <a:cxnLst/>
              <a:rect l="l" t="t" r="r" b="b"/>
              <a:pathLst>
                <a:path w="5165" h="5518" extrusionOk="0">
                  <a:moveTo>
                    <a:pt x="2219" y="0"/>
                  </a:moveTo>
                  <a:lnTo>
                    <a:pt x="433" y="1036"/>
                  </a:lnTo>
                  <a:lnTo>
                    <a:pt x="399" y="990"/>
                  </a:lnTo>
                  <a:lnTo>
                    <a:pt x="353" y="967"/>
                  </a:lnTo>
                  <a:lnTo>
                    <a:pt x="308" y="945"/>
                  </a:lnTo>
                  <a:lnTo>
                    <a:pt x="205" y="945"/>
                  </a:lnTo>
                  <a:lnTo>
                    <a:pt x="171" y="956"/>
                  </a:lnTo>
                  <a:lnTo>
                    <a:pt x="137" y="979"/>
                  </a:lnTo>
                  <a:lnTo>
                    <a:pt x="103" y="1001"/>
                  </a:lnTo>
                  <a:lnTo>
                    <a:pt x="69" y="1036"/>
                  </a:lnTo>
                  <a:lnTo>
                    <a:pt x="57" y="1070"/>
                  </a:lnTo>
                  <a:lnTo>
                    <a:pt x="46" y="1115"/>
                  </a:lnTo>
                  <a:lnTo>
                    <a:pt x="35" y="1149"/>
                  </a:lnTo>
                  <a:lnTo>
                    <a:pt x="46" y="1195"/>
                  </a:lnTo>
                  <a:lnTo>
                    <a:pt x="46" y="1229"/>
                  </a:lnTo>
                  <a:lnTo>
                    <a:pt x="69" y="1263"/>
                  </a:lnTo>
                  <a:lnTo>
                    <a:pt x="92" y="1297"/>
                  </a:lnTo>
                  <a:lnTo>
                    <a:pt x="148" y="1343"/>
                  </a:lnTo>
                  <a:lnTo>
                    <a:pt x="183" y="1354"/>
                  </a:lnTo>
                  <a:lnTo>
                    <a:pt x="228" y="1365"/>
                  </a:lnTo>
                  <a:lnTo>
                    <a:pt x="228" y="3663"/>
                  </a:lnTo>
                  <a:lnTo>
                    <a:pt x="183" y="3675"/>
                  </a:lnTo>
                  <a:lnTo>
                    <a:pt x="137" y="3686"/>
                  </a:lnTo>
                  <a:lnTo>
                    <a:pt x="92" y="3709"/>
                  </a:lnTo>
                  <a:lnTo>
                    <a:pt x="69" y="3743"/>
                  </a:lnTo>
                  <a:lnTo>
                    <a:pt x="35" y="3777"/>
                  </a:lnTo>
                  <a:lnTo>
                    <a:pt x="12" y="3823"/>
                  </a:lnTo>
                  <a:lnTo>
                    <a:pt x="1" y="3868"/>
                  </a:lnTo>
                  <a:lnTo>
                    <a:pt x="1" y="3914"/>
                  </a:lnTo>
                  <a:lnTo>
                    <a:pt x="1" y="3959"/>
                  </a:lnTo>
                  <a:lnTo>
                    <a:pt x="23" y="4005"/>
                  </a:lnTo>
                  <a:lnTo>
                    <a:pt x="46" y="4050"/>
                  </a:lnTo>
                  <a:lnTo>
                    <a:pt x="69" y="4096"/>
                  </a:lnTo>
                  <a:lnTo>
                    <a:pt x="114" y="4118"/>
                  </a:lnTo>
                  <a:lnTo>
                    <a:pt x="148" y="4141"/>
                  </a:lnTo>
                  <a:lnTo>
                    <a:pt x="205" y="4164"/>
                  </a:lnTo>
                  <a:lnTo>
                    <a:pt x="251" y="4164"/>
                  </a:lnTo>
                  <a:lnTo>
                    <a:pt x="319" y="4152"/>
                  </a:lnTo>
                  <a:lnTo>
                    <a:pt x="376" y="4130"/>
                  </a:lnTo>
                  <a:lnTo>
                    <a:pt x="421" y="4096"/>
                  </a:lnTo>
                  <a:lnTo>
                    <a:pt x="467" y="4050"/>
                  </a:lnTo>
                  <a:lnTo>
                    <a:pt x="2378" y="5153"/>
                  </a:lnTo>
                  <a:lnTo>
                    <a:pt x="2367" y="5210"/>
                  </a:lnTo>
                  <a:lnTo>
                    <a:pt x="2355" y="5256"/>
                  </a:lnTo>
                  <a:lnTo>
                    <a:pt x="2367" y="5313"/>
                  </a:lnTo>
                  <a:lnTo>
                    <a:pt x="2378" y="5358"/>
                  </a:lnTo>
                  <a:lnTo>
                    <a:pt x="2401" y="5404"/>
                  </a:lnTo>
                  <a:lnTo>
                    <a:pt x="2435" y="5449"/>
                  </a:lnTo>
                  <a:lnTo>
                    <a:pt x="2469" y="5472"/>
                  </a:lnTo>
                  <a:lnTo>
                    <a:pt x="2514" y="5506"/>
                  </a:lnTo>
                  <a:lnTo>
                    <a:pt x="2571" y="5517"/>
                  </a:lnTo>
                  <a:lnTo>
                    <a:pt x="2674" y="5517"/>
                  </a:lnTo>
                  <a:lnTo>
                    <a:pt x="2719" y="5506"/>
                  </a:lnTo>
                  <a:lnTo>
                    <a:pt x="2765" y="5472"/>
                  </a:lnTo>
                  <a:lnTo>
                    <a:pt x="2810" y="5449"/>
                  </a:lnTo>
                  <a:lnTo>
                    <a:pt x="2844" y="5404"/>
                  </a:lnTo>
                  <a:lnTo>
                    <a:pt x="2867" y="5358"/>
                  </a:lnTo>
                  <a:lnTo>
                    <a:pt x="2878" y="5313"/>
                  </a:lnTo>
                  <a:lnTo>
                    <a:pt x="2890" y="5256"/>
                  </a:lnTo>
                  <a:lnTo>
                    <a:pt x="2878" y="5199"/>
                  </a:lnTo>
                  <a:lnTo>
                    <a:pt x="2867" y="5153"/>
                  </a:lnTo>
                  <a:lnTo>
                    <a:pt x="4846" y="4005"/>
                  </a:lnTo>
                  <a:lnTo>
                    <a:pt x="4881" y="4039"/>
                  </a:lnTo>
                  <a:lnTo>
                    <a:pt x="4915" y="4061"/>
                  </a:lnTo>
                  <a:lnTo>
                    <a:pt x="4949" y="4073"/>
                  </a:lnTo>
                  <a:lnTo>
                    <a:pt x="4994" y="4084"/>
                  </a:lnTo>
                  <a:lnTo>
                    <a:pt x="5028" y="4073"/>
                  </a:lnTo>
                  <a:lnTo>
                    <a:pt x="5063" y="4061"/>
                  </a:lnTo>
                  <a:lnTo>
                    <a:pt x="5108" y="4027"/>
                  </a:lnTo>
                  <a:lnTo>
                    <a:pt x="5142" y="3982"/>
                  </a:lnTo>
                  <a:lnTo>
                    <a:pt x="5154" y="3948"/>
                  </a:lnTo>
                  <a:lnTo>
                    <a:pt x="5165" y="3914"/>
                  </a:lnTo>
                  <a:lnTo>
                    <a:pt x="5154" y="3845"/>
                  </a:lnTo>
                  <a:lnTo>
                    <a:pt x="5119" y="3800"/>
                  </a:lnTo>
                  <a:lnTo>
                    <a:pt x="5074" y="3766"/>
                  </a:lnTo>
                  <a:lnTo>
                    <a:pt x="5006" y="3743"/>
                  </a:lnTo>
                  <a:lnTo>
                    <a:pt x="5006" y="1320"/>
                  </a:lnTo>
                  <a:lnTo>
                    <a:pt x="5074" y="1297"/>
                  </a:lnTo>
                  <a:lnTo>
                    <a:pt x="5119" y="1263"/>
                  </a:lnTo>
                  <a:lnTo>
                    <a:pt x="5142" y="1218"/>
                  </a:lnTo>
                  <a:lnTo>
                    <a:pt x="5154" y="1149"/>
                  </a:lnTo>
                  <a:lnTo>
                    <a:pt x="5154" y="1115"/>
                  </a:lnTo>
                  <a:lnTo>
                    <a:pt x="5142" y="1092"/>
                  </a:lnTo>
                  <a:lnTo>
                    <a:pt x="5108" y="1036"/>
                  </a:lnTo>
                  <a:lnTo>
                    <a:pt x="5051" y="1001"/>
                  </a:lnTo>
                  <a:lnTo>
                    <a:pt x="5028" y="990"/>
                  </a:lnTo>
                  <a:lnTo>
                    <a:pt x="4949" y="990"/>
                  </a:lnTo>
                  <a:lnTo>
                    <a:pt x="4915" y="1001"/>
                  </a:lnTo>
                  <a:lnTo>
                    <a:pt x="4881" y="1024"/>
                  </a:lnTo>
                  <a:lnTo>
                    <a:pt x="4858" y="1058"/>
                  </a:lnTo>
                  <a:lnTo>
                    <a:pt x="3015" y="0"/>
                  </a:lnTo>
                  <a:lnTo>
                    <a:pt x="2924" y="0"/>
                  </a:lnTo>
                  <a:lnTo>
                    <a:pt x="4835" y="1104"/>
                  </a:lnTo>
                  <a:lnTo>
                    <a:pt x="4824" y="1149"/>
                  </a:lnTo>
                  <a:lnTo>
                    <a:pt x="4835" y="1218"/>
                  </a:lnTo>
                  <a:lnTo>
                    <a:pt x="4869" y="1263"/>
                  </a:lnTo>
                  <a:lnTo>
                    <a:pt x="4915" y="1297"/>
                  </a:lnTo>
                  <a:lnTo>
                    <a:pt x="4960" y="1320"/>
                  </a:lnTo>
                  <a:lnTo>
                    <a:pt x="4960" y="3743"/>
                  </a:lnTo>
                  <a:lnTo>
                    <a:pt x="4903" y="3766"/>
                  </a:lnTo>
                  <a:lnTo>
                    <a:pt x="4858" y="3800"/>
                  </a:lnTo>
                  <a:lnTo>
                    <a:pt x="4835" y="3857"/>
                  </a:lnTo>
                  <a:lnTo>
                    <a:pt x="4824" y="3914"/>
                  </a:lnTo>
                  <a:lnTo>
                    <a:pt x="4835" y="3959"/>
                  </a:lnTo>
                  <a:lnTo>
                    <a:pt x="2844" y="5108"/>
                  </a:lnTo>
                  <a:lnTo>
                    <a:pt x="2799" y="5062"/>
                  </a:lnTo>
                  <a:lnTo>
                    <a:pt x="2753" y="5028"/>
                  </a:lnTo>
                  <a:lnTo>
                    <a:pt x="2685" y="5006"/>
                  </a:lnTo>
                  <a:lnTo>
                    <a:pt x="2617" y="4994"/>
                  </a:lnTo>
                  <a:lnTo>
                    <a:pt x="2549" y="5006"/>
                  </a:lnTo>
                  <a:lnTo>
                    <a:pt x="2492" y="5028"/>
                  </a:lnTo>
                  <a:lnTo>
                    <a:pt x="2435" y="5062"/>
                  </a:lnTo>
                  <a:lnTo>
                    <a:pt x="2401" y="5119"/>
                  </a:lnTo>
                  <a:lnTo>
                    <a:pt x="490" y="4016"/>
                  </a:lnTo>
                  <a:lnTo>
                    <a:pt x="501" y="3959"/>
                  </a:lnTo>
                  <a:lnTo>
                    <a:pt x="501" y="3914"/>
                  </a:lnTo>
                  <a:lnTo>
                    <a:pt x="501" y="3857"/>
                  </a:lnTo>
                  <a:lnTo>
                    <a:pt x="490" y="3811"/>
                  </a:lnTo>
                  <a:lnTo>
                    <a:pt x="467" y="3777"/>
                  </a:lnTo>
                  <a:lnTo>
                    <a:pt x="433" y="3743"/>
                  </a:lnTo>
                  <a:lnTo>
                    <a:pt x="399" y="3709"/>
                  </a:lnTo>
                  <a:lnTo>
                    <a:pt x="365" y="3686"/>
                  </a:lnTo>
                  <a:lnTo>
                    <a:pt x="319" y="3663"/>
                  </a:lnTo>
                  <a:lnTo>
                    <a:pt x="274" y="3663"/>
                  </a:lnTo>
                  <a:lnTo>
                    <a:pt x="274" y="1365"/>
                  </a:lnTo>
                  <a:lnTo>
                    <a:pt x="308" y="1354"/>
                  </a:lnTo>
                  <a:lnTo>
                    <a:pt x="342" y="1343"/>
                  </a:lnTo>
                  <a:lnTo>
                    <a:pt x="376" y="1320"/>
                  </a:lnTo>
                  <a:lnTo>
                    <a:pt x="410" y="1297"/>
                  </a:lnTo>
                  <a:lnTo>
                    <a:pt x="433" y="1263"/>
                  </a:lnTo>
                  <a:lnTo>
                    <a:pt x="456" y="1229"/>
                  </a:lnTo>
                  <a:lnTo>
                    <a:pt x="467" y="1195"/>
                  </a:lnTo>
                  <a:lnTo>
                    <a:pt x="467" y="1149"/>
                  </a:lnTo>
                  <a:lnTo>
                    <a:pt x="467" y="1115"/>
                  </a:lnTo>
                  <a:lnTo>
                    <a:pt x="444" y="1070"/>
                  </a:lnTo>
                  <a:lnTo>
                    <a:pt x="231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0"/>
            <p:cNvSpPr/>
            <p:nvPr/>
          </p:nvSpPr>
          <p:spPr>
            <a:xfrm>
              <a:off x="627473" y="4440981"/>
              <a:ext cx="790639" cy="702511"/>
            </a:xfrm>
            <a:custGeom>
              <a:avLst/>
              <a:gdLst/>
              <a:ahLst/>
              <a:cxnLst/>
              <a:rect l="l" t="t" r="r" b="b"/>
              <a:pathLst>
                <a:path w="7554" h="6712" extrusionOk="0">
                  <a:moveTo>
                    <a:pt x="5154" y="399"/>
                  </a:moveTo>
                  <a:lnTo>
                    <a:pt x="7088" y="1525"/>
                  </a:lnTo>
                  <a:lnTo>
                    <a:pt x="7076" y="1559"/>
                  </a:lnTo>
                  <a:lnTo>
                    <a:pt x="7065" y="1604"/>
                  </a:lnTo>
                  <a:lnTo>
                    <a:pt x="7076" y="1650"/>
                  </a:lnTo>
                  <a:lnTo>
                    <a:pt x="7088" y="1695"/>
                  </a:lnTo>
                  <a:lnTo>
                    <a:pt x="7110" y="1730"/>
                  </a:lnTo>
                  <a:lnTo>
                    <a:pt x="7133" y="1764"/>
                  </a:lnTo>
                  <a:lnTo>
                    <a:pt x="7167" y="1798"/>
                  </a:lnTo>
                  <a:lnTo>
                    <a:pt x="7201" y="1821"/>
                  </a:lnTo>
                  <a:lnTo>
                    <a:pt x="7247" y="1832"/>
                  </a:lnTo>
                  <a:lnTo>
                    <a:pt x="7292" y="1843"/>
                  </a:lnTo>
                  <a:lnTo>
                    <a:pt x="7292" y="4141"/>
                  </a:lnTo>
                  <a:lnTo>
                    <a:pt x="7247" y="4141"/>
                  </a:lnTo>
                  <a:lnTo>
                    <a:pt x="7213" y="4164"/>
                  </a:lnTo>
                  <a:lnTo>
                    <a:pt x="7179" y="4187"/>
                  </a:lnTo>
                  <a:lnTo>
                    <a:pt x="7144" y="4209"/>
                  </a:lnTo>
                  <a:lnTo>
                    <a:pt x="7122" y="4244"/>
                  </a:lnTo>
                  <a:lnTo>
                    <a:pt x="7099" y="4278"/>
                  </a:lnTo>
                  <a:lnTo>
                    <a:pt x="7088" y="4323"/>
                  </a:lnTo>
                  <a:lnTo>
                    <a:pt x="7088" y="4357"/>
                  </a:lnTo>
                  <a:lnTo>
                    <a:pt x="7088" y="4414"/>
                  </a:lnTo>
                  <a:lnTo>
                    <a:pt x="7110" y="4448"/>
                  </a:lnTo>
                  <a:lnTo>
                    <a:pt x="5154" y="5574"/>
                  </a:lnTo>
                  <a:lnTo>
                    <a:pt x="5120" y="5529"/>
                  </a:lnTo>
                  <a:lnTo>
                    <a:pt x="5074" y="5483"/>
                  </a:lnTo>
                  <a:lnTo>
                    <a:pt x="5006" y="5461"/>
                  </a:lnTo>
                  <a:lnTo>
                    <a:pt x="4881" y="5461"/>
                  </a:lnTo>
                  <a:lnTo>
                    <a:pt x="4812" y="5495"/>
                  </a:lnTo>
                  <a:lnTo>
                    <a:pt x="4767" y="5529"/>
                  </a:lnTo>
                  <a:lnTo>
                    <a:pt x="4721" y="5574"/>
                  </a:lnTo>
                  <a:lnTo>
                    <a:pt x="2776" y="4460"/>
                  </a:lnTo>
                  <a:lnTo>
                    <a:pt x="2788" y="4414"/>
                  </a:lnTo>
                  <a:lnTo>
                    <a:pt x="2799" y="4357"/>
                  </a:lnTo>
                  <a:lnTo>
                    <a:pt x="2799" y="4323"/>
                  </a:lnTo>
                  <a:lnTo>
                    <a:pt x="2788" y="4278"/>
                  </a:lnTo>
                  <a:lnTo>
                    <a:pt x="2765" y="4244"/>
                  </a:lnTo>
                  <a:lnTo>
                    <a:pt x="2742" y="4209"/>
                  </a:lnTo>
                  <a:lnTo>
                    <a:pt x="2708" y="4187"/>
                  </a:lnTo>
                  <a:lnTo>
                    <a:pt x="2674" y="4164"/>
                  </a:lnTo>
                  <a:lnTo>
                    <a:pt x="2628" y="4141"/>
                  </a:lnTo>
                  <a:lnTo>
                    <a:pt x="2594" y="4141"/>
                  </a:lnTo>
                  <a:lnTo>
                    <a:pt x="2594" y="1843"/>
                  </a:lnTo>
                  <a:lnTo>
                    <a:pt x="2640" y="1832"/>
                  </a:lnTo>
                  <a:lnTo>
                    <a:pt x="2674" y="1821"/>
                  </a:lnTo>
                  <a:lnTo>
                    <a:pt x="2719" y="1798"/>
                  </a:lnTo>
                  <a:lnTo>
                    <a:pt x="2754" y="1764"/>
                  </a:lnTo>
                  <a:lnTo>
                    <a:pt x="2776" y="1730"/>
                  </a:lnTo>
                  <a:lnTo>
                    <a:pt x="2799" y="1695"/>
                  </a:lnTo>
                  <a:lnTo>
                    <a:pt x="2810" y="1650"/>
                  </a:lnTo>
                  <a:lnTo>
                    <a:pt x="2810" y="1604"/>
                  </a:lnTo>
                  <a:lnTo>
                    <a:pt x="2810" y="1559"/>
                  </a:lnTo>
                  <a:lnTo>
                    <a:pt x="2799" y="1513"/>
                  </a:lnTo>
                  <a:lnTo>
                    <a:pt x="4733" y="399"/>
                  </a:lnTo>
                  <a:lnTo>
                    <a:pt x="4778" y="444"/>
                  </a:lnTo>
                  <a:lnTo>
                    <a:pt x="4824" y="478"/>
                  </a:lnTo>
                  <a:lnTo>
                    <a:pt x="4881" y="501"/>
                  </a:lnTo>
                  <a:lnTo>
                    <a:pt x="4938" y="512"/>
                  </a:lnTo>
                  <a:lnTo>
                    <a:pt x="5006" y="501"/>
                  </a:lnTo>
                  <a:lnTo>
                    <a:pt x="5063" y="478"/>
                  </a:lnTo>
                  <a:lnTo>
                    <a:pt x="5108" y="444"/>
                  </a:lnTo>
                  <a:lnTo>
                    <a:pt x="5154" y="399"/>
                  </a:lnTo>
                  <a:close/>
                  <a:moveTo>
                    <a:pt x="4938" y="1"/>
                  </a:moveTo>
                  <a:lnTo>
                    <a:pt x="4892" y="12"/>
                  </a:lnTo>
                  <a:lnTo>
                    <a:pt x="4847" y="23"/>
                  </a:lnTo>
                  <a:lnTo>
                    <a:pt x="4801" y="46"/>
                  </a:lnTo>
                  <a:lnTo>
                    <a:pt x="4767" y="80"/>
                  </a:lnTo>
                  <a:lnTo>
                    <a:pt x="4733" y="114"/>
                  </a:lnTo>
                  <a:lnTo>
                    <a:pt x="4710" y="160"/>
                  </a:lnTo>
                  <a:lnTo>
                    <a:pt x="4699" y="205"/>
                  </a:lnTo>
                  <a:lnTo>
                    <a:pt x="4687" y="262"/>
                  </a:lnTo>
                  <a:lnTo>
                    <a:pt x="4699" y="308"/>
                  </a:lnTo>
                  <a:lnTo>
                    <a:pt x="4710" y="365"/>
                  </a:lnTo>
                  <a:lnTo>
                    <a:pt x="2776" y="1479"/>
                  </a:lnTo>
                  <a:lnTo>
                    <a:pt x="2742" y="1434"/>
                  </a:lnTo>
                  <a:lnTo>
                    <a:pt x="2697" y="1400"/>
                  </a:lnTo>
                  <a:lnTo>
                    <a:pt x="2640" y="1366"/>
                  </a:lnTo>
                  <a:lnTo>
                    <a:pt x="2526" y="1366"/>
                  </a:lnTo>
                  <a:lnTo>
                    <a:pt x="2481" y="1377"/>
                  </a:lnTo>
                  <a:lnTo>
                    <a:pt x="2435" y="1400"/>
                  </a:lnTo>
                  <a:lnTo>
                    <a:pt x="2401" y="1434"/>
                  </a:lnTo>
                  <a:lnTo>
                    <a:pt x="2378" y="1468"/>
                  </a:lnTo>
                  <a:lnTo>
                    <a:pt x="2355" y="1513"/>
                  </a:lnTo>
                  <a:lnTo>
                    <a:pt x="2333" y="1559"/>
                  </a:lnTo>
                  <a:lnTo>
                    <a:pt x="2333" y="1604"/>
                  </a:lnTo>
                  <a:lnTo>
                    <a:pt x="2333" y="1650"/>
                  </a:lnTo>
                  <a:lnTo>
                    <a:pt x="2344" y="1695"/>
                  </a:lnTo>
                  <a:lnTo>
                    <a:pt x="2367" y="1730"/>
                  </a:lnTo>
                  <a:lnTo>
                    <a:pt x="2390" y="1764"/>
                  </a:lnTo>
                  <a:lnTo>
                    <a:pt x="2424" y="1798"/>
                  </a:lnTo>
                  <a:lnTo>
                    <a:pt x="2458" y="1821"/>
                  </a:lnTo>
                  <a:lnTo>
                    <a:pt x="2503" y="1832"/>
                  </a:lnTo>
                  <a:lnTo>
                    <a:pt x="2549" y="1843"/>
                  </a:lnTo>
                  <a:lnTo>
                    <a:pt x="2549" y="4141"/>
                  </a:lnTo>
                  <a:lnTo>
                    <a:pt x="2503" y="4153"/>
                  </a:lnTo>
                  <a:lnTo>
                    <a:pt x="2469" y="4164"/>
                  </a:lnTo>
                  <a:lnTo>
                    <a:pt x="2435" y="4187"/>
                  </a:lnTo>
                  <a:lnTo>
                    <a:pt x="2401" y="4209"/>
                  </a:lnTo>
                  <a:lnTo>
                    <a:pt x="2378" y="4244"/>
                  </a:lnTo>
                  <a:lnTo>
                    <a:pt x="2367" y="4278"/>
                  </a:lnTo>
                  <a:lnTo>
                    <a:pt x="2355" y="4323"/>
                  </a:lnTo>
                  <a:lnTo>
                    <a:pt x="2344" y="4357"/>
                  </a:lnTo>
                  <a:lnTo>
                    <a:pt x="2355" y="4403"/>
                  </a:lnTo>
                  <a:lnTo>
                    <a:pt x="2367" y="4448"/>
                  </a:lnTo>
                  <a:lnTo>
                    <a:pt x="376" y="5609"/>
                  </a:lnTo>
                  <a:lnTo>
                    <a:pt x="342" y="5563"/>
                  </a:lnTo>
                  <a:lnTo>
                    <a:pt x="296" y="5540"/>
                  </a:lnTo>
                  <a:lnTo>
                    <a:pt x="251" y="5518"/>
                  </a:lnTo>
                  <a:lnTo>
                    <a:pt x="205" y="5506"/>
                  </a:lnTo>
                  <a:lnTo>
                    <a:pt x="160" y="5518"/>
                  </a:lnTo>
                  <a:lnTo>
                    <a:pt x="126" y="5529"/>
                  </a:lnTo>
                  <a:lnTo>
                    <a:pt x="92" y="5540"/>
                  </a:lnTo>
                  <a:lnTo>
                    <a:pt x="58" y="5563"/>
                  </a:lnTo>
                  <a:lnTo>
                    <a:pt x="35" y="5597"/>
                  </a:lnTo>
                  <a:lnTo>
                    <a:pt x="23" y="5631"/>
                  </a:lnTo>
                  <a:lnTo>
                    <a:pt x="1" y="5665"/>
                  </a:lnTo>
                  <a:lnTo>
                    <a:pt x="1" y="5711"/>
                  </a:lnTo>
                  <a:lnTo>
                    <a:pt x="1" y="5745"/>
                  </a:lnTo>
                  <a:lnTo>
                    <a:pt x="12" y="5779"/>
                  </a:lnTo>
                  <a:lnTo>
                    <a:pt x="58" y="5847"/>
                  </a:lnTo>
                  <a:lnTo>
                    <a:pt x="103" y="5882"/>
                  </a:lnTo>
                  <a:lnTo>
                    <a:pt x="171" y="5904"/>
                  </a:lnTo>
                  <a:lnTo>
                    <a:pt x="171" y="6712"/>
                  </a:lnTo>
                  <a:lnTo>
                    <a:pt x="217" y="6712"/>
                  </a:lnTo>
                  <a:lnTo>
                    <a:pt x="217" y="5904"/>
                  </a:lnTo>
                  <a:lnTo>
                    <a:pt x="262" y="5904"/>
                  </a:lnTo>
                  <a:lnTo>
                    <a:pt x="296" y="5893"/>
                  </a:lnTo>
                  <a:lnTo>
                    <a:pt x="353" y="5847"/>
                  </a:lnTo>
                  <a:lnTo>
                    <a:pt x="387" y="5779"/>
                  </a:lnTo>
                  <a:lnTo>
                    <a:pt x="399" y="5745"/>
                  </a:lnTo>
                  <a:lnTo>
                    <a:pt x="399" y="5711"/>
                  </a:lnTo>
                  <a:lnTo>
                    <a:pt x="387" y="5643"/>
                  </a:lnTo>
                  <a:lnTo>
                    <a:pt x="2390" y="4494"/>
                  </a:lnTo>
                  <a:lnTo>
                    <a:pt x="2424" y="4528"/>
                  </a:lnTo>
                  <a:lnTo>
                    <a:pt x="2469" y="4562"/>
                  </a:lnTo>
                  <a:lnTo>
                    <a:pt x="2515" y="4585"/>
                  </a:lnTo>
                  <a:lnTo>
                    <a:pt x="2628" y="4585"/>
                  </a:lnTo>
                  <a:lnTo>
                    <a:pt x="2674" y="4562"/>
                  </a:lnTo>
                  <a:lnTo>
                    <a:pt x="2719" y="4528"/>
                  </a:lnTo>
                  <a:lnTo>
                    <a:pt x="2754" y="4494"/>
                  </a:lnTo>
                  <a:lnTo>
                    <a:pt x="4710" y="5620"/>
                  </a:lnTo>
                  <a:lnTo>
                    <a:pt x="4699" y="5665"/>
                  </a:lnTo>
                  <a:lnTo>
                    <a:pt x="4687" y="5711"/>
                  </a:lnTo>
                  <a:lnTo>
                    <a:pt x="4699" y="5756"/>
                  </a:lnTo>
                  <a:lnTo>
                    <a:pt x="4710" y="5802"/>
                  </a:lnTo>
                  <a:lnTo>
                    <a:pt x="4721" y="5847"/>
                  </a:lnTo>
                  <a:lnTo>
                    <a:pt x="4756" y="5882"/>
                  </a:lnTo>
                  <a:lnTo>
                    <a:pt x="4790" y="5916"/>
                  </a:lnTo>
                  <a:lnTo>
                    <a:pt x="4824" y="5938"/>
                  </a:lnTo>
                  <a:lnTo>
                    <a:pt x="4869" y="5950"/>
                  </a:lnTo>
                  <a:lnTo>
                    <a:pt x="4915" y="5961"/>
                  </a:lnTo>
                  <a:lnTo>
                    <a:pt x="4915" y="6712"/>
                  </a:lnTo>
                  <a:lnTo>
                    <a:pt x="4960" y="6712"/>
                  </a:lnTo>
                  <a:lnTo>
                    <a:pt x="4960" y="5961"/>
                  </a:lnTo>
                  <a:lnTo>
                    <a:pt x="5006" y="5950"/>
                  </a:lnTo>
                  <a:lnTo>
                    <a:pt x="5051" y="5938"/>
                  </a:lnTo>
                  <a:lnTo>
                    <a:pt x="5097" y="5916"/>
                  </a:lnTo>
                  <a:lnTo>
                    <a:pt x="5131" y="5882"/>
                  </a:lnTo>
                  <a:lnTo>
                    <a:pt x="5154" y="5847"/>
                  </a:lnTo>
                  <a:lnTo>
                    <a:pt x="5176" y="5802"/>
                  </a:lnTo>
                  <a:lnTo>
                    <a:pt x="5188" y="5756"/>
                  </a:lnTo>
                  <a:lnTo>
                    <a:pt x="5199" y="5711"/>
                  </a:lnTo>
                  <a:lnTo>
                    <a:pt x="5188" y="5665"/>
                  </a:lnTo>
                  <a:lnTo>
                    <a:pt x="5176" y="5620"/>
                  </a:lnTo>
                  <a:lnTo>
                    <a:pt x="7133" y="4494"/>
                  </a:lnTo>
                  <a:lnTo>
                    <a:pt x="7167" y="4528"/>
                  </a:lnTo>
                  <a:lnTo>
                    <a:pt x="7213" y="4562"/>
                  </a:lnTo>
                  <a:lnTo>
                    <a:pt x="7258" y="4585"/>
                  </a:lnTo>
                  <a:lnTo>
                    <a:pt x="7361" y="4585"/>
                  </a:lnTo>
                  <a:lnTo>
                    <a:pt x="7406" y="4573"/>
                  </a:lnTo>
                  <a:lnTo>
                    <a:pt x="7440" y="4551"/>
                  </a:lnTo>
                  <a:lnTo>
                    <a:pt x="7474" y="4517"/>
                  </a:lnTo>
                  <a:lnTo>
                    <a:pt x="7497" y="4482"/>
                  </a:lnTo>
                  <a:lnTo>
                    <a:pt x="7520" y="4448"/>
                  </a:lnTo>
                  <a:lnTo>
                    <a:pt x="7531" y="4403"/>
                  </a:lnTo>
                  <a:lnTo>
                    <a:pt x="7543" y="4357"/>
                  </a:lnTo>
                  <a:lnTo>
                    <a:pt x="7531" y="4323"/>
                  </a:lnTo>
                  <a:lnTo>
                    <a:pt x="7520" y="4278"/>
                  </a:lnTo>
                  <a:lnTo>
                    <a:pt x="7508" y="4244"/>
                  </a:lnTo>
                  <a:lnTo>
                    <a:pt x="7474" y="4209"/>
                  </a:lnTo>
                  <a:lnTo>
                    <a:pt x="7452" y="4175"/>
                  </a:lnTo>
                  <a:lnTo>
                    <a:pt x="7417" y="4164"/>
                  </a:lnTo>
                  <a:lnTo>
                    <a:pt x="7372" y="4141"/>
                  </a:lnTo>
                  <a:lnTo>
                    <a:pt x="7338" y="4141"/>
                  </a:lnTo>
                  <a:lnTo>
                    <a:pt x="7338" y="1843"/>
                  </a:lnTo>
                  <a:lnTo>
                    <a:pt x="7383" y="1843"/>
                  </a:lnTo>
                  <a:lnTo>
                    <a:pt x="7417" y="1821"/>
                  </a:lnTo>
                  <a:lnTo>
                    <a:pt x="7463" y="1798"/>
                  </a:lnTo>
                  <a:lnTo>
                    <a:pt x="7497" y="1775"/>
                  </a:lnTo>
                  <a:lnTo>
                    <a:pt x="7520" y="1730"/>
                  </a:lnTo>
                  <a:lnTo>
                    <a:pt x="7543" y="1695"/>
                  </a:lnTo>
                  <a:lnTo>
                    <a:pt x="7554" y="1650"/>
                  </a:lnTo>
                  <a:lnTo>
                    <a:pt x="7554" y="1604"/>
                  </a:lnTo>
                  <a:lnTo>
                    <a:pt x="7554" y="1559"/>
                  </a:lnTo>
                  <a:lnTo>
                    <a:pt x="7543" y="1513"/>
                  </a:lnTo>
                  <a:lnTo>
                    <a:pt x="7520" y="1468"/>
                  </a:lnTo>
                  <a:lnTo>
                    <a:pt x="7486" y="1434"/>
                  </a:lnTo>
                  <a:lnTo>
                    <a:pt x="7452" y="1400"/>
                  </a:lnTo>
                  <a:lnTo>
                    <a:pt x="7406" y="1377"/>
                  </a:lnTo>
                  <a:lnTo>
                    <a:pt x="7361" y="1366"/>
                  </a:lnTo>
                  <a:lnTo>
                    <a:pt x="7315" y="1354"/>
                  </a:lnTo>
                  <a:lnTo>
                    <a:pt x="7247" y="1366"/>
                  </a:lnTo>
                  <a:lnTo>
                    <a:pt x="7190" y="1388"/>
                  </a:lnTo>
                  <a:lnTo>
                    <a:pt x="7144" y="1434"/>
                  </a:lnTo>
                  <a:lnTo>
                    <a:pt x="7099" y="1479"/>
                  </a:lnTo>
                  <a:lnTo>
                    <a:pt x="5176" y="365"/>
                  </a:lnTo>
                  <a:lnTo>
                    <a:pt x="5188" y="308"/>
                  </a:lnTo>
                  <a:lnTo>
                    <a:pt x="5199" y="262"/>
                  </a:lnTo>
                  <a:lnTo>
                    <a:pt x="5188" y="205"/>
                  </a:lnTo>
                  <a:lnTo>
                    <a:pt x="5176" y="160"/>
                  </a:lnTo>
                  <a:lnTo>
                    <a:pt x="5154" y="114"/>
                  </a:lnTo>
                  <a:lnTo>
                    <a:pt x="5120" y="80"/>
                  </a:lnTo>
                  <a:lnTo>
                    <a:pt x="5085" y="46"/>
                  </a:lnTo>
                  <a:lnTo>
                    <a:pt x="5040" y="23"/>
                  </a:lnTo>
                  <a:lnTo>
                    <a:pt x="4994" y="12"/>
                  </a:lnTo>
                  <a:lnTo>
                    <a:pt x="49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0"/>
            <p:cNvSpPr/>
            <p:nvPr/>
          </p:nvSpPr>
          <p:spPr>
            <a:xfrm>
              <a:off x="7567566" y="4871996"/>
              <a:ext cx="543107" cy="271501"/>
            </a:xfrm>
            <a:custGeom>
              <a:avLst/>
              <a:gdLst/>
              <a:ahLst/>
              <a:cxnLst/>
              <a:rect l="l" t="t" r="r" b="b"/>
              <a:pathLst>
                <a:path w="5189" h="2594" extrusionOk="0">
                  <a:moveTo>
                    <a:pt x="2583" y="0"/>
                  </a:moveTo>
                  <a:lnTo>
                    <a:pt x="2538" y="23"/>
                  </a:lnTo>
                  <a:lnTo>
                    <a:pt x="2503" y="46"/>
                  </a:lnTo>
                  <a:lnTo>
                    <a:pt x="2469" y="69"/>
                  </a:lnTo>
                  <a:lnTo>
                    <a:pt x="2435" y="103"/>
                  </a:lnTo>
                  <a:lnTo>
                    <a:pt x="2412" y="148"/>
                  </a:lnTo>
                  <a:lnTo>
                    <a:pt x="2401" y="194"/>
                  </a:lnTo>
                  <a:lnTo>
                    <a:pt x="2390" y="239"/>
                  </a:lnTo>
                  <a:lnTo>
                    <a:pt x="2401" y="296"/>
                  </a:lnTo>
                  <a:lnTo>
                    <a:pt x="2412" y="342"/>
                  </a:lnTo>
                  <a:lnTo>
                    <a:pt x="490" y="1456"/>
                  </a:lnTo>
                  <a:lnTo>
                    <a:pt x="456" y="1400"/>
                  </a:lnTo>
                  <a:lnTo>
                    <a:pt x="399" y="1365"/>
                  </a:lnTo>
                  <a:lnTo>
                    <a:pt x="342" y="1331"/>
                  </a:lnTo>
                  <a:lnTo>
                    <a:pt x="217" y="1331"/>
                  </a:lnTo>
                  <a:lnTo>
                    <a:pt x="160" y="1343"/>
                  </a:lnTo>
                  <a:lnTo>
                    <a:pt x="115" y="1377"/>
                  </a:lnTo>
                  <a:lnTo>
                    <a:pt x="81" y="1400"/>
                  </a:lnTo>
                  <a:lnTo>
                    <a:pt x="46" y="1445"/>
                  </a:lnTo>
                  <a:lnTo>
                    <a:pt x="24" y="1491"/>
                  </a:lnTo>
                  <a:lnTo>
                    <a:pt x="12" y="1536"/>
                  </a:lnTo>
                  <a:lnTo>
                    <a:pt x="1" y="1593"/>
                  </a:lnTo>
                  <a:lnTo>
                    <a:pt x="1" y="1638"/>
                  </a:lnTo>
                  <a:lnTo>
                    <a:pt x="24" y="1695"/>
                  </a:lnTo>
                  <a:lnTo>
                    <a:pt x="46" y="1729"/>
                  </a:lnTo>
                  <a:lnTo>
                    <a:pt x="69" y="1775"/>
                  </a:lnTo>
                  <a:lnTo>
                    <a:pt x="103" y="1809"/>
                  </a:lnTo>
                  <a:lnTo>
                    <a:pt x="149" y="1832"/>
                  </a:lnTo>
                  <a:lnTo>
                    <a:pt x="194" y="1843"/>
                  </a:lnTo>
                  <a:lnTo>
                    <a:pt x="240" y="1855"/>
                  </a:lnTo>
                  <a:lnTo>
                    <a:pt x="240" y="2594"/>
                  </a:lnTo>
                  <a:lnTo>
                    <a:pt x="285" y="2594"/>
                  </a:lnTo>
                  <a:lnTo>
                    <a:pt x="285" y="1855"/>
                  </a:lnTo>
                  <a:lnTo>
                    <a:pt x="342" y="1843"/>
                  </a:lnTo>
                  <a:lnTo>
                    <a:pt x="388" y="1832"/>
                  </a:lnTo>
                  <a:lnTo>
                    <a:pt x="422" y="1809"/>
                  </a:lnTo>
                  <a:lnTo>
                    <a:pt x="467" y="1775"/>
                  </a:lnTo>
                  <a:lnTo>
                    <a:pt x="490" y="1729"/>
                  </a:lnTo>
                  <a:lnTo>
                    <a:pt x="513" y="1695"/>
                  </a:lnTo>
                  <a:lnTo>
                    <a:pt x="524" y="1638"/>
                  </a:lnTo>
                  <a:lnTo>
                    <a:pt x="536" y="1593"/>
                  </a:lnTo>
                  <a:lnTo>
                    <a:pt x="524" y="1536"/>
                  </a:lnTo>
                  <a:lnTo>
                    <a:pt x="513" y="1491"/>
                  </a:lnTo>
                  <a:lnTo>
                    <a:pt x="2435" y="387"/>
                  </a:lnTo>
                  <a:lnTo>
                    <a:pt x="2481" y="421"/>
                  </a:lnTo>
                  <a:lnTo>
                    <a:pt x="2526" y="455"/>
                  </a:lnTo>
                  <a:lnTo>
                    <a:pt x="2583" y="478"/>
                  </a:lnTo>
                  <a:lnTo>
                    <a:pt x="2640" y="490"/>
                  </a:lnTo>
                  <a:lnTo>
                    <a:pt x="2697" y="478"/>
                  </a:lnTo>
                  <a:lnTo>
                    <a:pt x="2754" y="455"/>
                  </a:lnTo>
                  <a:lnTo>
                    <a:pt x="2799" y="433"/>
                  </a:lnTo>
                  <a:lnTo>
                    <a:pt x="2833" y="387"/>
                  </a:lnTo>
                  <a:lnTo>
                    <a:pt x="4835" y="1547"/>
                  </a:lnTo>
                  <a:lnTo>
                    <a:pt x="4835" y="1593"/>
                  </a:lnTo>
                  <a:lnTo>
                    <a:pt x="4847" y="1650"/>
                  </a:lnTo>
                  <a:lnTo>
                    <a:pt x="4870" y="1707"/>
                  </a:lnTo>
                  <a:lnTo>
                    <a:pt x="4926" y="1752"/>
                  </a:lnTo>
                  <a:lnTo>
                    <a:pt x="4983" y="1764"/>
                  </a:lnTo>
                  <a:lnTo>
                    <a:pt x="4983" y="2594"/>
                  </a:lnTo>
                  <a:lnTo>
                    <a:pt x="5029" y="2594"/>
                  </a:lnTo>
                  <a:lnTo>
                    <a:pt x="5029" y="1764"/>
                  </a:lnTo>
                  <a:lnTo>
                    <a:pt x="5086" y="1752"/>
                  </a:lnTo>
                  <a:lnTo>
                    <a:pt x="5143" y="1707"/>
                  </a:lnTo>
                  <a:lnTo>
                    <a:pt x="5177" y="1661"/>
                  </a:lnTo>
                  <a:lnTo>
                    <a:pt x="5188" y="1593"/>
                  </a:lnTo>
                  <a:lnTo>
                    <a:pt x="5177" y="1559"/>
                  </a:lnTo>
                  <a:lnTo>
                    <a:pt x="5165" y="1525"/>
                  </a:lnTo>
                  <a:lnTo>
                    <a:pt x="5131" y="1468"/>
                  </a:lnTo>
                  <a:lnTo>
                    <a:pt x="5074" y="1434"/>
                  </a:lnTo>
                  <a:lnTo>
                    <a:pt x="5040" y="1422"/>
                  </a:lnTo>
                  <a:lnTo>
                    <a:pt x="5006" y="1411"/>
                  </a:lnTo>
                  <a:lnTo>
                    <a:pt x="4961" y="1422"/>
                  </a:lnTo>
                  <a:lnTo>
                    <a:pt x="4915" y="1434"/>
                  </a:lnTo>
                  <a:lnTo>
                    <a:pt x="4881" y="1468"/>
                  </a:lnTo>
                  <a:lnTo>
                    <a:pt x="4858" y="1502"/>
                  </a:lnTo>
                  <a:lnTo>
                    <a:pt x="2856" y="342"/>
                  </a:lnTo>
                  <a:lnTo>
                    <a:pt x="2879" y="296"/>
                  </a:lnTo>
                  <a:lnTo>
                    <a:pt x="2879" y="239"/>
                  </a:lnTo>
                  <a:lnTo>
                    <a:pt x="2879" y="194"/>
                  </a:lnTo>
                  <a:lnTo>
                    <a:pt x="2867" y="148"/>
                  </a:lnTo>
                  <a:lnTo>
                    <a:pt x="2845" y="103"/>
                  </a:lnTo>
                  <a:lnTo>
                    <a:pt x="2811" y="69"/>
                  </a:lnTo>
                  <a:lnTo>
                    <a:pt x="2776" y="46"/>
                  </a:lnTo>
                  <a:lnTo>
                    <a:pt x="2731" y="23"/>
                  </a:lnTo>
                  <a:lnTo>
                    <a:pt x="2685"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0"/>
            <p:cNvSpPr/>
            <p:nvPr/>
          </p:nvSpPr>
          <p:spPr>
            <a:xfrm>
              <a:off x="8065253" y="4017084"/>
              <a:ext cx="1078782" cy="1126405"/>
            </a:xfrm>
            <a:custGeom>
              <a:avLst/>
              <a:gdLst/>
              <a:ahLst/>
              <a:cxnLst/>
              <a:rect l="l" t="t" r="r" b="b"/>
              <a:pathLst>
                <a:path w="10307" h="10762" extrusionOk="0">
                  <a:moveTo>
                    <a:pt x="2788" y="319"/>
                  </a:moveTo>
                  <a:lnTo>
                    <a:pt x="4801" y="1480"/>
                  </a:lnTo>
                  <a:lnTo>
                    <a:pt x="4790" y="1548"/>
                  </a:lnTo>
                  <a:lnTo>
                    <a:pt x="4790" y="1593"/>
                  </a:lnTo>
                  <a:lnTo>
                    <a:pt x="4801" y="1628"/>
                  </a:lnTo>
                  <a:lnTo>
                    <a:pt x="4835" y="1684"/>
                  </a:lnTo>
                  <a:lnTo>
                    <a:pt x="4892" y="1730"/>
                  </a:lnTo>
                  <a:lnTo>
                    <a:pt x="4926" y="1741"/>
                  </a:lnTo>
                  <a:lnTo>
                    <a:pt x="4972" y="1753"/>
                  </a:lnTo>
                  <a:lnTo>
                    <a:pt x="4972" y="4107"/>
                  </a:lnTo>
                  <a:lnTo>
                    <a:pt x="4926" y="4107"/>
                  </a:lnTo>
                  <a:lnTo>
                    <a:pt x="4892" y="4130"/>
                  </a:lnTo>
                  <a:lnTo>
                    <a:pt x="4835" y="4176"/>
                  </a:lnTo>
                  <a:lnTo>
                    <a:pt x="4801" y="4233"/>
                  </a:lnTo>
                  <a:lnTo>
                    <a:pt x="4790" y="4267"/>
                  </a:lnTo>
                  <a:lnTo>
                    <a:pt x="4790" y="4312"/>
                  </a:lnTo>
                  <a:lnTo>
                    <a:pt x="4790" y="4346"/>
                  </a:lnTo>
                  <a:lnTo>
                    <a:pt x="4801" y="4392"/>
                  </a:lnTo>
                  <a:lnTo>
                    <a:pt x="2811" y="5541"/>
                  </a:lnTo>
                  <a:lnTo>
                    <a:pt x="2776" y="5495"/>
                  </a:lnTo>
                  <a:lnTo>
                    <a:pt x="2731" y="5461"/>
                  </a:lnTo>
                  <a:lnTo>
                    <a:pt x="2685" y="5438"/>
                  </a:lnTo>
                  <a:lnTo>
                    <a:pt x="2617" y="5427"/>
                  </a:lnTo>
                  <a:lnTo>
                    <a:pt x="2560" y="5438"/>
                  </a:lnTo>
                  <a:lnTo>
                    <a:pt x="2515" y="5461"/>
                  </a:lnTo>
                  <a:lnTo>
                    <a:pt x="2469" y="5495"/>
                  </a:lnTo>
                  <a:lnTo>
                    <a:pt x="2435" y="5541"/>
                  </a:lnTo>
                  <a:lnTo>
                    <a:pt x="479" y="4415"/>
                  </a:lnTo>
                  <a:lnTo>
                    <a:pt x="490" y="4358"/>
                  </a:lnTo>
                  <a:lnTo>
                    <a:pt x="501" y="4312"/>
                  </a:lnTo>
                  <a:lnTo>
                    <a:pt x="490" y="4255"/>
                  </a:lnTo>
                  <a:lnTo>
                    <a:pt x="479" y="4221"/>
                  </a:lnTo>
                  <a:lnTo>
                    <a:pt x="456" y="4176"/>
                  </a:lnTo>
                  <a:lnTo>
                    <a:pt x="433" y="4142"/>
                  </a:lnTo>
                  <a:lnTo>
                    <a:pt x="399" y="4107"/>
                  </a:lnTo>
                  <a:lnTo>
                    <a:pt x="365" y="4085"/>
                  </a:lnTo>
                  <a:lnTo>
                    <a:pt x="319" y="4073"/>
                  </a:lnTo>
                  <a:lnTo>
                    <a:pt x="274" y="4062"/>
                  </a:lnTo>
                  <a:lnTo>
                    <a:pt x="274" y="1810"/>
                  </a:lnTo>
                  <a:lnTo>
                    <a:pt x="319" y="1798"/>
                  </a:lnTo>
                  <a:lnTo>
                    <a:pt x="365" y="1775"/>
                  </a:lnTo>
                  <a:lnTo>
                    <a:pt x="410" y="1753"/>
                  </a:lnTo>
                  <a:lnTo>
                    <a:pt x="444" y="1719"/>
                  </a:lnTo>
                  <a:lnTo>
                    <a:pt x="467" y="1684"/>
                  </a:lnTo>
                  <a:lnTo>
                    <a:pt x="490" y="1639"/>
                  </a:lnTo>
                  <a:lnTo>
                    <a:pt x="501" y="1593"/>
                  </a:lnTo>
                  <a:lnTo>
                    <a:pt x="513" y="1548"/>
                  </a:lnTo>
                  <a:lnTo>
                    <a:pt x="501" y="1502"/>
                  </a:lnTo>
                  <a:lnTo>
                    <a:pt x="490" y="1457"/>
                  </a:lnTo>
                  <a:lnTo>
                    <a:pt x="2458" y="319"/>
                  </a:lnTo>
                  <a:lnTo>
                    <a:pt x="2492" y="354"/>
                  </a:lnTo>
                  <a:lnTo>
                    <a:pt x="2526" y="376"/>
                  </a:lnTo>
                  <a:lnTo>
                    <a:pt x="2572" y="399"/>
                  </a:lnTo>
                  <a:lnTo>
                    <a:pt x="2674" y="399"/>
                  </a:lnTo>
                  <a:lnTo>
                    <a:pt x="2720" y="376"/>
                  </a:lnTo>
                  <a:lnTo>
                    <a:pt x="2754" y="354"/>
                  </a:lnTo>
                  <a:lnTo>
                    <a:pt x="2788" y="319"/>
                  </a:lnTo>
                  <a:close/>
                  <a:moveTo>
                    <a:pt x="5154" y="4426"/>
                  </a:moveTo>
                  <a:lnTo>
                    <a:pt x="7156" y="5575"/>
                  </a:lnTo>
                  <a:lnTo>
                    <a:pt x="7145" y="5620"/>
                  </a:lnTo>
                  <a:lnTo>
                    <a:pt x="7145" y="5654"/>
                  </a:lnTo>
                  <a:lnTo>
                    <a:pt x="7145" y="5700"/>
                  </a:lnTo>
                  <a:lnTo>
                    <a:pt x="7156" y="5734"/>
                  </a:lnTo>
                  <a:lnTo>
                    <a:pt x="7179" y="5768"/>
                  </a:lnTo>
                  <a:lnTo>
                    <a:pt x="7201" y="5802"/>
                  </a:lnTo>
                  <a:lnTo>
                    <a:pt x="7224" y="5825"/>
                  </a:lnTo>
                  <a:lnTo>
                    <a:pt x="7258" y="5848"/>
                  </a:lnTo>
                  <a:lnTo>
                    <a:pt x="7304" y="5871"/>
                  </a:lnTo>
                  <a:lnTo>
                    <a:pt x="7338" y="5871"/>
                  </a:lnTo>
                  <a:lnTo>
                    <a:pt x="7338" y="8203"/>
                  </a:lnTo>
                  <a:lnTo>
                    <a:pt x="7304" y="8214"/>
                  </a:lnTo>
                  <a:lnTo>
                    <a:pt x="7270" y="8225"/>
                  </a:lnTo>
                  <a:lnTo>
                    <a:pt x="7213" y="8271"/>
                  </a:lnTo>
                  <a:lnTo>
                    <a:pt x="7167" y="8339"/>
                  </a:lnTo>
                  <a:lnTo>
                    <a:pt x="7156" y="8373"/>
                  </a:lnTo>
                  <a:lnTo>
                    <a:pt x="7156" y="8407"/>
                  </a:lnTo>
                  <a:lnTo>
                    <a:pt x="7156" y="8453"/>
                  </a:lnTo>
                  <a:lnTo>
                    <a:pt x="7179" y="8498"/>
                  </a:lnTo>
                  <a:lnTo>
                    <a:pt x="5199" y="9636"/>
                  </a:lnTo>
                  <a:lnTo>
                    <a:pt x="5154" y="9590"/>
                  </a:lnTo>
                  <a:lnTo>
                    <a:pt x="5108" y="9556"/>
                  </a:lnTo>
                  <a:lnTo>
                    <a:pt x="5051" y="9533"/>
                  </a:lnTo>
                  <a:lnTo>
                    <a:pt x="4995" y="9522"/>
                  </a:lnTo>
                  <a:lnTo>
                    <a:pt x="4926" y="9533"/>
                  </a:lnTo>
                  <a:lnTo>
                    <a:pt x="4869" y="9556"/>
                  </a:lnTo>
                  <a:lnTo>
                    <a:pt x="4824" y="9590"/>
                  </a:lnTo>
                  <a:lnTo>
                    <a:pt x="4790" y="9636"/>
                  </a:lnTo>
                  <a:lnTo>
                    <a:pt x="2845" y="8521"/>
                  </a:lnTo>
                  <a:lnTo>
                    <a:pt x="2867" y="8464"/>
                  </a:lnTo>
                  <a:lnTo>
                    <a:pt x="2867" y="8407"/>
                  </a:lnTo>
                  <a:lnTo>
                    <a:pt x="2867" y="8362"/>
                  </a:lnTo>
                  <a:lnTo>
                    <a:pt x="2856" y="8316"/>
                  </a:lnTo>
                  <a:lnTo>
                    <a:pt x="2833" y="8282"/>
                  </a:lnTo>
                  <a:lnTo>
                    <a:pt x="2811" y="8248"/>
                  </a:lnTo>
                  <a:lnTo>
                    <a:pt x="2776" y="8214"/>
                  </a:lnTo>
                  <a:lnTo>
                    <a:pt x="2731" y="8191"/>
                  </a:lnTo>
                  <a:lnTo>
                    <a:pt x="2685" y="8168"/>
                  </a:lnTo>
                  <a:lnTo>
                    <a:pt x="2640" y="8168"/>
                  </a:lnTo>
                  <a:lnTo>
                    <a:pt x="2640" y="5882"/>
                  </a:lnTo>
                  <a:lnTo>
                    <a:pt x="2685" y="5871"/>
                  </a:lnTo>
                  <a:lnTo>
                    <a:pt x="2720" y="5859"/>
                  </a:lnTo>
                  <a:lnTo>
                    <a:pt x="2754" y="5836"/>
                  </a:lnTo>
                  <a:lnTo>
                    <a:pt x="2788" y="5802"/>
                  </a:lnTo>
                  <a:lnTo>
                    <a:pt x="2811" y="5768"/>
                  </a:lnTo>
                  <a:lnTo>
                    <a:pt x="2833" y="5734"/>
                  </a:lnTo>
                  <a:lnTo>
                    <a:pt x="2845" y="5700"/>
                  </a:lnTo>
                  <a:lnTo>
                    <a:pt x="2845" y="5654"/>
                  </a:lnTo>
                  <a:lnTo>
                    <a:pt x="2845" y="5609"/>
                  </a:lnTo>
                  <a:lnTo>
                    <a:pt x="2833" y="5575"/>
                  </a:lnTo>
                  <a:lnTo>
                    <a:pt x="4824" y="4426"/>
                  </a:lnTo>
                  <a:lnTo>
                    <a:pt x="4858" y="4460"/>
                  </a:lnTo>
                  <a:lnTo>
                    <a:pt x="4904" y="4494"/>
                  </a:lnTo>
                  <a:lnTo>
                    <a:pt x="4938" y="4506"/>
                  </a:lnTo>
                  <a:lnTo>
                    <a:pt x="4995" y="4517"/>
                  </a:lnTo>
                  <a:lnTo>
                    <a:pt x="5040" y="4506"/>
                  </a:lnTo>
                  <a:lnTo>
                    <a:pt x="5086" y="4494"/>
                  </a:lnTo>
                  <a:lnTo>
                    <a:pt x="5131" y="4460"/>
                  </a:lnTo>
                  <a:lnTo>
                    <a:pt x="5154" y="4426"/>
                  </a:lnTo>
                  <a:close/>
                  <a:moveTo>
                    <a:pt x="2583" y="1"/>
                  </a:moveTo>
                  <a:lnTo>
                    <a:pt x="2549" y="12"/>
                  </a:lnTo>
                  <a:lnTo>
                    <a:pt x="2515" y="35"/>
                  </a:lnTo>
                  <a:lnTo>
                    <a:pt x="2481" y="58"/>
                  </a:lnTo>
                  <a:lnTo>
                    <a:pt x="2458" y="92"/>
                  </a:lnTo>
                  <a:lnTo>
                    <a:pt x="2435" y="126"/>
                  </a:lnTo>
                  <a:lnTo>
                    <a:pt x="2424" y="160"/>
                  </a:lnTo>
                  <a:lnTo>
                    <a:pt x="2424" y="206"/>
                  </a:lnTo>
                  <a:lnTo>
                    <a:pt x="2424" y="240"/>
                  </a:lnTo>
                  <a:lnTo>
                    <a:pt x="2435" y="285"/>
                  </a:lnTo>
                  <a:lnTo>
                    <a:pt x="467" y="1411"/>
                  </a:lnTo>
                  <a:lnTo>
                    <a:pt x="433" y="1366"/>
                  </a:lnTo>
                  <a:lnTo>
                    <a:pt x="376" y="1332"/>
                  </a:lnTo>
                  <a:lnTo>
                    <a:pt x="319" y="1298"/>
                  </a:lnTo>
                  <a:lnTo>
                    <a:pt x="206" y="1298"/>
                  </a:lnTo>
                  <a:lnTo>
                    <a:pt x="149" y="1309"/>
                  </a:lnTo>
                  <a:lnTo>
                    <a:pt x="115" y="1343"/>
                  </a:lnTo>
                  <a:lnTo>
                    <a:pt x="69" y="1366"/>
                  </a:lnTo>
                  <a:lnTo>
                    <a:pt x="46" y="1411"/>
                  </a:lnTo>
                  <a:lnTo>
                    <a:pt x="12" y="1446"/>
                  </a:lnTo>
                  <a:lnTo>
                    <a:pt x="1" y="1502"/>
                  </a:lnTo>
                  <a:lnTo>
                    <a:pt x="1" y="1548"/>
                  </a:lnTo>
                  <a:lnTo>
                    <a:pt x="1" y="1593"/>
                  </a:lnTo>
                  <a:lnTo>
                    <a:pt x="12" y="1639"/>
                  </a:lnTo>
                  <a:lnTo>
                    <a:pt x="35" y="1684"/>
                  </a:lnTo>
                  <a:lnTo>
                    <a:pt x="69" y="1719"/>
                  </a:lnTo>
                  <a:lnTo>
                    <a:pt x="103" y="1753"/>
                  </a:lnTo>
                  <a:lnTo>
                    <a:pt x="137" y="1775"/>
                  </a:lnTo>
                  <a:lnTo>
                    <a:pt x="183" y="1798"/>
                  </a:lnTo>
                  <a:lnTo>
                    <a:pt x="228" y="1798"/>
                  </a:lnTo>
                  <a:lnTo>
                    <a:pt x="228" y="4062"/>
                  </a:lnTo>
                  <a:lnTo>
                    <a:pt x="183" y="4073"/>
                  </a:lnTo>
                  <a:lnTo>
                    <a:pt x="137" y="4085"/>
                  </a:lnTo>
                  <a:lnTo>
                    <a:pt x="103" y="4119"/>
                  </a:lnTo>
                  <a:lnTo>
                    <a:pt x="69" y="4142"/>
                  </a:lnTo>
                  <a:lnTo>
                    <a:pt x="46" y="4176"/>
                  </a:lnTo>
                  <a:lnTo>
                    <a:pt x="24" y="4221"/>
                  </a:lnTo>
                  <a:lnTo>
                    <a:pt x="12" y="4255"/>
                  </a:lnTo>
                  <a:lnTo>
                    <a:pt x="12" y="4312"/>
                  </a:lnTo>
                  <a:lnTo>
                    <a:pt x="12" y="4358"/>
                  </a:lnTo>
                  <a:lnTo>
                    <a:pt x="24" y="4403"/>
                  </a:lnTo>
                  <a:lnTo>
                    <a:pt x="46" y="4449"/>
                  </a:lnTo>
                  <a:lnTo>
                    <a:pt x="80" y="4483"/>
                  </a:lnTo>
                  <a:lnTo>
                    <a:pt x="115" y="4506"/>
                  </a:lnTo>
                  <a:lnTo>
                    <a:pt x="160" y="4528"/>
                  </a:lnTo>
                  <a:lnTo>
                    <a:pt x="206" y="4551"/>
                  </a:lnTo>
                  <a:lnTo>
                    <a:pt x="251" y="4551"/>
                  </a:lnTo>
                  <a:lnTo>
                    <a:pt x="308" y="4540"/>
                  </a:lnTo>
                  <a:lnTo>
                    <a:pt x="365" y="4528"/>
                  </a:lnTo>
                  <a:lnTo>
                    <a:pt x="410" y="4494"/>
                  </a:lnTo>
                  <a:lnTo>
                    <a:pt x="456" y="4449"/>
                  </a:lnTo>
                  <a:lnTo>
                    <a:pt x="2412" y="5575"/>
                  </a:lnTo>
                  <a:lnTo>
                    <a:pt x="2401" y="5620"/>
                  </a:lnTo>
                  <a:lnTo>
                    <a:pt x="2401" y="5654"/>
                  </a:lnTo>
                  <a:lnTo>
                    <a:pt x="2401" y="5700"/>
                  </a:lnTo>
                  <a:lnTo>
                    <a:pt x="2412" y="5734"/>
                  </a:lnTo>
                  <a:lnTo>
                    <a:pt x="2435" y="5768"/>
                  </a:lnTo>
                  <a:lnTo>
                    <a:pt x="2458" y="5802"/>
                  </a:lnTo>
                  <a:lnTo>
                    <a:pt x="2481" y="5836"/>
                  </a:lnTo>
                  <a:lnTo>
                    <a:pt x="2515" y="5859"/>
                  </a:lnTo>
                  <a:lnTo>
                    <a:pt x="2560" y="5871"/>
                  </a:lnTo>
                  <a:lnTo>
                    <a:pt x="2594" y="5882"/>
                  </a:lnTo>
                  <a:lnTo>
                    <a:pt x="2594" y="8168"/>
                  </a:lnTo>
                  <a:lnTo>
                    <a:pt x="2549" y="8168"/>
                  </a:lnTo>
                  <a:lnTo>
                    <a:pt x="2515" y="8191"/>
                  </a:lnTo>
                  <a:lnTo>
                    <a:pt x="2469" y="8214"/>
                  </a:lnTo>
                  <a:lnTo>
                    <a:pt x="2435" y="8248"/>
                  </a:lnTo>
                  <a:lnTo>
                    <a:pt x="2412" y="8282"/>
                  </a:lnTo>
                  <a:lnTo>
                    <a:pt x="2390" y="8316"/>
                  </a:lnTo>
                  <a:lnTo>
                    <a:pt x="2378" y="8362"/>
                  </a:lnTo>
                  <a:lnTo>
                    <a:pt x="2378" y="8407"/>
                  </a:lnTo>
                  <a:lnTo>
                    <a:pt x="2378" y="8464"/>
                  </a:lnTo>
                  <a:lnTo>
                    <a:pt x="2390" y="8510"/>
                  </a:lnTo>
                  <a:lnTo>
                    <a:pt x="2412" y="8555"/>
                  </a:lnTo>
                  <a:lnTo>
                    <a:pt x="2447" y="8589"/>
                  </a:lnTo>
                  <a:lnTo>
                    <a:pt x="2481" y="8612"/>
                  </a:lnTo>
                  <a:lnTo>
                    <a:pt x="2526" y="8635"/>
                  </a:lnTo>
                  <a:lnTo>
                    <a:pt x="2572" y="8658"/>
                  </a:lnTo>
                  <a:lnTo>
                    <a:pt x="2685" y="8658"/>
                  </a:lnTo>
                  <a:lnTo>
                    <a:pt x="2742" y="8635"/>
                  </a:lnTo>
                  <a:lnTo>
                    <a:pt x="2788" y="8601"/>
                  </a:lnTo>
                  <a:lnTo>
                    <a:pt x="2822" y="8555"/>
                  </a:lnTo>
                  <a:lnTo>
                    <a:pt x="4767" y="9681"/>
                  </a:lnTo>
                  <a:lnTo>
                    <a:pt x="4756" y="9715"/>
                  </a:lnTo>
                  <a:lnTo>
                    <a:pt x="4756" y="9761"/>
                  </a:lnTo>
                  <a:lnTo>
                    <a:pt x="4756" y="9806"/>
                  </a:lnTo>
                  <a:lnTo>
                    <a:pt x="4767" y="9852"/>
                  </a:lnTo>
                  <a:lnTo>
                    <a:pt x="4790" y="9886"/>
                  </a:lnTo>
                  <a:lnTo>
                    <a:pt x="4813" y="9920"/>
                  </a:lnTo>
                  <a:lnTo>
                    <a:pt x="4847" y="9954"/>
                  </a:lnTo>
                  <a:lnTo>
                    <a:pt x="4881" y="9977"/>
                  </a:lnTo>
                  <a:lnTo>
                    <a:pt x="4926" y="9988"/>
                  </a:lnTo>
                  <a:lnTo>
                    <a:pt x="4972" y="10000"/>
                  </a:lnTo>
                  <a:lnTo>
                    <a:pt x="4972" y="10762"/>
                  </a:lnTo>
                  <a:lnTo>
                    <a:pt x="5017" y="10762"/>
                  </a:lnTo>
                  <a:lnTo>
                    <a:pt x="5017" y="10000"/>
                  </a:lnTo>
                  <a:lnTo>
                    <a:pt x="5063" y="9988"/>
                  </a:lnTo>
                  <a:lnTo>
                    <a:pt x="5097" y="9977"/>
                  </a:lnTo>
                  <a:lnTo>
                    <a:pt x="5131" y="9954"/>
                  </a:lnTo>
                  <a:lnTo>
                    <a:pt x="5165" y="9920"/>
                  </a:lnTo>
                  <a:lnTo>
                    <a:pt x="5199" y="9886"/>
                  </a:lnTo>
                  <a:lnTo>
                    <a:pt x="5211" y="9852"/>
                  </a:lnTo>
                  <a:lnTo>
                    <a:pt x="5222" y="9806"/>
                  </a:lnTo>
                  <a:lnTo>
                    <a:pt x="5233" y="9761"/>
                  </a:lnTo>
                  <a:lnTo>
                    <a:pt x="5222" y="9715"/>
                  </a:lnTo>
                  <a:lnTo>
                    <a:pt x="5211" y="9681"/>
                  </a:lnTo>
                  <a:lnTo>
                    <a:pt x="7201" y="8532"/>
                  </a:lnTo>
                  <a:lnTo>
                    <a:pt x="7224" y="8567"/>
                  </a:lnTo>
                  <a:lnTo>
                    <a:pt x="7270" y="8589"/>
                  </a:lnTo>
                  <a:lnTo>
                    <a:pt x="7315" y="8612"/>
                  </a:lnTo>
                  <a:lnTo>
                    <a:pt x="7418" y="8612"/>
                  </a:lnTo>
                  <a:lnTo>
                    <a:pt x="7452" y="8589"/>
                  </a:lnTo>
                  <a:lnTo>
                    <a:pt x="7497" y="8567"/>
                  </a:lnTo>
                  <a:lnTo>
                    <a:pt x="7531" y="8532"/>
                  </a:lnTo>
                  <a:lnTo>
                    <a:pt x="9556" y="9704"/>
                  </a:lnTo>
                  <a:lnTo>
                    <a:pt x="9556" y="9761"/>
                  </a:lnTo>
                  <a:lnTo>
                    <a:pt x="9568" y="9829"/>
                  </a:lnTo>
                  <a:lnTo>
                    <a:pt x="9602" y="9875"/>
                  </a:lnTo>
                  <a:lnTo>
                    <a:pt x="9647" y="9920"/>
                  </a:lnTo>
                  <a:lnTo>
                    <a:pt x="9704" y="9943"/>
                  </a:lnTo>
                  <a:lnTo>
                    <a:pt x="9704" y="10762"/>
                  </a:lnTo>
                  <a:lnTo>
                    <a:pt x="9750" y="10762"/>
                  </a:lnTo>
                  <a:lnTo>
                    <a:pt x="9750" y="9943"/>
                  </a:lnTo>
                  <a:lnTo>
                    <a:pt x="9818" y="9920"/>
                  </a:lnTo>
                  <a:lnTo>
                    <a:pt x="9863" y="9875"/>
                  </a:lnTo>
                  <a:lnTo>
                    <a:pt x="9897" y="9829"/>
                  </a:lnTo>
                  <a:lnTo>
                    <a:pt x="9909" y="9761"/>
                  </a:lnTo>
                  <a:lnTo>
                    <a:pt x="9909" y="9704"/>
                  </a:lnTo>
                  <a:lnTo>
                    <a:pt x="10307" y="9477"/>
                  </a:lnTo>
                  <a:lnTo>
                    <a:pt x="10307" y="9420"/>
                  </a:lnTo>
                  <a:lnTo>
                    <a:pt x="9886" y="9670"/>
                  </a:lnTo>
                  <a:lnTo>
                    <a:pt x="9852" y="9624"/>
                  </a:lnTo>
                  <a:lnTo>
                    <a:pt x="9818" y="9602"/>
                  </a:lnTo>
                  <a:lnTo>
                    <a:pt x="9784" y="9590"/>
                  </a:lnTo>
                  <a:lnTo>
                    <a:pt x="9738" y="9579"/>
                  </a:lnTo>
                  <a:lnTo>
                    <a:pt x="9681" y="9590"/>
                  </a:lnTo>
                  <a:lnTo>
                    <a:pt x="9647" y="9602"/>
                  </a:lnTo>
                  <a:lnTo>
                    <a:pt x="9613" y="9636"/>
                  </a:lnTo>
                  <a:lnTo>
                    <a:pt x="9579" y="9670"/>
                  </a:lnTo>
                  <a:lnTo>
                    <a:pt x="7554" y="8498"/>
                  </a:lnTo>
                  <a:lnTo>
                    <a:pt x="7565" y="8453"/>
                  </a:lnTo>
                  <a:lnTo>
                    <a:pt x="7565" y="8407"/>
                  </a:lnTo>
                  <a:lnTo>
                    <a:pt x="7565" y="8373"/>
                  </a:lnTo>
                  <a:lnTo>
                    <a:pt x="7554" y="8339"/>
                  </a:lnTo>
                  <a:lnTo>
                    <a:pt x="7520" y="8271"/>
                  </a:lnTo>
                  <a:lnTo>
                    <a:pt x="7452" y="8225"/>
                  </a:lnTo>
                  <a:lnTo>
                    <a:pt x="7418" y="8214"/>
                  </a:lnTo>
                  <a:lnTo>
                    <a:pt x="7383" y="8203"/>
                  </a:lnTo>
                  <a:lnTo>
                    <a:pt x="7383" y="5871"/>
                  </a:lnTo>
                  <a:lnTo>
                    <a:pt x="7429" y="5871"/>
                  </a:lnTo>
                  <a:lnTo>
                    <a:pt x="7463" y="5848"/>
                  </a:lnTo>
                  <a:lnTo>
                    <a:pt x="7497" y="5825"/>
                  </a:lnTo>
                  <a:lnTo>
                    <a:pt x="7531" y="5802"/>
                  </a:lnTo>
                  <a:lnTo>
                    <a:pt x="7554" y="5768"/>
                  </a:lnTo>
                  <a:lnTo>
                    <a:pt x="7565" y="5734"/>
                  </a:lnTo>
                  <a:lnTo>
                    <a:pt x="7577" y="5700"/>
                  </a:lnTo>
                  <a:lnTo>
                    <a:pt x="7588" y="5654"/>
                  </a:lnTo>
                  <a:lnTo>
                    <a:pt x="7577" y="5620"/>
                  </a:lnTo>
                  <a:lnTo>
                    <a:pt x="7565" y="5575"/>
                  </a:lnTo>
                  <a:lnTo>
                    <a:pt x="9533" y="4449"/>
                  </a:lnTo>
                  <a:lnTo>
                    <a:pt x="9568" y="4483"/>
                  </a:lnTo>
                  <a:lnTo>
                    <a:pt x="9624" y="4517"/>
                  </a:lnTo>
                  <a:lnTo>
                    <a:pt x="9670" y="4540"/>
                  </a:lnTo>
                  <a:lnTo>
                    <a:pt x="9738" y="4551"/>
                  </a:lnTo>
                  <a:lnTo>
                    <a:pt x="9795" y="4540"/>
                  </a:lnTo>
                  <a:lnTo>
                    <a:pt x="9841" y="4517"/>
                  </a:lnTo>
                  <a:lnTo>
                    <a:pt x="9897" y="4483"/>
                  </a:lnTo>
                  <a:lnTo>
                    <a:pt x="9932" y="4449"/>
                  </a:lnTo>
                  <a:lnTo>
                    <a:pt x="10307" y="4665"/>
                  </a:lnTo>
                  <a:lnTo>
                    <a:pt x="10307" y="4608"/>
                  </a:lnTo>
                  <a:lnTo>
                    <a:pt x="9954" y="4403"/>
                  </a:lnTo>
                  <a:lnTo>
                    <a:pt x="9966" y="4358"/>
                  </a:lnTo>
                  <a:lnTo>
                    <a:pt x="9977" y="4312"/>
                  </a:lnTo>
                  <a:lnTo>
                    <a:pt x="9966" y="4255"/>
                  </a:lnTo>
                  <a:lnTo>
                    <a:pt x="9954" y="4210"/>
                  </a:lnTo>
                  <a:lnTo>
                    <a:pt x="9932" y="4176"/>
                  </a:lnTo>
                  <a:lnTo>
                    <a:pt x="9909" y="4142"/>
                  </a:lnTo>
                  <a:lnTo>
                    <a:pt x="9863" y="4107"/>
                  </a:lnTo>
                  <a:lnTo>
                    <a:pt x="9829" y="4085"/>
                  </a:lnTo>
                  <a:lnTo>
                    <a:pt x="9784" y="4073"/>
                  </a:lnTo>
                  <a:lnTo>
                    <a:pt x="9738" y="4062"/>
                  </a:lnTo>
                  <a:lnTo>
                    <a:pt x="9681" y="4073"/>
                  </a:lnTo>
                  <a:lnTo>
                    <a:pt x="9636" y="4085"/>
                  </a:lnTo>
                  <a:lnTo>
                    <a:pt x="9602" y="4107"/>
                  </a:lnTo>
                  <a:lnTo>
                    <a:pt x="9568" y="4142"/>
                  </a:lnTo>
                  <a:lnTo>
                    <a:pt x="9533" y="4176"/>
                  </a:lnTo>
                  <a:lnTo>
                    <a:pt x="9511" y="4210"/>
                  </a:lnTo>
                  <a:lnTo>
                    <a:pt x="9499" y="4255"/>
                  </a:lnTo>
                  <a:lnTo>
                    <a:pt x="9488" y="4312"/>
                  </a:lnTo>
                  <a:lnTo>
                    <a:pt x="9499" y="4358"/>
                  </a:lnTo>
                  <a:lnTo>
                    <a:pt x="9511" y="4403"/>
                  </a:lnTo>
                  <a:lnTo>
                    <a:pt x="7554" y="5541"/>
                  </a:lnTo>
                  <a:lnTo>
                    <a:pt x="7520" y="5495"/>
                  </a:lnTo>
                  <a:lnTo>
                    <a:pt x="7474" y="5461"/>
                  </a:lnTo>
                  <a:lnTo>
                    <a:pt x="7418" y="5438"/>
                  </a:lnTo>
                  <a:lnTo>
                    <a:pt x="7361" y="5427"/>
                  </a:lnTo>
                  <a:lnTo>
                    <a:pt x="7304" y="5438"/>
                  </a:lnTo>
                  <a:lnTo>
                    <a:pt x="7258" y="5461"/>
                  </a:lnTo>
                  <a:lnTo>
                    <a:pt x="7213" y="5495"/>
                  </a:lnTo>
                  <a:lnTo>
                    <a:pt x="7179" y="5541"/>
                  </a:lnTo>
                  <a:lnTo>
                    <a:pt x="5177" y="4392"/>
                  </a:lnTo>
                  <a:lnTo>
                    <a:pt x="5188" y="4346"/>
                  </a:lnTo>
                  <a:lnTo>
                    <a:pt x="5199" y="4312"/>
                  </a:lnTo>
                  <a:lnTo>
                    <a:pt x="5199" y="4267"/>
                  </a:lnTo>
                  <a:lnTo>
                    <a:pt x="5188" y="4233"/>
                  </a:lnTo>
                  <a:lnTo>
                    <a:pt x="5142" y="4176"/>
                  </a:lnTo>
                  <a:lnTo>
                    <a:pt x="5086" y="4130"/>
                  </a:lnTo>
                  <a:lnTo>
                    <a:pt x="5051" y="4107"/>
                  </a:lnTo>
                  <a:lnTo>
                    <a:pt x="5017" y="4107"/>
                  </a:lnTo>
                  <a:lnTo>
                    <a:pt x="5017" y="1753"/>
                  </a:lnTo>
                  <a:lnTo>
                    <a:pt x="5051" y="1741"/>
                  </a:lnTo>
                  <a:lnTo>
                    <a:pt x="5086" y="1730"/>
                  </a:lnTo>
                  <a:lnTo>
                    <a:pt x="5142" y="1684"/>
                  </a:lnTo>
                  <a:lnTo>
                    <a:pt x="5188" y="1628"/>
                  </a:lnTo>
                  <a:lnTo>
                    <a:pt x="5199" y="1593"/>
                  </a:lnTo>
                  <a:lnTo>
                    <a:pt x="5199" y="1548"/>
                  </a:lnTo>
                  <a:lnTo>
                    <a:pt x="5199" y="1514"/>
                  </a:lnTo>
                  <a:lnTo>
                    <a:pt x="5177" y="1468"/>
                  </a:lnTo>
                  <a:lnTo>
                    <a:pt x="5165" y="1434"/>
                  </a:lnTo>
                  <a:lnTo>
                    <a:pt x="5142" y="1400"/>
                  </a:lnTo>
                  <a:lnTo>
                    <a:pt x="5108" y="1377"/>
                  </a:lnTo>
                  <a:lnTo>
                    <a:pt x="5074" y="1355"/>
                  </a:lnTo>
                  <a:lnTo>
                    <a:pt x="5029" y="1343"/>
                  </a:lnTo>
                  <a:lnTo>
                    <a:pt x="4995" y="1343"/>
                  </a:lnTo>
                  <a:lnTo>
                    <a:pt x="4938" y="1355"/>
                  </a:lnTo>
                  <a:lnTo>
                    <a:pt x="4892" y="1366"/>
                  </a:lnTo>
                  <a:lnTo>
                    <a:pt x="4847" y="1400"/>
                  </a:lnTo>
                  <a:lnTo>
                    <a:pt x="4813" y="1446"/>
                  </a:lnTo>
                  <a:lnTo>
                    <a:pt x="2811" y="285"/>
                  </a:lnTo>
                  <a:lnTo>
                    <a:pt x="2822" y="240"/>
                  </a:lnTo>
                  <a:lnTo>
                    <a:pt x="2822" y="206"/>
                  </a:lnTo>
                  <a:lnTo>
                    <a:pt x="2822" y="160"/>
                  </a:lnTo>
                  <a:lnTo>
                    <a:pt x="2811" y="126"/>
                  </a:lnTo>
                  <a:lnTo>
                    <a:pt x="2788" y="92"/>
                  </a:lnTo>
                  <a:lnTo>
                    <a:pt x="2765" y="58"/>
                  </a:lnTo>
                  <a:lnTo>
                    <a:pt x="2731" y="35"/>
                  </a:lnTo>
                  <a:lnTo>
                    <a:pt x="2697" y="12"/>
                  </a:lnTo>
                  <a:lnTo>
                    <a:pt x="2663"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8067661" y="2296688"/>
              <a:ext cx="1076375" cy="1470543"/>
            </a:xfrm>
            <a:custGeom>
              <a:avLst/>
              <a:gdLst/>
              <a:ahLst/>
              <a:cxnLst/>
              <a:rect l="l" t="t" r="r" b="b"/>
              <a:pathLst>
                <a:path w="10284" h="14050" extrusionOk="0">
                  <a:moveTo>
                    <a:pt x="2753" y="330"/>
                  </a:moveTo>
                  <a:lnTo>
                    <a:pt x="4744" y="1479"/>
                  </a:lnTo>
                  <a:lnTo>
                    <a:pt x="4733" y="1525"/>
                  </a:lnTo>
                  <a:lnTo>
                    <a:pt x="4733" y="1570"/>
                  </a:lnTo>
                  <a:lnTo>
                    <a:pt x="4733" y="1616"/>
                  </a:lnTo>
                  <a:lnTo>
                    <a:pt x="4744" y="1650"/>
                  </a:lnTo>
                  <a:lnTo>
                    <a:pt x="4767" y="1695"/>
                  </a:lnTo>
                  <a:lnTo>
                    <a:pt x="4790" y="1730"/>
                  </a:lnTo>
                  <a:lnTo>
                    <a:pt x="4824" y="1752"/>
                  </a:lnTo>
                  <a:lnTo>
                    <a:pt x="4858" y="1775"/>
                  </a:lnTo>
                  <a:lnTo>
                    <a:pt x="4903" y="1798"/>
                  </a:lnTo>
                  <a:lnTo>
                    <a:pt x="4949" y="1809"/>
                  </a:lnTo>
                  <a:lnTo>
                    <a:pt x="4949" y="4130"/>
                  </a:lnTo>
                  <a:lnTo>
                    <a:pt x="4881" y="4152"/>
                  </a:lnTo>
                  <a:lnTo>
                    <a:pt x="4824" y="4198"/>
                  </a:lnTo>
                  <a:lnTo>
                    <a:pt x="4790" y="4255"/>
                  </a:lnTo>
                  <a:lnTo>
                    <a:pt x="4778" y="4323"/>
                  </a:lnTo>
                  <a:lnTo>
                    <a:pt x="4778" y="4357"/>
                  </a:lnTo>
                  <a:lnTo>
                    <a:pt x="4790" y="4391"/>
                  </a:lnTo>
                  <a:lnTo>
                    <a:pt x="2810" y="5540"/>
                  </a:lnTo>
                  <a:lnTo>
                    <a:pt x="2776" y="5483"/>
                  </a:lnTo>
                  <a:lnTo>
                    <a:pt x="2719" y="5449"/>
                  </a:lnTo>
                  <a:lnTo>
                    <a:pt x="2662" y="5427"/>
                  </a:lnTo>
                  <a:lnTo>
                    <a:pt x="2594" y="5415"/>
                  </a:lnTo>
                  <a:lnTo>
                    <a:pt x="2537" y="5427"/>
                  </a:lnTo>
                  <a:lnTo>
                    <a:pt x="2480" y="5449"/>
                  </a:lnTo>
                  <a:lnTo>
                    <a:pt x="2424" y="5483"/>
                  </a:lnTo>
                  <a:lnTo>
                    <a:pt x="2389" y="5540"/>
                  </a:lnTo>
                  <a:lnTo>
                    <a:pt x="433" y="4414"/>
                  </a:lnTo>
                  <a:lnTo>
                    <a:pt x="444" y="4369"/>
                  </a:lnTo>
                  <a:lnTo>
                    <a:pt x="444" y="4323"/>
                  </a:lnTo>
                  <a:lnTo>
                    <a:pt x="444" y="4278"/>
                  </a:lnTo>
                  <a:lnTo>
                    <a:pt x="433" y="4243"/>
                  </a:lnTo>
                  <a:lnTo>
                    <a:pt x="410" y="4209"/>
                  </a:lnTo>
                  <a:lnTo>
                    <a:pt x="387" y="4175"/>
                  </a:lnTo>
                  <a:lnTo>
                    <a:pt x="365" y="4152"/>
                  </a:lnTo>
                  <a:lnTo>
                    <a:pt x="330" y="4130"/>
                  </a:lnTo>
                  <a:lnTo>
                    <a:pt x="285" y="4118"/>
                  </a:lnTo>
                  <a:lnTo>
                    <a:pt x="251" y="4107"/>
                  </a:lnTo>
                  <a:lnTo>
                    <a:pt x="251" y="1786"/>
                  </a:lnTo>
                  <a:lnTo>
                    <a:pt x="296" y="1786"/>
                  </a:lnTo>
                  <a:lnTo>
                    <a:pt x="330" y="1764"/>
                  </a:lnTo>
                  <a:lnTo>
                    <a:pt x="365" y="1752"/>
                  </a:lnTo>
                  <a:lnTo>
                    <a:pt x="399" y="1718"/>
                  </a:lnTo>
                  <a:lnTo>
                    <a:pt x="421" y="1684"/>
                  </a:lnTo>
                  <a:lnTo>
                    <a:pt x="444" y="1650"/>
                  </a:lnTo>
                  <a:lnTo>
                    <a:pt x="456" y="1604"/>
                  </a:lnTo>
                  <a:lnTo>
                    <a:pt x="456" y="1570"/>
                  </a:lnTo>
                  <a:lnTo>
                    <a:pt x="456" y="1525"/>
                  </a:lnTo>
                  <a:lnTo>
                    <a:pt x="444" y="1479"/>
                  </a:lnTo>
                  <a:lnTo>
                    <a:pt x="2446" y="330"/>
                  </a:lnTo>
                  <a:lnTo>
                    <a:pt x="2480" y="364"/>
                  </a:lnTo>
                  <a:lnTo>
                    <a:pt x="2515" y="387"/>
                  </a:lnTo>
                  <a:lnTo>
                    <a:pt x="2549" y="399"/>
                  </a:lnTo>
                  <a:lnTo>
                    <a:pt x="2594" y="410"/>
                  </a:lnTo>
                  <a:lnTo>
                    <a:pt x="2640" y="399"/>
                  </a:lnTo>
                  <a:lnTo>
                    <a:pt x="2685" y="387"/>
                  </a:lnTo>
                  <a:lnTo>
                    <a:pt x="2719" y="364"/>
                  </a:lnTo>
                  <a:lnTo>
                    <a:pt x="2753" y="330"/>
                  </a:lnTo>
                  <a:close/>
                  <a:moveTo>
                    <a:pt x="7520" y="342"/>
                  </a:moveTo>
                  <a:lnTo>
                    <a:pt x="9522" y="1502"/>
                  </a:lnTo>
                  <a:lnTo>
                    <a:pt x="9510" y="1570"/>
                  </a:lnTo>
                  <a:lnTo>
                    <a:pt x="9522" y="1604"/>
                  </a:lnTo>
                  <a:lnTo>
                    <a:pt x="9533" y="1639"/>
                  </a:lnTo>
                  <a:lnTo>
                    <a:pt x="9567" y="1695"/>
                  </a:lnTo>
                  <a:lnTo>
                    <a:pt x="9624" y="1741"/>
                  </a:lnTo>
                  <a:lnTo>
                    <a:pt x="9681" y="1764"/>
                  </a:lnTo>
                  <a:lnTo>
                    <a:pt x="9681" y="4073"/>
                  </a:lnTo>
                  <a:lnTo>
                    <a:pt x="9636" y="4084"/>
                  </a:lnTo>
                  <a:lnTo>
                    <a:pt x="9601" y="4096"/>
                  </a:lnTo>
                  <a:lnTo>
                    <a:pt x="9556" y="4118"/>
                  </a:lnTo>
                  <a:lnTo>
                    <a:pt x="9522" y="4152"/>
                  </a:lnTo>
                  <a:lnTo>
                    <a:pt x="9499" y="4187"/>
                  </a:lnTo>
                  <a:lnTo>
                    <a:pt x="9476" y="4232"/>
                  </a:lnTo>
                  <a:lnTo>
                    <a:pt x="9465" y="4278"/>
                  </a:lnTo>
                  <a:lnTo>
                    <a:pt x="9454" y="4323"/>
                  </a:lnTo>
                  <a:lnTo>
                    <a:pt x="9465" y="4380"/>
                  </a:lnTo>
                  <a:lnTo>
                    <a:pt x="9476" y="4426"/>
                  </a:lnTo>
                  <a:lnTo>
                    <a:pt x="7542" y="5540"/>
                  </a:lnTo>
                  <a:lnTo>
                    <a:pt x="7497" y="5495"/>
                  </a:lnTo>
                  <a:lnTo>
                    <a:pt x="7451" y="5461"/>
                  </a:lnTo>
                  <a:lnTo>
                    <a:pt x="7406" y="5438"/>
                  </a:lnTo>
                  <a:lnTo>
                    <a:pt x="7281" y="5438"/>
                  </a:lnTo>
                  <a:lnTo>
                    <a:pt x="7224" y="5461"/>
                  </a:lnTo>
                  <a:lnTo>
                    <a:pt x="7178" y="5495"/>
                  </a:lnTo>
                  <a:lnTo>
                    <a:pt x="7144" y="5540"/>
                  </a:lnTo>
                  <a:lnTo>
                    <a:pt x="5142" y="4391"/>
                  </a:lnTo>
                  <a:lnTo>
                    <a:pt x="5154" y="4357"/>
                  </a:lnTo>
                  <a:lnTo>
                    <a:pt x="5165" y="4323"/>
                  </a:lnTo>
                  <a:lnTo>
                    <a:pt x="5142" y="4255"/>
                  </a:lnTo>
                  <a:lnTo>
                    <a:pt x="5108" y="4198"/>
                  </a:lnTo>
                  <a:lnTo>
                    <a:pt x="5063" y="4152"/>
                  </a:lnTo>
                  <a:lnTo>
                    <a:pt x="4994" y="4130"/>
                  </a:lnTo>
                  <a:lnTo>
                    <a:pt x="4994" y="1809"/>
                  </a:lnTo>
                  <a:lnTo>
                    <a:pt x="5040" y="1798"/>
                  </a:lnTo>
                  <a:lnTo>
                    <a:pt x="5074" y="1775"/>
                  </a:lnTo>
                  <a:lnTo>
                    <a:pt x="5108" y="1752"/>
                  </a:lnTo>
                  <a:lnTo>
                    <a:pt x="5142" y="1730"/>
                  </a:lnTo>
                  <a:lnTo>
                    <a:pt x="5176" y="1695"/>
                  </a:lnTo>
                  <a:lnTo>
                    <a:pt x="5188" y="1650"/>
                  </a:lnTo>
                  <a:lnTo>
                    <a:pt x="5210" y="1616"/>
                  </a:lnTo>
                  <a:lnTo>
                    <a:pt x="5210" y="1570"/>
                  </a:lnTo>
                  <a:lnTo>
                    <a:pt x="5199" y="1525"/>
                  </a:lnTo>
                  <a:lnTo>
                    <a:pt x="5188" y="1479"/>
                  </a:lnTo>
                  <a:lnTo>
                    <a:pt x="7156" y="342"/>
                  </a:lnTo>
                  <a:lnTo>
                    <a:pt x="7190" y="376"/>
                  </a:lnTo>
                  <a:lnTo>
                    <a:pt x="7235" y="410"/>
                  </a:lnTo>
                  <a:lnTo>
                    <a:pt x="7281" y="433"/>
                  </a:lnTo>
                  <a:lnTo>
                    <a:pt x="7395" y="433"/>
                  </a:lnTo>
                  <a:lnTo>
                    <a:pt x="7440" y="410"/>
                  </a:lnTo>
                  <a:lnTo>
                    <a:pt x="7486" y="376"/>
                  </a:lnTo>
                  <a:lnTo>
                    <a:pt x="7520" y="342"/>
                  </a:lnTo>
                  <a:close/>
                  <a:moveTo>
                    <a:pt x="7554" y="8566"/>
                  </a:moveTo>
                  <a:lnTo>
                    <a:pt x="9476" y="9681"/>
                  </a:lnTo>
                  <a:lnTo>
                    <a:pt x="9465" y="9726"/>
                  </a:lnTo>
                  <a:lnTo>
                    <a:pt x="9465" y="9772"/>
                  </a:lnTo>
                  <a:lnTo>
                    <a:pt x="9465" y="9829"/>
                  </a:lnTo>
                  <a:lnTo>
                    <a:pt x="9476" y="9874"/>
                  </a:lnTo>
                  <a:lnTo>
                    <a:pt x="9499" y="9908"/>
                  </a:lnTo>
                  <a:lnTo>
                    <a:pt x="9522" y="9943"/>
                  </a:lnTo>
                  <a:lnTo>
                    <a:pt x="9556" y="9977"/>
                  </a:lnTo>
                  <a:lnTo>
                    <a:pt x="9601" y="9999"/>
                  </a:lnTo>
                  <a:lnTo>
                    <a:pt x="9636" y="10022"/>
                  </a:lnTo>
                  <a:lnTo>
                    <a:pt x="9681" y="10022"/>
                  </a:lnTo>
                  <a:lnTo>
                    <a:pt x="9681" y="12309"/>
                  </a:lnTo>
                  <a:lnTo>
                    <a:pt x="9647" y="12309"/>
                  </a:lnTo>
                  <a:lnTo>
                    <a:pt x="9601" y="12331"/>
                  </a:lnTo>
                  <a:lnTo>
                    <a:pt x="9567" y="12354"/>
                  </a:lnTo>
                  <a:lnTo>
                    <a:pt x="9545" y="12377"/>
                  </a:lnTo>
                  <a:lnTo>
                    <a:pt x="9510" y="12411"/>
                  </a:lnTo>
                  <a:lnTo>
                    <a:pt x="9499" y="12445"/>
                  </a:lnTo>
                  <a:lnTo>
                    <a:pt x="9488" y="12491"/>
                  </a:lnTo>
                  <a:lnTo>
                    <a:pt x="9476" y="12536"/>
                  </a:lnTo>
                  <a:lnTo>
                    <a:pt x="9488" y="12582"/>
                  </a:lnTo>
                  <a:lnTo>
                    <a:pt x="9499" y="12627"/>
                  </a:lnTo>
                  <a:lnTo>
                    <a:pt x="7486" y="13787"/>
                  </a:lnTo>
                  <a:lnTo>
                    <a:pt x="7451" y="13753"/>
                  </a:lnTo>
                  <a:lnTo>
                    <a:pt x="7417" y="13731"/>
                  </a:lnTo>
                  <a:lnTo>
                    <a:pt x="7383" y="13719"/>
                  </a:lnTo>
                  <a:lnTo>
                    <a:pt x="7338" y="13708"/>
                  </a:lnTo>
                  <a:lnTo>
                    <a:pt x="7292" y="13719"/>
                  </a:lnTo>
                  <a:lnTo>
                    <a:pt x="7258" y="13731"/>
                  </a:lnTo>
                  <a:lnTo>
                    <a:pt x="7224" y="13753"/>
                  </a:lnTo>
                  <a:lnTo>
                    <a:pt x="7201" y="13787"/>
                  </a:lnTo>
                  <a:lnTo>
                    <a:pt x="5210" y="12639"/>
                  </a:lnTo>
                  <a:lnTo>
                    <a:pt x="5222" y="12593"/>
                  </a:lnTo>
                  <a:lnTo>
                    <a:pt x="5233" y="12536"/>
                  </a:lnTo>
                  <a:lnTo>
                    <a:pt x="5233" y="12479"/>
                  </a:lnTo>
                  <a:lnTo>
                    <a:pt x="5210" y="12434"/>
                  </a:lnTo>
                  <a:lnTo>
                    <a:pt x="5188" y="12388"/>
                  </a:lnTo>
                  <a:lnTo>
                    <a:pt x="5165" y="12354"/>
                  </a:lnTo>
                  <a:lnTo>
                    <a:pt x="5131" y="12320"/>
                  </a:lnTo>
                  <a:lnTo>
                    <a:pt x="5085" y="12297"/>
                  </a:lnTo>
                  <a:lnTo>
                    <a:pt x="5040" y="12275"/>
                  </a:lnTo>
                  <a:lnTo>
                    <a:pt x="4994" y="12275"/>
                  </a:lnTo>
                  <a:lnTo>
                    <a:pt x="4994" y="10034"/>
                  </a:lnTo>
                  <a:lnTo>
                    <a:pt x="5040" y="10022"/>
                  </a:lnTo>
                  <a:lnTo>
                    <a:pt x="5085" y="10011"/>
                  </a:lnTo>
                  <a:lnTo>
                    <a:pt x="5119" y="9988"/>
                  </a:lnTo>
                  <a:lnTo>
                    <a:pt x="5165" y="9954"/>
                  </a:lnTo>
                  <a:lnTo>
                    <a:pt x="5188" y="9920"/>
                  </a:lnTo>
                  <a:lnTo>
                    <a:pt x="5210" y="9874"/>
                  </a:lnTo>
                  <a:lnTo>
                    <a:pt x="5222" y="9829"/>
                  </a:lnTo>
                  <a:lnTo>
                    <a:pt x="5233" y="9772"/>
                  </a:lnTo>
                  <a:lnTo>
                    <a:pt x="5222" y="9726"/>
                  </a:lnTo>
                  <a:lnTo>
                    <a:pt x="5210" y="9681"/>
                  </a:lnTo>
                  <a:lnTo>
                    <a:pt x="7133" y="8566"/>
                  </a:lnTo>
                  <a:lnTo>
                    <a:pt x="7167" y="8612"/>
                  </a:lnTo>
                  <a:lnTo>
                    <a:pt x="7224" y="8646"/>
                  </a:lnTo>
                  <a:lnTo>
                    <a:pt x="7281" y="8669"/>
                  </a:lnTo>
                  <a:lnTo>
                    <a:pt x="7338" y="8680"/>
                  </a:lnTo>
                  <a:lnTo>
                    <a:pt x="7406" y="8669"/>
                  </a:lnTo>
                  <a:lnTo>
                    <a:pt x="7463" y="8657"/>
                  </a:lnTo>
                  <a:lnTo>
                    <a:pt x="7508" y="8612"/>
                  </a:lnTo>
                  <a:lnTo>
                    <a:pt x="7554" y="8566"/>
                  </a:lnTo>
                  <a:close/>
                  <a:moveTo>
                    <a:pt x="7292" y="0"/>
                  </a:moveTo>
                  <a:lnTo>
                    <a:pt x="7258" y="12"/>
                  </a:lnTo>
                  <a:lnTo>
                    <a:pt x="7213" y="35"/>
                  </a:lnTo>
                  <a:lnTo>
                    <a:pt x="7190" y="57"/>
                  </a:lnTo>
                  <a:lnTo>
                    <a:pt x="7156" y="91"/>
                  </a:lnTo>
                  <a:lnTo>
                    <a:pt x="7133" y="137"/>
                  </a:lnTo>
                  <a:lnTo>
                    <a:pt x="7122" y="171"/>
                  </a:lnTo>
                  <a:lnTo>
                    <a:pt x="7122" y="217"/>
                  </a:lnTo>
                  <a:lnTo>
                    <a:pt x="7122" y="262"/>
                  </a:lnTo>
                  <a:lnTo>
                    <a:pt x="7133" y="308"/>
                  </a:lnTo>
                  <a:lnTo>
                    <a:pt x="5176" y="1434"/>
                  </a:lnTo>
                  <a:lnTo>
                    <a:pt x="5131" y="1388"/>
                  </a:lnTo>
                  <a:lnTo>
                    <a:pt x="5085" y="1354"/>
                  </a:lnTo>
                  <a:lnTo>
                    <a:pt x="5028" y="1331"/>
                  </a:lnTo>
                  <a:lnTo>
                    <a:pt x="4903" y="1331"/>
                  </a:lnTo>
                  <a:lnTo>
                    <a:pt x="4858" y="1354"/>
                  </a:lnTo>
                  <a:lnTo>
                    <a:pt x="4801" y="1388"/>
                  </a:lnTo>
                  <a:lnTo>
                    <a:pt x="4767" y="1434"/>
                  </a:lnTo>
                  <a:lnTo>
                    <a:pt x="2776" y="285"/>
                  </a:lnTo>
                  <a:lnTo>
                    <a:pt x="2788" y="251"/>
                  </a:lnTo>
                  <a:lnTo>
                    <a:pt x="2788" y="217"/>
                  </a:lnTo>
                  <a:lnTo>
                    <a:pt x="2788" y="182"/>
                  </a:lnTo>
                  <a:lnTo>
                    <a:pt x="2776" y="148"/>
                  </a:lnTo>
                  <a:lnTo>
                    <a:pt x="2753" y="114"/>
                  </a:lnTo>
                  <a:lnTo>
                    <a:pt x="2731" y="80"/>
                  </a:lnTo>
                  <a:lnTo>
                    <a:pt x="2708" y="57"/>
                  </a:lnTo>
                  <a:lnTo>
                    <a:pt x="2674" y="46"/>
                  </a:lnTo>
                  <a:lnTo>
                    <a:pt x="2640" y="35"/>
                  </a:lnTo>
                  <a:lnTo>
                    <a:pt x="2594" y="23"/>
                  </a:lnTo>
                  <a:lnTo>
                    <a:pt x="2560" y="35"/>
                  </a:lnTo>
                  <a:lnTo>
                    <a:pt x="2526" y="46"/>
                  </a:lnTo>
                  <a:lnTo>
                    <a:pt x="2492" y="57"/>
                  </a:lnTo>
                  <a:lnTo>
                    <a:pt x="2469" y="80"/>
                  </a:lnTo>
                  <a:lnTo>
                    <a:pt x="2446" y="114"/>
                  </a:lnTo>
                  <a:lnTo>
                    <a:pt x="2424" y="148"/>
                  </a:lnTo>
                  <a:lnTo>
                    <a:pt x="2412" y="182"/>
                  </a:lnTo>
                  <a:lnTo>
                    <a:pt x="2412" y="217"/>
                  </a:lnTo>
                  <a:lnTo>
                    <a:pt x="2412" y="251"/>
                  </a:lnTo>
                  <a:lnTo>
                    <a:pt x="2424" y="285"/>
                  </a:lnTo>
                  <a:lnTo>
                    <a:pt x="421" y="1445"/>
                  </a:lnTo>
                  <a:lnTo>
                    <a:pt x="387" y="1400"/>
                  </a:lnTo>
                  <a:lnTo>
                    <a:pt x="342" y="1366"/>
                  </a:lnTo>
                  <a:lnTo>
                    <a:pt x="285" y="1343"/>
                  </a:lnTo>
                  <a:lnTo>
                    <a:pt x="183" y="1343"/>
                  </a:lnTo>
                  <a:lnTo>
                    <a:pt x="137" y="1354"/>
                  </a:lnTo>
                  <a:lnTo>
                    <a:pt x="103" y="1377"/>
                  </a:lnTo>
                  <a:lnTo>
                    <a:pt x="69" y="1411"/>
                  </a:lnTo>
                  <a:lnTo>
                    <a:pt x="46" y="1434"/>
                  </a:lnTo>
                  <a:lnTo>
                    <a:pt x="23" y="1479"/>
                  </a:lnTo>
                  <a:lnTo>
                    <a:pt x="12" y="1525"/>
                  </a:lnTo>
                  <a:lnTo>
                    <a:pt x="1" y="1570"/>
                  </a:lnTo>
                  <a:lnTo>
                    <a:pt x="1" y="1604"/>
                  </a:lnTo>
                  <a:lnTo>
                    <a:pt x="23" y="1650"/>
                  </a:lnTo>
                  <a:lnTo>
                    <a:pt x="35" y="1684"/>
                  </a:lnTo>
                  <a:lnTo>
                    <a:pt x="57" y="1718"/>
                  </a:lnTo>
                  <a:lnTo>
                    <a:pt x="92" y="1741"/>
                  </a:lnTo>
                  <a:lnTo>
                    <a:pt x="126" y="1764"/>
                  </a:lnTo>
                  <a:lnTo>
                    <a:pt x="160" y="1786"/>
                  </a:lnTo>
                  <a:lnTo>
                    <a:pt x="205" y="1786"/>
                  </a:lnTo>
                  <a:lnTo>
                    <a:pt x="205" y="4107"/>
                  </a:lnTo>
                  <a:lnTo>
                    <a:pt x="160" y="4118"/>
                  </a:lnTo>
                  <a:lnTo>
                    <a:pt x="126" y="4130"/>
                  </a:lnTo>
                  <a:lnTo>
                    <a:pt x="92" y="4152"/>
                  </a:lnTo>
                  <a:lnTo>
                    <a:pt x="69" y="4175"/>
                  </a:lnTo>
                  <a:lnTo>
                    <a:pt x="46" y="4209"/>
                  </a:lnTo>
                  <a:lnTo>
                    <a:pt x="23" y="4243"/>
                  </a:lnTo>
                  <a:lnTo>
                    <a:pt x="12" y="4278"/>
                  </a:lnTo>
                  <a:lnTo>
                    <a:pt x="12" y="4323"/>
                  </a:lnTo>
                  <a:lnTo>
                    <a:pt x="12" y="4369"/>
                  </a:lnTo>
                  <a:lnTo>
                    <a:pt x="35" y="4403"/>
                  </a:lnTo>
                  <a:lnTo>
                    <a:pt x="46" y="4448"/>
                  </a:lnTo>
                  <a:lnTo>
                    <a:pt x="80" y="4482"/>
                  </a:lnTo>
                  <a:lnTo>
                    <a:pt x="103" y="4505"/>
                  </a:lnTo>
                  <a:lnTo>
                    <a:pt x="148" y="4528"/>
                  </a:lnTo>
                  <a:lnTo>
                    <a:pt x="183" y="4539"/>
                  </a:lnTo>
                  <a:lnTo>
                    <a:pt x="285" y="4539"/>
                  </a:lnTo>
                  <a:lnTo>
                    <a:pt x="330" y="4517"/>
                  </a:lnTo>
                  <a:lnTo>
                    <a:pt x="376" y="4482"/>
                  </a:lnTo>
                  <a:lnTo>
                    <a:pt x="410" y="4448"/>
                  </a:lnTo>
                  <a:lnTo>
                    <a:pt x="2367" y="5574"/>
                  </a:lnTo>
                  <a:lnTo>
                    <a:pt x="2355" y="5620"/>
                  </a:lnTo>
                  <a:lnTo>
                    <a:pt x="2344" y="5665"/>
                  </a:lnTo>
                  <a:lnTo>
                    <a:pt x="2355" y="5722"/>
                  </a:lnTo>
                  <a:lnTo>
                    <a:pt x="2367" y="5768"/>
                  </a:lnTo>
                  <a:lnTo>
                    <a:pt x="2389" y="5813"/>
                  </a:lnTo>
                  <a:lnTo>
                    <a:pt x="2424" y="5847"/>
                  </a:lnTo>
                  <a:lnTo>
                    <a:pt x="2458" y="5882"/>
                  </a:lnTo>
                  <a:lnTo>
                    <a:pt x="2503" y="5904"/>
                  </a:lnTo>
                  <a:lnTo>
                    <a:pt x="2549" y="5916"/>
                  </a:lnTo>
                  <a:lnTo>
                    <a:pt x="2594" y="5927"/>
                  </a:lnTo>
                  <a:lnTo>
                    <a:pt x="2651" y="5916"/>
                  </a:lnTo>
                  <a:lnTo>
                    <a:pt x="2697" y="5904"/>
                  </a:lnTo>
                  <a:lnTo>
                    <a:pt x="2742" y="5882"/>
                  </a:lnTo>
                  <a:lnTo>
                    <a:pt x="2776" y="5847"/>
                  </a:lnTo>
                  <a:lnTo>
                    <a:pt x="2810" y="5813"/>
                  </a:lnTo>
                  <a:lnTo>
                    <a:pt x="2833" y="5768"/>
                  </a:lnTo>
                  <a:lnTo>
                    <a:pt x="2844" y="5722"/>
                  </a:lnTo>
                  <a:lnTo>
                    <a:pt x="2856" y="5665"/>
                  </a:lnTo>
                  <a:lnTo>
                    <a:pt x="2844" y="5620"/>
                  </a:lnTo>
                  <a:lnTo>
                    <a:pt x="2833" y="5574"/>
                  </a:lnTo>
                  <a:lnTo>
                    <a:pt x="4812" y="4437"/>
                  </a:lnTo>
                  <a:lnTo>
                    <a:pt x="4846" y="4471"/>
                  </a:lnTo>
                  <a:lnTo>
                    <a:pt x="4881" y="4494"/>
                  </a:lnTo>
                  <a:lnTo>
                    <a:pt x="4926" y="4505"/>
                  </a:lnTo>
                  <a:lnTo>
                    <a:pt x="4972" y="4517"/>
                  </a:lnTo>
                  <a:lnTo>
                    <a:pt x="5017" y="4505"/>
                  </a:lnTo>
                  <a:lnTo>
                    <a:pt x="5063" y="4494"/>
                  </a:lnTo>
                  <a:lnTo>
                    <a:pt x="5097" y="4471"/>
                  </a:lnTo>
                  <a:lnTo>
                    <a:pt x="5119" y="4437"/>
                  </a:lnTo>
                  <a:lnTo>
                    <a:pt x="7122" y="5586"/>
                  </a:lnTo>
                  <a:lnTo>
                    <a:pt x="7110" y="5631"/>
                  </a:lnTo>
                  <a:lnTo>
                    <a:pt x="7099" y="5665"/>
                  </a:lnTo>
                  <a:lnTo>
                    <a:pt x="7110" y="5711"/>
                  </a:lnTo>
                  <a:lnTo>
                    <a:pt x="7122" y="5756"/>
                  </a:lnTo>
                  <a:lnTo>
                    <a:pt x="7144" y="5791"/>
                  </a:lnTo>
                  <a:lnTo>
                    <a:pt x="7167" y="5825"/>
                  </a:lnTo>
                  <a:lnTo>
                    <a:pt x="7201" y="5859"/>
                  </a:lnTo>
                  <a:lnTo>
                    <a:pt x="7235" y="5882"/>
                  </a:lnTo>
                  <a:lnTo>
                    <a:pt x="7269" y="5893"/>
                  </a:lnTo>
                  <a:lnTo>
                    <a:pt x="7315" y="5904"/>
                  </a:lnTo>
                  <a:lnTo>
                    <a:pt x="7315" y="8179"/>
                  </a:lnTo>
                  <a:lnTo>
                    <a:pt x="7269" y="8179"/>
                  </a:lnTo>
                  <a:lnTo>
                    <a:pt x="7224" y="8202"/>
                  </a:lnTo>
                  <a:lnTo>
                    <a:pt x="7190" y="8225"/>
                  </a:lnTo>
                  <a:lnTo>
                    <a:pt x="7156" y="8259"/>
                  </a:lnTo>
                  <a:lnTo>
                    <a:pt x="7122" y="8293"/>
                  </a:lnTo>
                  <a:lnTo>
                    <a:pt x="7099" y="8339"/>
                  </a:lnTo>
                  <a:lnTo>
                    <a:pt x="7087" y="8384"/>
                  </a:lnTo>
                  <a:lnTo>
                    <a:pt x="7087" y="8430"/>
                  </a:lnTo>
                  <a:lnTo>
                    <a:pt x="7087" y="8487"/>
                  </a:lnTo>
                  <a:lnTo>
                    <a:pt x="7110" y="8532"/>
                  </a:lnTo>
                  <a:lnTo>
                    <a:pt x="5188" y="9635"/>
                  </a:lnTo>
                  <a:lnTo>
                    <a:pt x="5154" y="9590"/>
                  </a:lnTo>
                  <a:lnTo>
                    <a:pt x="5097" y="9556"/>
                  </a:lnTo>
                  <a:lnTo>
                    <a:pt x="5040" y="9522"/>
                  </a:lnTo>
                  <a:lnTo>
                    <a:pt x="4915" y="9522"/>
                  </a:lnTo>
                  <a:lnTo>
                    <a:pt x="4869" y="9533"/>
                  </a:lnTo>
                  <a:lnTo>
                    <a:pt x="4824" y="9567"/>
                  </a:lnTo>
                  <a:lnTo>
                    <a:pt x="4790" y="9590"/>
                  </a:lnTo>
                  <a:lnTo>
                    <a:pt x="4755" y="9635"/>
                  </a:lnTo>
                  <a:lnTo>
                    <a:pt x="4733" y="9681"/>
                  </a:lnTo>
                  <a:lnTo>
                    <a:pt x="4721" y="9726"/>
                  </a:lnTo>
                  <a:lnTo>
                    <a:pt x="4710" y="9772"/>
                  </a:lnTo>
                  <a:lnTo>
                    <a:pt x="4710" y="9829"/>
                  </a:lnTo>
                  <a:lnTo>
                    <a:pt x="4733" y="9874"/>
                  </a:lnTo>
                  <a:lnTo>
                    <a:pt x="4755" y="9920"/>
                  </a:lnTo>
                  <a:lnTo>
                    <a:pt x="4778" y="9954"/>
                  </a:lnTo>
                  <a:lnTo>
                    <a:pt x="4812" y="9988"/>
                  </a:lnTo>
                  <a:lnTo>
                    <a:pt x="4858" y="10011"/>
                  </a:lnTo>
                  <a:lnTo>
                    <a:pt x="4892" y="10022"/>
                  </a:lnTo>
                  <a:lnTo>
                    <a:pt x="4949" y="10034"/>
                  </a:lnTo>
                  <a:lnTo>
                    <a:pt x="4949" y="12275"/>
                  </a:lnTo>
                  <a:lnTo>
                    <a:pt x="4892" y="12286"/>
                  </a:lnTo>
                  <a:lnTo>
                    <a:pt x="4846" y="12297"/>
                  </a:lnTo>
                  <a:lnTo>
                    <a:pt x="4812" y="12320"/>
                  </a:lnTo>
                  <a:lnTo>
                    <a:pt x="4778" y="12354"/>
                  </a:lnTo>
                  <a:lnTo>
                    <a:pt x="4744" y="12388"/>
                  </a:lnTo>
                  <a:lnTo>
                    <a:pt x="4721" y="12434"/>
                  </a:lnTo>
                  <a:lnTo>
                    <a:pt x="4710" y="12479"/>
                  </a:lnTo>
                  <a:lnTo>
                    <a:pt x="4710" y="12536"/>
                  </a:lnTo>
                  <a:lnTo>
                    <a:pt x="4710" y="12582"/>
                  </a:lnTo>
                  <a:lnTo>
                    <a:pt x="4721" y="12639"/>
                  </a:lnTo>
                  <a:lnTo>
                    <a:pt x="4755" y="12684"/>
                  </a:lnTo>
                  <a:lnTo>
                    <a:pt x="4778" y="12718"/>
                  </a:lnTo>
                  <a:lnTo>
                    <a:pt x="4824" y="12752"/>
                  </a:lnTo>
                  <a:lnTo>
                    <a:pt x="4869" y="12775"/>
                  </a:lnTo>
                  <a:lnTo>
                    <a:pt x="4915" y="12786"/>
                  </a:lnTo>
                  <a:lnTo>
                    <a:pt x="4972" y="12798"/>
                  </a:lnTo>
                  <a:lnTo>
                    <a:pt x="5040" y="12786"/>
                  </a:lnTo>
                  <a:lnTo>
                    <a:pt x="5097" y="12764"/>
                  </a:lnTo>
                  <a:lnTo>
                    <a:pt x="5142" y="12730"/>
                  </a:lnTo>
                  <a:lnTo>
                    <a:pt x="5188" y="12684"/>
                  </a:lnTo>
                  <a:lnTo>
                    <a:pt x="7178" y="13833"/>
                  </a:lnTo>
                  <a:lnTo>
                    <a:pt x="7167" y="13878"/>
                  </a:lnTo>
                  <a:lnTo>
                    <a:pt x="7167" y="13913"/>
                  </a:lnTo>
                  <a:lnTo>
                    <a:pt x="7178" y="13947"/>
                  </a:lnTo>
                  <a:lnTo>
                    <a:pt x="7224" y="14004"/>
                  </a:lnTo>
                  <a:lnTo>
                    <a:pt x="7269" y="14038"/>
                  </a:lnTo>
                  <a:lnTo>
                    <a:pt x="7304" y="14049"/>
                  </a:lnTo>
                  <a:lnTo>
                    <a:pt x="7372" y="14049"/>
                  </a:lnTo>
                  <a:lnTo>
                    <a:pt x="7406" y="14038"/>
                  </a:lnTo>
                  <a:lnTo>
                    <a:pt x="7463" y="14004"/>
                  </a:lnTo>
                  <a:lnTo>
                    <a:pt x="7497" y="13947"/>
                  </a:lnTo>
                  <a:lnTo>
                    <a:pt x="7508" y="13913"/>
                  </a:lnTo>
                  <a:lnTo>
                    <a:pt x="7508" y="13878"/>
                  </a:lnTo>
                  <a:lnTo>
                    <a:pt x="7497" y="13833"/>
                  </a:lnTo>
                  <a:lnTo>
                    <a:pt x="9522" y="12661"/>
                  </a:lnTo>
                  <a:lnTo>
                    <a:pt x="9556" y="12707"/>
                  </a:lnTo>
                  <a:lnTo>
                    <a:pt x="9601" y="12741"/>
                  </a:lnTo>
                  <a:lnTo>
                    <a:pt x="9658" y="12752"/>
                  </a:lnTo>
                  <a:lnTo>
                    <a:pt x="9715" y="12764"/>
                  </a:lnTo>
                  <a:lnTo>
                    <a:pt x="9761" y="12752"/>
                  </a:lnTo>
                  <a:lnTo>
                    <a:pt x="9818" y="12741"/>
                  </a:lnTo>
                  <a:lnTo>
                    <a:pt x="9863" y="12707"/>
                  </a:lnTo>
                  <a:lnTo>
                    <a:pt x="9897" y="12661"/>
                  </a:lnTo>
                  <a:lnTo>
                    <a:pt x="10284" y="12889"/>
                  </a:lnTo>
                  <a:lnTo>
                    <a:pt x="10284" y="12832"/>
                  </a:lnTo>
                  <a:lnTo>
                    <a:pt x="9920" y="12627"/>
                  </a:lnTo>
                  <a:lnTo>
                    <a:pt x="9931" y="12582"/>
                  </a:lnTo>
                  <a:lnTo>
                    <a:pt x="9943" y="12536"/>
                  </a:lnTo>
                  <a:lnTo>
                    <a:pt x="9931" y="12491"/>
                  </a:lnTo>
                  <a:lnTo>
                    <a:pt x="9920" y="12445"/>
                  </a:lnTo>
                  <a:lnTo>
                    <a:pt x="9909" y="12411"/>
                  </a:lnTo>
                  <a:lnTo>
                    <a:pt x="9874" y="12377"/>
                  </a:lnTo>
                  <a:lnTo>
                    <a:pt x="9852" y="12354"/>
                  </a:lnTo>
                  <a:lnTo>
                    <a:pt x="9818" y="12331"/>
                  </a:lnTo>
                  <a:lnTo>
                    <a:pt x="9772" y="12309"/>
                  </a:lnTo>
                  <a:lnTo>
                    <a:pt x="9727" y="12309"/>
                  </a:lnTo>
                  <a:lnTo>
                    <a:pt x="9727" y="10022"/>
                  </a:lnTo>
                  <a:lnTo>
                    <a:pt x="9783" y="10022"/>
                  </a:lnTo>
                  <a:lnTo>
                    <a:pt x="9818" y="9999"/>
                  </a:lnTo>
                  <a:lnTo>
                    <a:pt x="9863" y="9977"/>
                  </a:lnTo>
                  <a:lnTo>
                    <a:pt x="9897" y="9943"/>
                  </a:lnTo>
                  <a:lnTo>
                    <a:pt x="9920" y="9908"/>
                  </a:lnTo>
                  <a:lnTo>
                    <a:pt x="9943" y="9874"/>
                  </a:lnTo>
                  <a:lnTo>
                    <a:pt x="9954" y="9829"/>
                  </a:lnTo>
                  <a:lnTo>
                    <a:pt x="9965" y="9772"/>
                  </a:lnTo>
                  <a:lnTo>
                    <a:pt x="9954" y="9726"/>
                  </a:lnTo>
                  <a:lnTo>
                    <a:pt x="9943" y="9681"/>
                  </a:lnTo>
                  <a:lnTo>
                    <a:pt x="10284" y="9488"/>
                  </a:lnTo>
                  <a:lnTo>
                    <a:pt x="10284" y="9431"/>
                  </a:lnTo>
                  <a:lnTo>
                    <a:pt x="9920" y="9647"/>
                  </a:lnTo>
                  <a:lnTo>
                    <a:pt x="9886" y="9601"/>
                  </a:lnTo>
                  <a:lnTo>
                    <a:pt x="9829" y="9556"/>
                  </a:lnTo>
                  <a:lnTo>
                    <a:pt x="9772" y="9533"/>
                  </a:lnTo>
                  <a:lnTo>
                    <a:pt x="9715" y="9522"/>
                  </a:lnTo>
                  <a:lnTo>
                    <a:pt x="9647" y="9533"/>
                  </a:lnTo>
                  <a:lnTo>
                    <a:pt x="9590" y="9556"/>
                  </a:lnTo>
                  <a:lnTo>
                    <a:pt x="9533" y="9601"/>
                  </a:lnTo>
                  <a:lnTo>
                    <a:pt x="9499" y="9647"/>
                  </a:lnTo>
                  <a:lnTo>
                    <a:pt x="7577" y="8532"/>
                  </a:lnTo>
                  <a:lnTo>
                    <a:pt x="7588" y="8487"/>
                  </a:lnTo>
                  <a:lnTo>
                    <a:pt x="7588" y="8430"/>
                  </a:lnTo>
                  <a:lnTo>
                    <a:pt x="7588" y="8384"/>
                  </a:lnTo>
                  <a:lnTo>
                    <a:pt x="7577" y="8339"/>
                  </a:lnTo>
                  <a:lnTo>
                    <a:pt x="7554" y="8293"/>
                  </a:lnTo>
                  <a:lnTo>
                    <a:pt x="7531" y="8259"/>
                  </a:lnTo>
                  <a:lnTo>
                    <a:pt x="7497" y="8225"/>
                  </a:lnTo>
                  <a:lnTo>
                    <a:pt x="7451" y="8202"/>
                  </a:lnTo>
                  <a:lnTo>
                    <a:pt x="7406" y="8179"/>
                  </a:lnTo>
                  <a:lnTo>
                    <a:pt x="7360" y="8179"/>
                  </a:lnTo>
                  <a:lnTo>
                    <a:pt x="7360" y="5904"/>
                  </a:lnTo>
                  <a:lnTo>
                    <a:pt x="7406" y="5893"/>
                  </a:lnTo>
                  <a:lnTo>
                    <a:pt x="7451" y="5882"/>
                  </a:lnTo>
                  <a:lnTo>
                    <a:pt x="7486" y="5859"/>
                  </a:lnTo>
                  <a:lnTo>
                    <a:pt x="7508" y="5825"/>
                  </a:lnTo>
                  <a:lnTo>
                    <a:pt x="7542" y="5791"/>
                  </a:lnTo>
                  <a:lnTo>
                    <a:pt x="7565" y="5756"/>
                  </a:lnTo>
                  <a:lnTo>
                    <a:pt x="7577" y="5711"/>
                  </a:lnTo>
                  <a:lnTo>
                    <a:pt x="7577" y="5665"/>
                  </a:lnTo>
                  <a:lnTo>
                    <a:pt x="7577" y="5631"/>
                  </a:lnTo>
                  <a:lnTo>
                    <a:pt x="7565" y="5586"/>
                  </a:lnTo>
                  <a:lnTo>
                    <a:pt x="9499" y="4460"/>
                  </a:lnTo>
                  <a:lnTo>
                    <a:pt x="9545" y="4505"/>
                  </a:lnTo>
                  <a:lnTo>
                    <a:pt x="9590" y="4539"/>
                  </a:lnTo>
                  <a:lnTo>
                    <a:pt x="9647" y="4562"/>
                  </a:lnTo>
                  <a:lnTo>
                    <a:pt x="9715" y="4573"/>
                  </a:lnTo>
                  <a:lnTo>
                    <a:pt x="9772" y="4562"/>
                  </a:lnTo>
                  <a:lnTo>
                    <a:pt x="9829" y="4539"/>
                  </a:lnTo>
                  <a:lnTo>
                    <a:pt x="9874" y="4505"/>
                  </a:lnTo>
                  <a:lnTo>
                    <a:pt x="9920" y="4460"/>
                  </a:lnTo>
                  <a:lnTo>
                    <a:pt x="10284" y="4676"/>
                  </a:lnTo>
                  <a:lnTo>
                    <a:pt x="10284" y="4619"/>
                  </a:lnTo>
                  <a:lnTo>
                    <a:pt x="9943" y="4426"/>
                  </a:lnTo>
                  <a:lnTo>
                    <a:pt x="9954" y="4380"/>
                  </a:lnTo>
                  <a:lnTo>
                    <a:pt x="9965" y="4323"/>
                  </a:lnTo>
                  <a:lnTo>
                    <a:pt x="9954" y="4278"/>
                  </a:lnTo>
                  <a:lnTo>
                    <a:pt x="9943" y="4232"/>
                  </a:lnTo>
                  <a:lnTo>
                    <a:pt x="9920" y="4187"/>
                  </a:lnTo>
                  <a:lnTo>
                    <a:pt x="9897" y="4152"/>
                  </a:lnTo>
                  <a:lnTo>
                    <a:pt x="9863" y="4118"/>
                  </a:lnTo>
                  <a:lnTo>
                    <a:pt x="9818" y="4096"/>
                  </a:lnTo>
                  <a:lnTo>
                    <a:pt x="9783" y="4084"/>
                  </a:lnTo>
                  <a:lnTo>
                    <a:pt x="9727" y="4073"/>
                  </a:lnTo>
                  <a:lnTo>
                    <a:pt x="9727" y="1764"/>
                  </a:lnTo>
                  <a:lnTo>
                    <a:pt x="9795" y="1741"/>
                  </a:lnTo>
                  <a:lnTo>
                    <a:pt x="9852" y="1695"/>
                  </a:lnTo>
                  <a:lnTo>
                    <a:pt x="9886" y="1639"/>
                  </a:lnTo>
                  <a:lnTo>
                    <a:pt x="9897" y="1604"/>
                  </a:lnTo>
                  <a:lnTo>
                    <a:pt x="9909" y="1570"/>
                  </a:lnTo>
                  <a:lnTo>
                    <a:pt x="9897" y="1502"/>
                  </a:lnTo>
                  <a:lnTo>
                    <a:pt x="10284" y="1275"/>
                  </a:lnTo>
                  <a:lnTo>
                    <a:pt x="10284" y="1218"/>
                  </a:lnTo>
                  <a:lnTo>
                    <a:pt x="9874" y="1457"/>
                  </a:lnTo>
                  <a:lnTo>
                    <a:pt x="9840" y="1422"/>
                  </a:lnTo>
                  <a:lnTo>
                    <a:pt x="9806" y="1400"/>
                  </a:lnTo>
                  <a:lnTo>
                    <a:pt x="9761" y="1377"/>
                  </a:lnTo>
                  <a:lnTo>
                    <a:pt x="9658" y="1377"/>
                  </a:lnTo>
                  <a:lnTo>
                    <a:pt x="9613" y="1400"/>
                  </a:lnTo>
                  <a:lnTo>
                    <a:pt x="9579" y="1422"/>
                  </a:lnTo>
                  <a:lnTo>
                    <a:pt x="9545" y="1457"/>
                  </a:lnTo>
                  <a:lnTo>
                    <a:pt x="7542" y="308"/>
                  </a:lnTo>
                  <a:lnTo>
                    <a:pt x="7554" y="262"/>
                  </a:lnTo>
                  <a:lnTo>
                    <a:pt x="7554" y="217"/>
                  </a:lnTo>
                  <a:lnTo>
                    <a:pt x="7554" y="171"/>
                  </a:lnTo>
                  <a:lnTo>
                    <a:pt x="7542" y="137"/>
                  </a:lnTo>
                  <a:lnTo>
                    <a:pt x="7520" y="91"/>
                  </a:lnTo>
                  <a:lnTo>
                    <a:pt x="7497" y="57"/>
                  </a:lnTo>
                  <a:lnTo>
                    <a:pt x="7463" y="35"/>
                  </a:lnTo>
                  <a:lnTo>
                    <a:pt x="7429" y="12"/>
                  </a:lnTo>
                  <a:lnTo>
                    <a:pt x="73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0"/>
            <p:cNvSpPr/>
            <p:nvPr/>
          </p:nvSpPr>
          <p:spPr>
            <a:xfrm>
              <a:off x="0" y="2730110"/>
              <a:ext cx="1163351" cy="2328901"/>
            </a:xfrm>
            <a:custGeom>
              <a:avLst/>
              <a:gdLst/>
              <a:ahLst/>
              <a:cxnLst/>
              <a:rect l="l" t="t" r="r" b="b"/>
              <a:pathLst>
                <a:path w="11115" h="22251" extrusionOk="0">
                  <a:moveTo>
                    <a:pt x="3971" y="4391"/>
                  </a:moveTo>
                  <a:lnTo>
                    <a:pt x="6007" y="5574"/>
                  </a:lnTo>
                  <a:lnTo>
                    <a:pt x="5996" y="5631"/>
                  </a:lnTo>
                  <a:lnTo>
                    <a:pt x="5996" y="5676"/>
                  </a:lnTo>
                  <a:lnTo>
                    <a:pt x="6007" y="5711"/>
                  </a:lnTo>
                  <a:lnTo>
                    <a:pt x="6041" y="5767"/>
                  </a:lnTo>
                  <a:lnTo>
                    <a:pt x="6098" y="5813"/>
                  </a:lnTo>
                  <a:lnTo>
                    <a:pt x="6166" y="5836"/>
                  </a:lnTo>
                  <a:lnTo>
                    <a:pt x="6166" y="8145"/>
                  </a:lnTo>
                  <a:lnTo>
                    <a:pt x="6121" y="8156"/>
                  </a:lnTo>
                  <a:lnTo>
                    <a:pt x="6087" y="8168"/>
                  </a:lnTo>
                  <a:lnTo>
                    <a:pt x="6041" y="8202"/>
                  </a:lnTo>
                  <a:lnTo>
                    <a:pt x="6018" y="8225"/>
                  </a:lnTo>
                  <a:lnTo>
                    <a:pt x="5984" y="8259"/>
                  </a:lnTo>
                  <a:lnTo>
                    <a:pt x="5973" y="8304"/>
                  </a:lnTo>
                  <a:lnTo>
                    <a:pt x="5950" y="8350"/>
                  </a:lnTo>
                  <a:lnTo>
                    <a:pt x="5950" y="8395"/>
                  </a:lnTo>
                  <a:lnTo>
                    <a:pt x="5950" y="8441"/>
                  </a:lnTo>
                  <a:lnTo>
                    <a:pt x="5973" y="8486"/>
                  </a:lnTo>
                  <a:lnTo>
                    <a:pt x="4039" y="9612"/>
                  </a:lnTo>
                  <a:lnTo>
                    <a:pt x="3994" y="9555"/>
                  </a:lnTo>
                  <a:lnTo>
                    <a:pt x="3948" y="9521"/>
                  </a:lnTo>
                  <a:lnTo>
                    <a:pt x="3891" y="9499"/>
                  </a:lnTo>
                  <a:lnTo>
                    <a:pt x="3823" y="9487"/>
                  </a:lnTo>
                  <a:lnTo>
                    <a:pt x="3766" y="9499"/>
                  </a:lnTo>
                  <a:lnTo>
                    <a:pt x="3709" y="9521"/>
                  </a:lnTo>
                  <a:lnTo>
                    <a:pt x="3652" y="9567"/>
                  </a:lnTo>
                  <a:lnTo>
                    <a:pt x="3618" y="9612"/>
                  </a:lnTo>
                  <a:lnTo>
                    <a:pt x="1628" y="8463"/>
                  </a:lnTo>
                  <a:lnTo>
                    <a:pt x="1628" y="8429"/>
                  </a:lnTo>
                  <a:lnTo>
                    <a:pt x="1639" y="8395"/>
                  </a:lnTo>
                  <a:lnTo>
                    <a:pt x="1628" y="8327"/>
                  </a:lnTo>
                  <a:lnTo>
                    <a:pt x="1593" y="8270"/>
                  </a:lnTo>
                  <a:lnTo>
                    <a:pt x="1537" y="8236"/>
                  </a:lnTo>
                  <a:lnTo>
                    <a:pt x="1480" y="8213"/>
                  </a:lnTo>
                  <a:lnTo>
                    <a:pt x="1480" y="5836"/>
                  </a:lnTo>
                  <a:lnTo>
                    <a:pt x="1514" y="5836"/>
                  </a:lnTo>
                  <a:lnTo>
                    <a:pt x="1548" y="5824"/>
                  </a:lnTo>
                  <a:lnTo>
                    <a:pt x="1582" y="5802"/>
                  </a:lnTo>
                  <a:lnTo>
                    <a:pt x="1605" y="5779"/>
                  </a:lnTo>
                  <a:lnTo>
                    <a:pt x="1628" y="5745"/>
                  </a:lnTo>
                  <a:lnTo>
                    <a:pt x="1650" y="5711"/>
                  </a:lnTo>
                  <a:lnTo>
                    <a:pt x="1662" y="5676"/>
                  </a:lnTo>
                  <a:lnTo>
                    <a:pt x="1662" y="5631"/>
                  </a:lnTo>
                  <a:lnTo>
                    <a:pt x="1662" y="5597"/>
                  </a:lnTo>
                  <a:lnTo>
                    <a:pt x="1650" y="5563"/>
                  </a:lnTo>
                  <a:lnTo>
                    <a:pt x="3686" y="4391"/>
                  </a:lnTo>
                  <a:lnTo>
                    <a:pt x="3709" y="4425"/>
                  </a:lnTo>
                  <a:lnTo>
                    <a:pt x="3743" y="4448"/>
                  </a:lnTo>
                  <a:lnTo>
                    <a:pt x="3789" y="4459"/>
                  </a:lnTo>
                  <a:lnTo>
                    <a:pt x="3868" y="4459"/>
                  </a:lnTo>
                  <a:lnTo>
                    <a:pt x="3903" y="4448"/>
                  </a:lnTo>
                  <a:lnTo>
                    <a:pt x="3937" y="4425"/>
                  </a:lnTo>
                  <a:lnTo>
                    <a:pt x="3971" y="4391"/>
                  </a:lnTo>
                  <a:close/>
                  <a:moveTo>
                    <a:pt x="8703" y="4391"/>
                  </a:moveTo>
                  <a:lnTo>
                    <a:pt x="10773" y="5585"/>
                  </a:lnTo>
                  <a:lnTo>
                    <a:pt x="10762" y="5631"/>
                  </a:lnTo>
                  <a:lnTo>
                    <a:pt x="10773" y="5699"/>
                  </a:lnTo>
                  <a:lnTo>
                    <a:pt x="10807" y="5745"/>
                  </a:lnTo>
                  <a:lnTo>
                    <a:pt x="10853" y="5790"/>
                  </a:lnTo>
                  <a:lnTo>
                    <a:pt x="10910" y="5813"/>
                  </a:lnTo>
                  <a:lnTo>
                    <a:pt x="10910" y="8225"/>
                  </a:lnTo>
                  <a:lnTo>
                    <a:pt x="10853" y="8247"/>
                  </a:lnTo>
                  <a:lnTo>
                    <a:pt x="10807" y="8281"/>
                  </a:lnTo>
                  <a:lnTo>
                    <a:pt x="10773" y="8327"/>
                  </a:lnTo>
                  <a:lnTo>
                    <a:pt x="10762" y="8395"/>
                  </a:lnTo>
                  <a:lnTo>
                    <a:pt x="10773" y="8452"/>
                  </a:lnTo>
                  <a:lnTo>
                    <a:pt x="8726" y="9646"/>
                  </a:lnTo>
                  <a:lnTo>
                    <a:pt x="8692" y="9612"/>
                  </a:lnTo>
                  <a:lnTo>
                    <a:pt x="8658" y="9578"/>
                  </a:lnTo>
                  <a:lnTo>
                    <a:pt x="8612" y="9567"/>
                  </a:lnTo>
                  <a:lnTo>
                    <a:pt x="8567" y="9555"/>
                  </a:lnTo>
                  <a:lnTo>
                    <a:pt x="8521" y="9567"/>
                  </a:lnTo>
                  <a:lnTo>
                    <a:pt x="8476" y="9578"/>
                  </a:lnTo>
                  <a:lnTo>
                    <a:pt x="8441" y="9612"/>
                  </a:lnTo>
                  <a:lnTo>
                    <a:pt x="8419" y="9646"/>
                  </a:lnTo>
                  <a:lnTo>
                    <a:pt x="6428" y="8498"/>
                  </a:lnTo>
                  <a:lnTo>
                    <a:pt x="6439" y="8452"/>
                  </a:lnTo>
                  <a:lnTo>
                    <a:pt x="6451" y="8395"/>
                  </a:lnTo>
                  <a:lnTo>
                    <a:pt x="6439" y="8350"/>
                  </a:lnTo>
                  <a:lnTo>
                    <a:pt x="6428" y="8304"/>
                  </a:lnTo>
                  <a:lnTo>
                    <a:pt x="6405" y="8259"/>
                  </a:lnTo>
                  <a:lnTo>
                    <a:pt x="6382" y="8225"/>
                  </a:lnTo>
                  <a:lnTo>
                    <a:pt x="6348" y="8190"/>
                  </a:lnTo>
                  <a:lnTo>
                    <a:pt x="6303" y="8168"/>
                  </a:lnTo>
                  <a:lnTo>
                    <a:pt x="6257" y="8156"/>
                  </a:lnTo>
                  <a:lnTo>
                    <a:pt x="6212" y="8145"/>
                  </a:lnTo>
                  <a:lnTo>
                    <a:pt x="6212" y="5836"/>
                  </a:lnTo>
                  <a:lnTo>
                    <a:pt x="6257" y="5836"/>
                  </a:lnTo>
                  <a:lnTo>
                    <a:pt x="6291" y="5813"/>
                  </a:lnTo>
                  <a:lnTo>
                    <a:pt x="6348" y="5767"/>
                  </a:lnTo>
                  <a:lnTo>
                    <a:pt x="6371" y="5745"/>
                  </a:lnTo>
                  <a:lnTo>
                    <a:pt x="6382" y="5711"/>
                  </a:lnTo>
                  <a:lnTo>
                    <a:pt x="6394" y="5676"/>
                  </a:lnTo>
                  <a:lnTo>
                    <a:pt x="6405" y="5631"/>
                  </a:lnTo>
                  <a:lnTo>
                    <a:pt x="6394" y="5597"/>
                  </a:lnTo>
                  <a:lnTo>
                    <a:pt x="6394" y="5563"/>
                  </a:lnTo>
                  <a:lnTo>
                    <a:pt x="8430" y="4391"/>
                  </a:lnTo>
                  <a:lnTo>
                    <a:pt x="8453" y="4414"/>
                  </a:lnTo>
                  <a:lnTo>
                    <a:pt x="8487" y="4437"/>
                  </a:lnTo>
                  <a:lnTo>
                    <a:pt x="8521" y="4459"/>
                  </a:lnTo>
                  <a:lnTo>
                    <a:pt x="8612" y="4459"/>
                  </a:lnTo>
                  <a:lnTo>
                    <a:pt x="8646" y="4437"/>
                  </a:lnTo>
                  <a:lnTo>
                    <a:pt x="8680" y="4414"/>
                  </a:lnTo>
                  <a:lnTo>
                    <a:pt x="8703" y="4391"/>
                  </a:lnTo>
                  <a:close/>
                  <a:moveTo>
                    <a:pt x="1423" y="0"/>
                  </a:moveTo>
                  <a:lnTo>
                    <a:pt x="1389" y="11"/>
                  </a:lnTo>
                  <a:lnTo>
                    <a:pt x="1355" y="34"/>
                  </a:lnTo>
                  <a:lnTo>
                    <a:pt x="1332" y="57"/>
                  </a:lnTo>
                  <a:lnTo>
                    <a:pt x="1309" y="80"/>
                  </a:lnTo>
                  <a:lnTo>
                    <a:pt x="1286" y="114"/>
                  </a:lnTo>
                  <a:lnTo>
                    <a:pt x="1275" y="148"/>
                  </a:lnTo>
                  <a:lnTo>
                    <a:pt x="1275" y="182"/>
                  </a:lnTo>
                  <a:lnTo>
                    <a:pt x="1286" y="250"/>
                  </a:lnTo>
                  <a:lnTo>
                    <a:pt x="1" y="990"/>
                  </a:lnTo>
                  <a:lnTo>
                    <a:pt x="1" y="1047"/>
                  </a:lnTo>
                  <a:lnTo>
                    <a:pt x="1309" y="285"/>
                  </a:lnTo>
                  <a:lnTo>
                    <a:pt x="1332" y="319"/>
                  </a:lnTo>
                  <a:lnTo>
                    <a:pt x="1377" y="341"/>
                  </a:lnTo>
                  <a:lnTo>
                    <a:pt x="1411" y="364"/>
                  </a:lnTo>
                  <a:lnTo>
                    <a:pt x="1502" y="364"/>
                  </a:lnTo>
                  <a:lnTo>
                    <a:pt x="1537" y="341"/>
                  </a:lnTo>
                  <a:lnTo>
                    <a:pt x="1571" y="319"/>
                  </a:lnTo>
                  <a:lnTo>
                    <a:pt x="1605" y="296"/>
                  </a:lnTo>
                  <a:lnTo>
                    <a:pt x="3652" y="1468"/>
                  </a:lnTo>
                  <a:lnTo>
                    <a:pt x="3641" y="1524"/>
                  </a:lnTo>
                  <a:lnTo>
                    <a:pt x="3652" y="1593"/>
                  </a:lnTo>
                  <a:lnTo>
                    <a:pt x="3686" y="1650"/>
                  </a:lnTo>
                  <a:lnTo>
                    <a:pt x="3732" y="1695"/>
                  </a:lnTo>
                  <a:lnTo>
                    <a:pt x="3800" y="1718"/>
                  </a:lnTo>
                  <a:lnTo>
                    <a:pt x="3800" y="4118"/>
                  </a:lnTo>
                  <a:lnTo>
                    <a:pt x="3743" y="4129"/>
                  </a:lnTo>
                  <a:lnTo>
                    <a:pt x="3698" y="4175"/>
                  </a:lnTo>
                  <a:lnTo>
                    <a:pt x="3664" y="4220"/>
                  </a:lnTo>
                  <a:lnTo>
                    <a:pt x="3652" y="4289"/>
                  </a:lnTo>
                  <a:lnTo>
                    <a:pt x="3664" y="4346"/>
                  </a:lnTo>
                  <a:lnTo>
                    <a:pt x="1628" y="5517"/>
                  </a:lnTo>
                  <a:lnTo>
                    <a:pt x="1593" y="5483"/>
                  </a:lnTo>
                  <a:lnTo>
                    <a:pt x="1559" y="5460"/>
                  </a:lnTo>
                  <a:lnTo>
                    <a:pt x="1514" y="5438"/>
                  </a:lnTo>
                  <a:lnTo>
                    <a:pt x="1457" y="5426"/>
                  </a:lnTo>
                  <a:lnTo>
                    <a:pt x="1400" y="5438"/>
                  </a:lnTo>
                  <a:lnTo>
                    <a:pt x="1355" y="5460"/>
                  </a:lnTo>
                  <a:lnTo>
                    <a:pt x="1320" y="5483"/>
                  </a:lnTo>
                  <a:lnTo>
                    <a:pt x="1286" y="5529"/>
                  </a:lnTo>
                  <a:lnTo>
                    <a:pt x="1" y="4789"/>
                  </a:lnTo>
                  <a:lnTo>
                    <a:pt x="1" y="4835"/>
                  </a:lnTo>
                  <a:lnTo>
                    <a:pt x="1264" y="5574"/>
                  </a:lnTo>
                  <a:lnTo>
                    <a:pt x="1252" y="5631"/>
                  </a:lnTo>
                  <a:lnTo>
                    <a:pt x="1252" y="5676"/>
                  </a:lnTo>
                  <a:lnTo>
                    <a:pt x="1264" y="5711"/>
                  </a:lnTo>
                  <a:lnTo>
                    <a:pt x="1298" y="5767"/>
                  </a:lnTo>
                  <a:lnTo>
                    <a:pt x="1355" y="5813"/>
                  </a:lnTo>
                  <a:lnTo>
                    <a:pt x="1434" y="5836"/>
                  </a:lnTo>
                  <a:lnTo>
                    <a:pt x="1434" y="8213"/>
                  </a:lnTo>
                  <a:lnTo>
                    <a:pt x="1366" y="8236"/>
                  </a:lnTo>
                  <a:lnTo>
                    <a:pt x="1320" y="8281"/>
                  </a:lnTo>
                  <a:lnTo>
                    <a:pt x="1286" y="8327"/>
                  </a:lnTo>
                  <a:lnTo>
                    <a:pt x="1275" y="8395"/>
                  </a:lnTo>
                  <a:lnTo>
                    <a:pt x="1286" y="8452"/>
                  </a:lnTo>
                  <a:lnTo>
                    <a:pt x="1" y="9203"/>
                  </a:lnTo>
                  <a:lnTo>
                    <a:pt x="1" y="9248"/>
                  </a:lnTo>
                  <a:lnTo>
                    <a:pt x="1309" y="8498"/>
                  </a:lnTo>
                  <a:lnTo>
                    <a:pt x="1343" y="8532"/>
                  </a:lnTo>
                  <a:lnTo>
                    <a:pt x="1377" y="8554"/>
                  </a:lnTo>
                  <a:lnTo>
                    <a:pt x="1411" y="8566"/>
                  </a:lnTo>
                  <a:lnTo>
                    <a:pt x="1502" y="8566"/>
                  </a:lnTo>
                  <a:lnTo>
                    <a:pt x="1537" y="8554"/>
                  </a:lnTo>
                  <a:lnTo>
                    <a:pt x="1571" y="8532"/>
                  </a:lnTo>
                  <a:lnTo>
                    <a:pt x="1605" y="8498"/>
                  </a:lnTo>
                  <a:lnTo>
                    <a:pt x="3595" y="9658"/>
                  </a:lnTo>
                  <a:lnTo>
                    <a:pt x="3584" y="9692"/>
                  </a:lnTo>
                  <a:lnTo>
                    <a:pt x="3584" y="9737"/>
                  </a:lnTo>
                  <a:lnTo>
                    <a:pt x="3584" y="9783"/>
                  </a:lnTo>
                  <a:lnTo>
                    <a:pt x="3595" y="9828"/>
                  </a:lnTo>
                  <a:lnTo>
                    <a:pt x="3618" y="9874"/>
                  </a:lnTo>
                  <a:lnTo>
                    <a:pt x="3641" y="9908"/>
                  </a:lnTo>
                  <a:lnTo>
                    <a:pt x="3675" y="9931"/>
                  </a:lnTo>
                  <a:lnTo>
                    <a:pt x="3709" y="9954"/>
                  </a:lnTo>
                  <a:lnTo>
                    <a:pt x="3755" y="9976"/>
                  </a:lnTo>
                  <a:lnTo>
                    <a:pt x="3800" y="9988"/>
                  </a:lnTo>
                  <a:lnTo>
                    <a:pt x="3800" y="12308"/>
                  </a:lnTo>
                  <a:lnTo>
                    <a:pt x="3732" y="12331"/>
                  </a:lnTo>
                  <a:lnTo>
                    <a:pt x="3686" y="12377"/>
                  </a:lnTo>
                  <a:lnTo>
                    <a:pt x="3652" y="12433"/>
                  </a:lnTo>
                  <a:lnTo>
                    <a:pt x="3630" y="12502"/>
                  </a:lnTo>
                  <a:lnTo>
                    <a:pt x="3641" y="12536"/>
                  </a:lnTo>
                  <a:lnTo>
                    <a:pt x="3652" y="12570"/>
                  </a:lnTo>
                  <a:lnTo>
                    <a:pt x="1662" y="13719"/>
                  </a:lnTo>
                  <a:lnTo>
                    <a:pt x="1628" y="13673"/>
                  </a:lnTo>
                  <a:lnTo>
                    <a:pt x="1571" y="13639"/>
                  </a:lnTo>
                  <a:lnTo>
                    <a:pt x="1525" y="13616"/>
                  </a:lnTo>
                  <a:lnTo>
                    <a:pt x="1457" y="13605"/>
                  </a:lnTo>
                  <a:lnTo>
                    <a:pt x="1400" y="13616"/>
                  </a:lnTo>
                  <a:lnTo>
                    <a:pt x="1343" y="13639"/>
                  </a:lnTo>
                  <a:lnTo>
                    <a:pt x="1286" y="13673"/>
                  </a:lnTo>
                  <a:lnTo>
                    <a:pt x="1252" y="13719"/>
                  </a:lnTo>
                  <a:lnTo>
                    <a:pt x="1" y="13002"/>
                  </a:lnTo>
                  <a:lnTo>
                    <a:pt x="1" y="13048"/>
                  </a:lnTo>
                  <a:lnTo>
                    <a:pt x="1229" y="13764"/>
                  </a:lnTo>
                  <a:lnTo>
                    <a:pt x="1218" y="13798"/>
                  </a:lnTo>
                  <a:lnTo>
                    <a:pt x="1218" y="13844"/>
                  </a:lnTo>
                  <a:lnTo>
                    <a:pt x="1218" y="13889"/>
                  </a:lnTo>
                  <a:lnTo>
                    <a:pt x="1229" y="13935"/>
                  </a:lnTo>
                  <a:lnTo>
                    <a:pt x="1252" y="13969"/>
                  </a:lnTo>
                  <a:lnTo>
                    <a:pt x="1275" y="14003"/>
                  </a:lnTo>
                  <a:lnTo>
                    <a:pt x="1309" y="14037"/>
                  </a:lnTo>
                  <a:lnTo>
                    <a:pt x="1343" y="14060"/>
                  </a:lnTo>
                  <a:lnTo>
                    <a:pt x="1389" y="14071"/>
                  </a:lnTo>
                  <a:lnTo>
                    <a:pt x="1434" y="14083"/>
                  </a:lnTo>
                  <a:lnTo>
                    <a:pt x="1434" y="16438"/>
                  </a:lnTo>
                  <a:lnTo>
                    <a:pt x="1377" y="16449"/>
                  </a:lnTo>
                  <a:lnTo>
                    <a:pt x="1332" y="16494"/>
                  </a:lnTo>
                  <a:lnTo>
                    <a:pt x="1298" y="16540"/>
                  </a:lnTo>
                  <a:lnTo>
                    <a:pt x="1286" y="16608"/>
                  </a:lnTo>
                  <a:lnTo>
                    <a:pt x="1298" y="16665"/>
                  </a:lnTo>
                  <a:lnTo>
                    <a:pt x="1" y="17416"/>
                  </a:lnTo>
                  <a:lnTo>
                    <a:pt x="1" y="17461"/>
                  </a:lnTo>
                  <a:lnTo>
                    <a:pt x="1320" y="16699"/>
                  </a:lnTo>
                  <a:lnTo>
                    <a:pt x="1343" y="16733"/>
                  </a:lnTo>
                  <a:lnTo>
                    <a:pt x="1377" y="16756"/>
                  </a:lnTo>
                  <a:lnTo>
                    <a:pt x="1411" y="16767"/>
                  </a:lnTo>
                  <a:lnTo>
                    <a:pt x="1457" y="16779"/>
                  </a:lnTo>
                  <a:lnTo>
                    <a:pt x="1502" y="16767"/>
                  </a:lnTo>
                  <a:lnTo>
                    <a:pt x="1537" y="16756"/>
                  </a:lnTo>
                  <a:lnTo>
                    <a:pt x="1571" y="16733"/>
                  </a:lnTo>
                  <a:lnTo>
                    <a:pt x="1593" y="16711"/>
                  </a:lnTo>
                  <a:lnTo>
                    <a:pt x="3607" y="17871"/>
                  </a:lnTo>
                  <a:lnTo>
                    <a:pt x="3595" y="17905"/>
                  </a:lnTo>
                  <a:lnTo>
                    <a:pt x="3595" y="17950"/>
                  </a:lnTo>
                  <a:lnTo>
                    <a:pt x="3595" y="17996"/>
                  </a:lnTo>
                  <a:lnTo>
                    <a:pt x="3607" y="18041"/>
                  </a:lnTo>
                  <a:lnTo>
                    <a:pt x="3630" y="18076"/>
                  </a:lnTo>
                  <a:lnTo>
                    <a:pt x="3652" y="18110"/>
                  </a:lnTo>
                  <a:lnTo>
                    <a:pt x="3686" y="18132"/>
                  </a:lnTo>
                  <a:lnTo>
                    <a:pt x="3721" y="18155"/>
                  </a:lnTo>
                  <a:lnTo>
                    <a:pt x="3755" y="18178"/>
                  </a:lnTo>
                  <a:lnTo>
                    <a:pt x="3800" y="18189"/>
                  </a:lnTo>
                  <a:lnTo>
                    <a:pt x="3800" y="20476"/>
                  </a:lnTo>
                  <a:lnTo>
                    <a:pt x="3755" y="20487"/>
                  </a:lnTo>
                  <a:lnTo>
                    <a:pt x="3721" y="20499"/>
                  </a:lnTo>
                  <a:lnTo>
                    <a:pt x="3686" y="20521"/>
                  </a:lnTo>
                  <a:lnTo>
                    <a:pt x="3652" y="20555"/>
                  </a:lnTo>
                  <a:lnTo>
                    <a:pt x="3630" y="20578"/>
                  </a:lnTo>
                  <a:lnTo>
                    <a:pt x="3607" y="20624"/>
                  </a:lnTo>
                  <a:lnTo>
                    <a:pt x="3595" y="20658"/>
                  </a:lnTo>
                  <a:lnTo>
                    <a:pt x="3595" y="20703"/>
                  </a:lnTo>
                  <a:lnTo>
                    <a:pt x="3595" y="20760"/>
                  </a:lnTo>
                  <a:lnTo>
                    <a:pt x="3607" y="20806"/>
                  </a:lnTo>
                  <a:lnTo>
                    <a:pt x="1616" y="21955"/>
                  </a:lnTo>
                  <a:lnTo>
                    <a:pt x="1593" y="21920"/>
                  </a:lnTo>
                  <a:lnTo>
                    <a:pt x="1548" y="21886"/>
                  </a:lnTo>
                  <a:lnTo>
                    <a:pt x="1502" y="21875"/>
                  </a:lnTo>
                  <a:lnTo>
                    <a:pt x="1457" y="21864"/>
                  </a:lnTo>
                  <a:lnTo>
                    <a:pt x="1411" y="21875"/>
                  </a:lnTo>
                  <a:lnTo>
                    <a:pt x="1366" y="21886"/>
                  </a:lnTo>
                  <a:lnTo>
                    <a:pt x="1320" y="21920"/>
                  </a:lnTo>
                  <a:lnTo>
                    <a:pt x="1298" y="21955"/>
                  </a:lnTo>
                  <a:lnTo>
                    <a:pt x="1" y="21215"/>
                  </a:lnTo>
                  <a:lnTo>
                    <a:pt x="1" y="21261"/>
                  </a:lnTo>
                  <a:lnTo>
                    <a:pt x="1275" y="22000"/>
                  </a:lnTo>
                  <a:lnTo>
                    <a:pt x="1264" y="22057"/>
                  </a:lnTo>
                  <a:lnTo>
                    <a:pt x="1275" y="22091"/>
                  </a:lnTo>
                  <a:lnTo>
                    <a:pt x="1286" y="22125"/>
                  </a:lnTo>
                  <a:lnTo>
                    <a:pt x="1298" y="22159"/>
                  </a:lnTo>
                  <a:lnTo>
                    <a:pt x="1320" y="22193"/>
                  </a:lnTo>
                  <a:lnTo>
                    <a:pt x="1355" y="22216"/>
                  </a:lnTo>
                  <a:lnTo>
                    <a:pt x="1389" y="22228"/>
                  </a:lnTo>
                  <a:lnTo>
                    <a:pt x="1423" y="22239"/>
                  </a:lnTo>
                  <a:lnTo>
                    <a:pt x="1457" y="22250"/>
                  </a:lnTo>
                  <a:lnTo>
                    <a:pt x="1502" y="22239"/>
                  </a:lnTo>
                  <a:lnTo>
                    <a:pt x="1537" y="22228"/>
                  </a:lnTo>
                  <a:lnTo>
                    <a:pt x="1571" y="22216"/>
                  </a:lnTo>
                  <a:lnTo>
                    <a:pt x="1593" y="22193"/>
                  </a:lnTo>
                  <a:lnTo>
                    <a:pt x="1616" y="22159"/>
                  </a:lnTo>
                  <a:lnTo>
                    <a:pt x="1639" y="22125"/>
                  </a:lnTo>
                  <a:lnTo>
                    <a:pt x="1650" y="22091"/>
                  </a:lnTo>
                  <a:lnTo>
                    <a:pt x="1650" y="22057"/>
                  </a:lnTo>
                  <a:lnTo>
                    <a:pt x="1639" y="22000"/>
                  </a:lnTo>
                  <a:lnTo>
                    <a:pt x="3630" y="20840"/>
                  </a:lnTo>
                  <a:lnTo>
                    <a:pt x="3675" y="20885"/>
                  </a:lnTo>
                  <a:lnTo>
                    <a:pt x="3721" y="20919"/>
                  </a:lnTo>
                  <a:lnTo>
                    <a:pt x="3766" y="20942"/>
                  </a:lnTo>
                  <a:lnTo>
                    <a:pt x="3880" y="20942"/>
                  </a:lnTo>
                  <a:lnTo>
                    <a:pt x="3925" y="20931"/>
                  </a:lnTo>
                  <a:lnTo>
                    <a:pt x="3959" y="20908"/>
                  </a:lnTo>
                  <a:lnTo>
                    <a:pt x="3994" y="20874"/>
                  </a:lnTo>
                  <a:lnTo>
                    <a:pt x="4028" y="20840"/>
                  </a:lnTo>
                  <a:lnTo>
                    <a:pt x="4050" y="20794"/>
                  </a:lnTo>
                  <a:lnTo>
                    <a:pt x="4062" y="20760"/>
                  </a:lnTo>
                  <a:lnTo>
                    <a:pt x="4062" y="20703"/>
                  </a:lnTo>
                  <a:lnTo>
                    <a:pt x="4062" y="20658"/>
                  </a:lnTo>
                  <a:lnTo>
                    <a:pt x="4050" y="20624"/>
                  </a:lnTo>
                  <a:lnTo>
                    <a:pt x="4028" y="20578"/>
                  </a:lnTo>
                  <a:lnTo>
                    <a:pt x="4005" y="20544"/>
                  </a:lnTo>
                  <a:lnTo>
                    <a:pt x="3971" y="20521"/>
                  </a:lnTo>
                  <a:lnTo>
                    <a:pt x="3937" y="20499"/>
                  </a:lnTo>
                  <a:lnTo>
                    <a:pt x="3891" y="20476"/>
                  </a:lnTo>
                  <a:lnTo>
                    <a:pt x="3846" y="20476"/>
                  </a:lnTo>
                  <a:lnTo>
                    <a:pt x="3846" y="18189"/>
                  </a:lnTo>
                  <a:lnTo>
                    <a:pt x="3891" y="18178"/>
                  </a:lnTo>
                  <a:lnTo>
                    <a:pt x="3937" y="18167"/>
                  </a:lnTo>
                  <a:lnTo>
                    <a:pt x="3971" y="18144"/>
                  </a:lnTo>
                  <a:lnTo>
                    <a:pt x="4005" y="18110"/>
                  </a:lnTo>
                  <a:lnTo>
                    <a:pt x="4028" y="18076"/>
                  </a:lnTo>
                  <a:lnTo>
                    <a:pt x="4050" y="18041"/>
                  </a:lnTo>
                  <a:lnTo>
                    <a:pt x="4062" y="17996"/>
                  </a:lnTo>
                  <a:lnTo>
                    <a:pt x="4062" y="17950"/>
                  </a:lnTo>
                  <a:lnTo>
                    <a:pt x="4062" y="17905"/>
                  </a:lnTo>
                  <a:lnTo>
                    <a:pt x="4050" y="17859"/>
                  </a:lnTo>
                  <a:lnTo>
                    <a:pt x="4028" y="17814"/>
                  </a:lnTo>
                  <a:lnTo>
                    <a:pt x="3994" y="17780"/>
                  </a:lnTo>
                  <a:lnTo>
                    <a:pt x="3959" y="17757"/>
                  </a:lnTo>
                  <a:lnTo>
                    <a:pt x="3925" y="17734"/>
                  </a:lnTo>
                  <a:lnTo>
                    <a:pt x="3880" y="17712"/>
                  </a:lnTo>
                  <a:lnTo>
                    <a:pt x="3823" y="17712"/>
                  </a:lnTo>
                  <a:lnTo>
                    <a:pt x="3766" y="17723"/>
                  </a:lnTo>
                  <a:lnTo>
                    <a:pt x="3709" y="17746"/>
                  </a:lnTo>
                  <a:lnTo>
                    <a:pt x="3664" y="17780"/>
                  </a:lnTo>
                  <a:lnTo>
                    <a:pt x="3630" y="17825"/>
                  </a:lnTo>
                  <a:lnTo>
                    <a:pt x="1616" y="16665"/>
                  </a:lnTo>
                  <a:lnTo>
                    <a:pt x="1628" y="16642"/>
                  </a:lnTo>
                  <a:lnTo>
                    <a:pt x="1628" y="16608"/>
                  </a:lnTo>
                  <a:lnTo>
                    <a:pt x="1616" y="16540"/>
                  </a:lnTo>
                  <a:lnTo>
                    <a:pt x="1582" y="16483"/>
                  </a:lnTo>
                  <a:lnTo>
                    <a:pt x="1537" y="16449"/>
                  </a:lnTo>
                  <a:lnTo>
                    <a:pt x="1480" y="16438"/>
                  </a:lnTo>
                  <a:lnTo>
                    <a:pt x="1480" y="14083"/>
                  </a:lnTo>
                  <a:lnTo>
                    <a:pt x="1525" y="14071"/>
                  </a:lnTo>
                  <a:lnTo>
                    <a:pt x="1559" y="14060"/>
                  </a:lnTo>
                  <a:lnTo>
                    <a:pt x="1605" y="14037"/>
                  </a:lnTo>
                  <a:lnTo>
                    <a:pt x="1639" y="14015"/>
                  </a:lnTo>
                  <a:lnTo>
                    <a:pt x="1662" y="13980"/>
                  </a:lnTo>
                  <a:lnTo>
                    <a:pt x="1684" y="13935"/>
                  </a:lnTo>
                  <a:lnTo>
                    <a:pt x="1696" y="13889"/>
                  </a:lnTo>
                  <a:lnTo>
                    <a:pt x="1696" y="13844"/>
                  </a:lnTo>
                  <a:lnTo>
                    <a:pt x="1696" y="13798"/>
                  </a:lnTo>
                  <a:lnTo>
                    <a:pt x="1684" y="13753"/>
                  </a:lnTo>
                  <a:lnTo>
                    <a:pt x="3675" y="12604"/>
                  </a:lnTo>
                  <a:lnTo>
                    <a:pt x="3698" y="12638"/>
                  </a:lnTo>
                  <a:lnTo>
                    <a:pt x="3743" y="12672"/>
                  </a:lnTo>
                  <a:lnTo>
                    <a:pt x="3777" y="12684"/>
                  </a:lnTo>
                  <a:lnTo>
                    <a:pt x="3823" y="12695"/>
                  </a:lnTo>
                  <a:lnTo>
                    <a:pt x="3868" y="12684"/>
                  </a:lnTo>
                  <a:lnTo>
                    <a:pt x="3903" y="12672"/>
                  </a:lnTo>
                  <a:lnTo>
                    <a:pt x="3937" y="12661"/>
                  </a:lnTo>
                  <a:lnTo>
                    <a:pt x="3959" y="12638"/>
                  </a:lnTo>
                  <a:lnTo>
                    <a:pt x="3994" y="12604"/>
                  </a:lnTo>
                  <a:lnTo>
                    <a:pt x="4005" y="12570"/>
                  </a:lnTo>
                  <a:lnTo>
                    <a:pt x="4016" y="12536"/>
                  </a:lnTo>
                  <a:lnTo>
                    <a:pt x="4016" y="12502"/>
                  </a:lnTo>
                  <a:lnTo>
                    <a:pt x="4016" y="12456"/>
                  </a:lnTo>
                  <a:lnTo>
                    <a:pt x="4005" y="12422"/>
                  </a:lnTo>
                  <a:lnTo>
                    <a:pt x="3971" y="12365"/>
                  </a:lnTo>
                  <a:lnTo>
                    <a:pt x="3914" y="12331"/>
                  </a:lnTo>
                  <a:lnTo>
                    <a:pt x="3846" y="12308"/>
                  </a:lnTo>
                  <a:lnTo>
                    <a:pt x="3846" y="9988"/>
                  </a:lnTo>
                  <a:lnTo>
                    <a:pt x="3891" y="9976"/>
                  </a:lnTo>
                  <a:lnTo>
                    <a:pt x="3937" y="9965"/>
                  </a:lnTo>
                  <a:lnTo>
                    <a:pt x="3971" y="9942"/>
                  </a:lnTo>
                  <a:lnTo>
                    <a:pt x="4005" y="9908"/>
                  </a:lnTo>
                  <a:lnTo>
                    <a:pt x="4039" y="9874"/>
                  </a:lnTo>
                  <a:lnTo>
                    <a:pt x="4062" y="9828"/>
                  </a:lnTo>
                  <a:lnTo>
                    <a:pt x="4073" y="9783"/>
                  </a:lnTo>
                  <a:lnTo>
                    <a:pt x="4073" y="9737"/>
                  </a:lnTo>
                  <a:lnTo>
                    <a:pt x="4073" y="9692"/>
                  </a:lnTo>
                  <a:lnTo>
                    <a:pt x="4062" y="9646"/>
                  </a:lnTo>
                  <a:lnTo>
                    <a:pt x="5996" y="8532"/>
                  </a:lnTo>
                  <a:lnTo>
                    <a:pt x="6030" y="8577"/>
                  </a:lnTo>
                  <a:lnTo>
                    <a:pt x="6075" y="8611"/>
                  </a:lnTo>
                  <a:lnTo>
                    <a:pt x="6132" y="8634"/>
                  </a:lnTo>
                  <a:lnTo>
                    <a:pt x="6200" y="8645"/>
                  </a:lnTo>
                  <a:lnTo>
                    <a:pt x="6257" y="8634"/>
                  </a:lnTo>
                  <a:lnTo>
                    <a:pt x="6314" y="8611"/>
                  </a:lnTo>
                  <a:lnTo>
                    <a:pt x="6360" y="8577"/>
                  </a:lnTo>
                  <a:lnTo>
                    <a:pt x="6405" y="8532"/>
                  </a:lnTo>
                  <a:lnTo>
                    <a:pt x="8396" y="9692"/>
                  </a:lnTo>
                  <a:lnTo>
                    <a:pt x="8385" y="9737"/>
                  </a:lnTo>
                  <a:lnTo>
                    <a:pt x="8396" y="9772"/>
                  </a:lnTo>
                  <a:lnTo>
                    <a:pt x="8396" y="9806"/>
                  </a:lnTo>
                  <a:lnTo>
                    <a:pt x="8441" y="9863"/>
                  </a:lnTo>
                  <a:lnTo>
                    <a:pt x="8498" y="9908"/>
                  </a:lnTo>
                  <a:lnTo>
                    <a:pt x="8532" y="9919"/>
                  </a:lnTo>
                  <a:lnTo>
                    <a:pt x="8601" y="9919"/>
                  </a:lnTo>
                  <a:lnTo>
                    <a:pt x="8635" y="9908"/>
                  </a:lnTo>
                  <a:lnTo>
                    <a:pt x="8692" y="9863"/>
                  </a:lnTo>
                  <a:lnTo>
                    <a:pt x="8737" y="9806"/>
                  </a:lnTo>
                  <a:lnTo>
                    <a:pt x="8749" y="9772"/>
                  </a:lnTo>
                  <a:lnTo>
                    <a:pt x="8749" y="9737"/>
                  </a:lnTo>
                  <a:lnTo>
                    <a:pt x="8737" y="9681"/>
                  </a:lnTo>
                  <a:lnTo>
                    <a:pt x="10796" y="8498"/>
                  </a:lnTo>
                  <a:lnTo>
                    <a:pt x="10830" y="8520"/>
                  </a:lnTo>
                  <a:lnTo>
                    <a:pt x="10864" y="8543"/>
                  </a:lnTo>
                  <a:lnTo>
                    <a:pt x="10898" y="8554"/>
                  </a:lnTo>
                  <a:lnTo>
                    <a:pt x="10933" y="8566"/>
                  </a:lnTo>
                  <a:lnTo>
                    <a:pt x="10978" y="8566"/>
                  </a:lnTo>
                  <a:lnTo>
                    <a:pt x="11001" y="8554"/>
                  </a:lnTo>
                  <a:lnTo>
                    <a:pt x="11058" y="8509"/>
                  </a:lnTo>
                  <a:lnTo>
                    <a:pt x="11092" y="8463"/>
                  </a:lnTo>
                  <a:lnTo>
                    <a:pt x="11103" y="8429"/>
                  </a:lnTo>
                  <a:lnTo>
                    <a:pt x="11115" y="8395"/>
                  </a:lnTo>
                  <a:lnTo>
                    <a:pt x="11103" y="8327"/>
                  </a:lnTo>
                  <a:lnTo>
                    <a:pt x="11069" y="8281"/>
                  </a:lnTo>
                  <a:lnTo>
                    <a:pt x="11012" y="8236"/>
                  </a:lnTo>
                  <a:lnTo>
                    <a:pt x="10955" y="8225"/>
                  </a:lnTo>
                  <a:lnTo>
                    <a:pt x="10955" y="5813"/>
                  </a:lnTo>
                  <a:lnTo>
                    <a:pt x="11024" y="5790"/>
                  </a:lnTo>
                  <a:lnTo>
                    <a:pt x="11069" y="5756"/>
                  </a:lnTo>
                  <a:lnTo>
                    <a:pt x="11103" y="5699"/>
                  </a:lnTo>
                  <a:lnTo>
                    <a:pt x="11115" y="5631"/>
                  </a:lnTo>
                  <a:lnTo>
                    <a:pt x="11115" y="5597"/>
                  </a:lnTo>
                  <a:lnTo>
                    <a:pt x="11103" y="5563"/>
                  </a:lnTo>
                  <a:lnTo>
                    <a:pt x="11058" y="5517"/>
                  </a:lnTo>
                  <a:lnTo>
                    <a:pt x="11001" y="5472"/>
                  </a:lnTo>
                  <a:lnTo>
                    <a:pt x="10978" y="5460"/>
                  </a:lnTo>
                  <a:lnTo>
                    <a:pt x="10933" y="5460"/>
                  </a:lnTo>
                  <a:lnTo>
                    <a:pt x="10898" y="5472"/>
                  </a:lnTo>
                  <a:lnTo>
                    <a:pt x="10853" y="5483"/>
                  </a:lnTo>
                  <a:lnTo>
                    <a:pt x="10819" y="5506"/>
                  </a:lnTo>
                  <a:lnTo>
                    <a:pt x="10785" y="5540"/>
                  </a:lnTo>
                  <a:lnTo>
                    <a:pt x="8726" y="4357"/>
                  </a:lnTo>
                  <a:lnTo>
                    <a:pt x="8737" y="4289"/>
                  </a:lnTo>
                  <a:lnTo>
                    <a:pt x="8737" y="4255"/>
                  </a:lnTo>
                  <a:lnTo>
                    <a:pt x="8726" y="4220"/>
                  </a:lnTo>
                  <a:lnTo>
                    <a:pt x="8692" y="4164"/>
                  </a:lnTo>
                  <a:lnTo>
                    <a:pt x="8635" y="4129"/>
                  </a:lnTo>
                  <a:lnTo>
                    <a:pt x="8601" y="4118"/>
                  </a:lnTo>
                  <a:lnTo>
                    <a:pt x="8532" y="4118"/>
                  </a:lnTo>
                  <a:lnTo>
                    <a:pt x="8498" y="4129"/>
                  </a:lnTo>
                  <a:lnTo>
                    <a:pt x="8441" y="4164"/>
                  </a:lnTo>
                  <a:lnTo>
                    <a:pt x="8407" y="4220"/>
                  </a:lnTo>
                  <a:lnTo>
                    <a:pt x="8396" y="4255"/>
                  </a:lnTo>
                  <a:lnTo>
                    <a:pt x="8396" y="4289"/>
                  </a:lnTo>
                  <a:lnTo>
                    <a:pt x="8407" y="4346"/>
                  </a:lnTo>
                  <a:lnTo>
                    <a:pt x="6371" y="5529"/>
                  </a:lnTo>
                  <a:lnTo>
                    <a:pt x="6337" y="5483"/>
                  </a:lnTo>
                  <a:lnTo>
                    <a:pt x="6291" y="5460"/>
                  </a:lnTo>
                  <a:lnTo>
                    <a:pt x="6246" y="5438"/>
                  </a:lnTo>
                  <a:lnTo>
                    <a:pt x="6200" y="5426"/>
                  </a:lnTo>
                  <a:lnTo>
                    <a:pt x="6144" y="5438"/>
                  </a:lnTo>
                  <a:lnTo>
                    <a:pt x="6098" y="5460"/>
                  </a:lnTo>
                  <a:lnTo>
                    <a:pt x="6053" y="5494"/>
                  </a:lnTo>
                  <a:lnTo>
                    <a:pt x="6030" y="5529"/>
                  </a:lnTo>
                  <a:lnTo>
                    <a:pt x="3994" y="4357"/>
                  </a:lnTo>
                  <a:lnTo>
                    <a:pt x="4005" y="4323"/>
                  </a:lnTo>
                  <a:lnTo>
                    <a:pt x="4005" y="4289"/>
                  </a:lnTo>
                  <a:lnTo>
                    <a:pt x="3994" y="4220"/>
                  </a:lnTo>
                  <a:lnTo>
                    <a:pt x="3959" y="4164"/>
                  </a:lnTo>
                  <a:lnTo>
                    <a:pt x="3903" y="4129"/>
                  </a:lnTo>
                  <a:lnTo>
                    <a:pt x="3846" y="4107"/>
                  </a:lnTo>
                  <a:lnTo>
                    <a:pt x="3846" y="1718"/>
                  </a:lnTo>
                  <a:lnTo>
                    <a:pt x="3914" y="1695"/>
                  </a:lnTo>
                  <a:lnTo>
                    <a:pt x="3971" y="1661"/>
                  </a:lnTo>
                  <a:lnTo>
                    <a:pt x="4005" y="1604"/>
                  </a:lnTo>
                  <a:lnTo>
                    <a:pt x="4016" y="1570"/>
                  </a:lnTo>
                  <a:lnTo>
                    <a:pt x="4016" y="1524"/>
                  </a:lnTo>
                  <a:lnTo>
                    <a:pt x="4016" y="1490"/>
                  </a:lnTo>
                  <a:lnTo>
                    <a:pt x="4005" y="1456"/>
                  </a:lnTo>
                  <a:lnTo>
                    <a:pt x="3982" y="1422"/>
                  </a:lnTo>
                  <a:lnTo>
                    <a:pt x="3959" y="1399"/>
                  </a:lnTo>
                  <a:lnTo>
                    <a:pt x="3937" y="1377"/>
                  </a:lnTo>
                  <a:lnTo>
                    <a:pt x="3903" y="1354"/>
                  </a:lnTo>
                  <a:lnTo>
                    <a:pt x="3868" y="1342"/>
                  </a:lnTo>
                  <a:lnTo>
                    <a:pt x="3777" y="1342"/>
                  </a:lnTo>
                  <a:lnTo>
                    <a:pt x="3732" y="1365"/>
                  </a:lnTo>
                  <a:lnTo>
                    <a:pt x="3698" y="1388"/>
                  </a:lnTo>
                  <a:lnTo>
                    <a:pt x="3664" y="1433"/>
                  </a:lnTo>
                  <a:lnTo>
                    <a:pt x="1628" y="250"/>
                  </a:lnTo>
                  <a:lnTo>
                    <a:pt x="1639" y="216"/>
                  </a:lnTo>
                  <a:lnTo>
                    <a:pt x="1639" y="182"/>
                  </a:lnTo>
                  <a:lnTo>
                    <a:pt x="1639" y="148"/>
                  </a:lnTo>
                  <a:lnTo>
                    <a:pt x="1628" y="114"/>
                  </a:lnTo>
                  <a:lnTo>
                    <a:pt x="1605" y="80"/>
                  </a:lnTo>
                  <a:lnTo>
                    <a:pt x="1582" y="57"/>
                  </a:lnTo>
                  <a:lnTo>
                    <a:pt x="1559" y="34"/>
                  </a:lnTo>
                  <a:lnTo>
                    <a:pt x="1525" y="11"/>
                  </a:lnTo>
                  <a:lnTo>
                    <a:pt x="1491"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p:nvPr/>
          </p:nvSpPr>
          <p:spPr>
            <a:xfrm>
              <a:off x="0" y="1004899"/>
              <a:ext cx="1414547" cy="1909822"/>
            </a:xfrm>
            <a:custGeom>
              <a:avLst/>
              <a:gdLst/>
              <a:ahLst/>
              <a:cxnLst/>
              <a:rect l="l" t="t" r="r" b="b"/>
              <a:pathLst>
                <a:path w="13515" h="18247" extrusionOk="0">
                  <a:moveTo>
                    <a:pt x="11092" y="353"/>
                  </a:moveTo>
                  <a:lnTo>
                    <a:pt x="13139" y="1536"/>
                  </a:lnTo>
                  <a:lnTo>
                    <a:pt x="13128" y="1593"/>
                  </a:lnTo>
                  <a:lnTo>
                    <a:pt x="13139" y="1661"/>
                  </a:lnTo>
                  <a:lnTo>
                    <a:pt x="13174" y="1707"/>
                  </a:lnTo>
                  <a:lnTo>
                    <a:pt x="13219" y="1752"/>
                  </a:lnTo>
                  <a:lnTo>
                    <a:pt x="13287" y="1763"/>
                  </a:lnTo>
                  <a:lnTo>
                    <a:pt x="13287" y="4141"/>
                  </a:lnTo>
                  <a:lnTo>
                    <a:pt x="13242" y="4152"/>
                  </a:lnTo>
                  <a:lnTo>
                    <a:pt x="13208" y="4164"/>
                  </a:lnTo>
                  <a:lnTo>
                    <a:pt x="13151" y="4209"/>
                  </a:lnTo>
                  <a:lnTo>
                    <a:pt x="13117" y="4277"/>
                  </a:lnTo>
                  <a:lnTo>
                    <a:pt x="13105" y="4311"/>
                  </a:lnTo>
                  <a:lnTo>
                    <a:pt x="13105" y="4346"/>
                  </a:lnTo>
                  <a:lnTo>
                    <a:pt x="13105" y="4391"/>
                  </a:lnTo>
                  <a:lnTo>
                    <a:pt x="13117" y="4425"/>
                  </a:lnTo>
                  <a:lnTo>
                    <a:pt x="11092" y="5586"/>
                  </a:lnTo>
                  <a:lnTo>
                    <a:pt x="11069" y="5551"/>
                  </a:lnTo>
                  <a:lnTo>
                    <a:pt x="11035" y="5529"/>
                  </a:lnTo>
                  <a:lnTo>
                    <a:pt x="10989" y="5517"/>
                  </a:lnTo>
                  <a:lnTo>
                    <a:pt x="10933" y="5506"/>
                  </a:lnTo>
                  <a:lnTo>
                    <a:pt x="10887" y="5517"/>
                  </a:lnTo>
                  <a:lnTo>
                    <a:pt x="10842" y="5529"/>
                  </a:lnTo>
                  <a:lnTo>
                    <a:pt x="10807" y="5563"/>
                  </a:lnTo>
                  <a:lnTo>
                    <a:pt x="10773" y="5597"/>
                  </a:lnTo>
                  <a:lnTo>
                    <a:pt x="8760" y="4437"/>
                  </a:lnTo>
                  <a:lnTo>
                    <a:pt x="8771" y="4391"/>
                  </a:lnTo>
                  <a:lnTo>
                    <a:pt x="8783" y="4346"/>
                  </a:lnTo>
                  <a:lnTo>
                    <a:pt x="8783" y="4311"/>
                  </a:lnTo>
                  <a:lnTo>
                    <a:pt x="8771" y="4266"/>
                  </a:lnTo>
                  <a:lnTo>
                    <a:pt x="8749" y="4232"/>
                  </a:lnTo>
                  <a:lnTo>
                    <a:pt x="8726" y="4209"/>
                  </a:lnTo>
                  <a:lnTo>
                    <a:pt x="8692" y="4175"/>
                  </a:lnTo>
                  <a:lnTo>
                    <a:pt x="8658" y="4164"/>
                  </a:lnTo>
                  <a:lnTo>
                    <a:pt x="8623" y="4141"/>
                  </a:lnTo>
                  <a:lnTo>
                    <a:pt x="8589" y="4141"/>
                  </a:lnTo>
                  <a:lnTo>
                    <a:pt x="8589" y="1798"/>
                  </a:lnTo>
                  <a:lnTo>
                    <a:pt x="8623" y="1798"/>
                  </a:lnTo>
                  <a:lnTo>
                    <a:pt x="8658" y="1775"/>
                  </a:lnTo>
                  <a:lnTo>
                    <a:pt x="8692" y="1763"/>
                  </a:lnTo>
                  <a:lnTo>
                    <a:pt x="8726" y="1729"/>
                  </a:lnTo>
                  <a:lnTo>
                    <a:pt x="8749" y="1707"/>
                  </a:lnTo>
                  <a:lnTo>
                    <a:pt x="8760" y="1672"/>
                  </a:lnTo>
                  <a:lnTo>
                    <a:pt x="8771" y="1627"/>
                  </a:lnTo>
                  <a:lnTo>
                    <a:pt x="8783" y="1593"/>
                  </a:lnTo>
                  <a:lnTo>
                    <a:pt x="8771" y="1547"/>
                  </a:lnTo>
                  <a:lnTo>
                    <a:pt x="8760" y="1513"/>
                  </a:lnTo>
                  <a:lnTo>
                    <a:pt x="10773" y="353"/>
                  </a:lnTo>
                  <a:lnTo>
                    <a:pt x="10807" y="387"/>
                  </a:lnTo>
                  <a:lnTo>
                    <a:pt x="10842" y="410"/>
                  </a:lnTo>
                  <a:lnTo>
                    <a:pt x="10887" y="432"/>
                  </a:lnTo>
                  <a:lnTo>
                    <a:pt x="10933" y="444"/>
                  </a:lnTo>
                  <a:lnTo>
                    <a:pt x="10989" y="432"/>
                  </a:lnTo>
                  <a:lnTo>
                    <a:pt x="11024" y="421"/>
                  </a:lnTo>
                  <a:lnTo>
                    <a:pt x="11069" y="387"/>
                  </a:lnTo>
                  <a:lnTo>
                    <a:pt x="11092" y="353"/>
                  </a:lnTo>
                  <a:close/>
                  <a:moveTo>
                    <a:pt x="8737" y="4471"/>
                  </a:moveTo>
                  <a:lnTo>
                    <a:pt x="10762" y="5631"/>
                  </a:lnTo>
                  <a:lnTo>
                    <a:pt x="10751" y="5699"/>
                  </a:lnTo>
                  <a:lnTo>
                    <a:pt x="10762" y="5768"/>
                  </a:lnTo>
                  <a:lnTo>
                    <a:pt x="10796" y="5824"/>
                  </a:lnTo>
                  <a:lnTo>
                    <a:pt x="10842" y="5870"/>
                  </a:lnTo>
                  <a:lnTo>
                    <a:pt x="10910" y="5893"/>
                  </a:lnTo>
                  <a:lnTo>
                    <a:pt x="10910" y="8225"/>
                  </a:lnTo>
                  <a:lnTo>
                    <a:pt x="10864" y="8236"/>
                  </a:lnTo>
                  <a:lnTo>
                    <a:pt x="10830" y="8247"/>
                  </a:lnTo>
                  <a:lnTo>
                    <a:pt x="10796" y="8270"/>
                  </a:lnTo>
                  <a:lnTo>
                    <a:pt x="10762" y="8304"/>
                  </a:lnTo>
                  <a:lnTo>
                    <a:pt x="10739" y="8338"/>
                  </a:lnTo>
                  <a:lnTo>
                    <a:pt x="10728" y="8372"/>
                  </a:lnTo>
                  <a:lnTo>
                    <a:pt x="10716" y="8418"/>
                  </a:lnTo>
                  <a:lnTo>
                    <a:pt x="10705" y="8452"/>
                  </a:lnTo>
                  <a:lnTo>
                    <a:pt x="10716" y="8498"/>
                  </a:lnTo>
                  <a:lnTo>
                    <a:pt x="10728" y="8543"/>
                  </a:lnTo>
                  <a:lnTo>
                    <a:pt x="8749" y="9681"/>
                  </a:lnTo>
                  <a:lnTo>
                    <a:pt x="8714" y="9647"/>
                  </a:lnTo>
                  <a:lnTo>
                    <a:pt x="8669" y="9612"/>
                  </a:lnTo>
                  <a:lnTo>
                    <a:pt x="8623" y="9601"/>
                  </a:lnTo>
                  <a:lnTo>
                    <a:pt x="8567" y="9590"/>
                  </a:lnTo>
                  <a:lnTo>
                    <a:pt x="8510" y="9601"/>
                  </a:lnTo>
                  <a:lnTo>
                    <a:pt x="8464" y="9612"/>
                  </a:lnTo>
                  <a:lnTo>
                    <a:pt x="8419" y="9647"/>
                  </a:lnTo>
                  <a:lnTo>
                    <a:pt x="8385" y="9692"/>
                  </a:lnTo>
                  <a:lnTo>
                    <a:pt x="6417" y="8554"/>
                  </a:lnTo>
                  <a:lnTo>
                    <a:pt x="6439" y="8509"/>
                  </a:lnTo>
                  <a:lnTo>
                    <a:pt x="6439" y="8452"/>
                  </a:lnTo>
                  <a:lnTo>
                    <a:pt x="6439" y="8407"/>
                  </a:lnTo>
                  <a:lnTo>
                    <a:pt x="6428" y="8361"/>
                  </a:lnTo>
                  <a:lnTo>
                    <a:pt x="6405" y="8327"/>
                  </a:lnTo>
                  <a:lnTo>
                    <a:pt x="6371" y="8293"/>
                  </a:lnTo>
                  <a:lnTo>
                    <a:pt x="6337" y="8259"/>
                  </a:lnTo>
                  <a:lnTo>
                    <a:pt x="6303" y="8236"/>
                  </a:lnTo>
                  <a:lnTo>
                    <a:pt x="6257" y="8225"/>
                  </a:lnTo>
                  <a:lnTo>
                    <a:pt x="6212" y="8213"/>
                  </a:lnTo>
                  <a:lnTo>
                    <a:pt x="6212" y="5870"/>
                  </a:lnTo>
                  <a:lnTo>
                    <a:pt x="6280" y="5847"/>
                  </a:lnTo>
                  <a:lnTo>
                    <a:pt x="6326" y="5813"/>
                  </a:lnTo>
                  <a:lnTo>
                    <a:pt x="6360" y="5756"/>
                  </a:lnTo>
                  <a:lnTo>
                    <a:pt x="6371" y="5699"/>
                  </a:lnTo>
                  <a:lnTo>
                    <a:pt x="6360" y="5642"/>
                  </a:lnTo>
                  <a:lnTo>
                    <a:pt x="8396" y="4471"/>
                  </a:lnTo>
                  <a:lnTo>
                    <a:pt x="8430" y="4505"/>
                  </a:lnTo>
                  <a:lnTo>
                    <a:pt x="8464" y="4539"/>
                  </a:lnTo>
                  <a:lnTo>
                    <a:pt x="8510" y="4550"/>
                  </a:lnTo>
                  <a:lnTo>
                    <a:pt x="8567" y="4562"/>
                  </a:lnTo>
                  <a:lnTo>
                    <a:pt x="8623" y="4550"/>
                  </a:lnTo>
                  <a:lnTo>
                    <a:pt x="8669" y="4539"/>
                  </a:lnTo>
                  <a:lnTo>
                    <a:pt x="8714" y="4505"/>
                  </a:lnTo>
                  <a:lnTo>
                    <a:pt x="8737" y="4471"/>
                  </a:lnTo>
                  <a:close/>
                  <a:moveTo>
                    <a:pt x="3994" y="4459"/>
                  </a:moveTo>
                  <a:lnTo>
                    <a:pt x="6030" y="5642"/>
                  </a:lnTo>
                  <a:lnTo>
                    <a:pt x="6030" y="5699"/>
                  </a:lnTo>
                  <a:lnTo>
                    <a:pt x="6041" y="5756"/>
                  </a:lnTo>
                  <a:lnTo>
                    <a:pt x="6064" y="5813"/>
                  </a:lnTo>
                  <a:lnTo>
                    <a:pt x="6109" y="5847"/>
                  </a:lnTo>
                  <a:lnTo>
                    <a:pt x="6166" y="5870"/>
                  </a:lnTo>
                  <a:lnTo>
                    <a:pt x="6166" y="8213"/>
                  </a:lnTo>
                  <a:lnTo>
                    <a:pt x="6132" y="8225"/>
                  </a:lnTo>
                  <a:lnTo>
                    <a:pt x="6087" y="8247"/>
                  </a:lnTo>
                  <a:lnTo>
                    <a:pt x="6053" y="8270"/>
                  </a:lnTo>
                  <a:lnTo>
                    <a:pt x="6018" y="8293"/>
                  </a:lnTo>
                  <a:lnTo>
                    <a:pt x="5996" y="8327"/>
                  </a:lnTo>
                  <a:lnTo>
                    <a:pt x="5973" y="8372"/>
                  </a:lnTo>
                  <a:lnTo>
                    <a:pt x="5962" y="8407"/>
                  </a:lnTo>
                  <a:lnTo>
                    <a:pt x="5962" y="8452"/>
                  </a:lnTo>
                  <a:lnTo>
                    <a:pt x="5962" y="8509"/>
                  </a:lnTo>
                  <a:lnTo>
                    <a:pt x="5973" y="8543"/>
                  </a:lnTo>
                  <a:lnTo>
                    <a:pt x="3982" y="9703"/>
                  </a:lnTo>
                  <a:lnTo>
                    <a:pt x="3948" y="9669"/>
                  </a:lnTo>
                  <a:lnTo>
                    <a:pt x="3914" y="9647"/>
                  </a:lnTo>
                  <a:lnTo>
                    <a:pt x="3868" y="9624"/>
                  </a:lnTo>
                  <a:lnTo>
                    <a:pt x="3777" y="9624"/>
                  </a:lnTo>
                  <a:lnTo>
                    <a:pt x="3743" y="9647"/>
                  </a:lnTo>
                  <a:lnTo>
                    <a:pt x="3698" y="9669"/>
                  </a:lnTo>
                  <a:lnTo>
                    <a:pt x="3675" y="9703"/>
                  </a:lnTo>
                  <a:lnTo>
                    <a:pt x="1616" y="8520"/>
                  </a:lnTo>
                  <a:lnTo>
                    <a:pt x="1628" y="8452"/>
                  </a:lnTo>
                  <a:lnTo>
                    <a:pt x="1616" y="8395"/>
                  </a:lnTo>
                  <a:lnTo>
                    <a:pt x="1582" y="8338"/>
                  </a:lnTo>
                  <a:lnTo>
                    <a:pt x="1537" y="8304"/>
                  </a:lnTo>
                  <a:lnTo>
                    <a:pt x="1480" y="8281"/>
                  </a:lnTo>
                  <a:lnTo>
                    <a:pt x="1480" y="5938"/>
                  </a:lnTo>
                  <a:lnTo>
                    <a:pt x="1525" y="5927"/>
                  </a:lnTo>
                  <a:lnTo>
                    <a:pt x="1559" y="5915"/>
                  </a:lnTo>
                  <a:lnTo>
                    <a:pt x="1605" y="5893"/>
                  </a:lnTo>
                  <a:lnTo>
                    <a:pt x="1628" y="5859"/>
                  </a:lnTo>
                  <a:lnTo>
                    <a:pt x="1662" y="5824"/>
                  </a:lnTo>
                  <a:lnTo>
                    <a:pt x="1684" y="5790"/>
                  </a:lnTo>
                  <a:lnTo>
                    <a:pt x="1696" y="5745"/>
                  </a:lnTo>
                  <a:lnTo>
                    <a:pt x="1696" y="5699"/>
                  </a:lnTo>
                  <a:lnTo>
                    <a:pt x="1696" y="5654"/>
                  </a:lnTo>
                  <a:lnTo>
                    <a:pt x="1684" y="5608"/>
                  </a:lnTo>
                  <a:lnTo>
                    <a:pt x="3664" y="4459"/>
                  </a:lnTo>
                  <a:lnTo>
                    <a:pt x="3698" y="4493"/>
                  </a:lnTo>
                  <a:lnTo>
                    <a:pt x="3732" y="4528"/>
                  </a:lnTo>
                  <a:lnTo>
                    <a:pt x="3777" y="4539"/>
                  </a:lnTo>
                  <a:lnTo>
                    <a:pt x="3823" y="4550"/>
                  </a:lnTo>
                  <a:lnTo>
                    <a:pt x="3880" y="4539"/>
                  </a:lnTo>
                  <a:lnTo>
                    <a:pt x="3925" y="4528"/>
                  </a:lnTo>
                  <a:lnTo>
                    <a:pt x="3959" y="4493"/>
                  </a:lnTo>
                  <a:lnTo>
                    <a:pt x="3994" y="4459"/>
                  </a:lnTo>
                  <a:close/>
                  <a:moveTo>
                    <a:pt x="6394" y="8589"/>
                  </a:moveTo>
                  <a:lnTo>
                    <a:pt x="8373" y="9726"/>
                  </a:lnTo>
                  <a:lnTo>
                    <a:pt x="8362" y="9760"/>
                  </a:lnTo>
                  <a:lnTo>
                    <a:pt x="8350" y="9806"/>
                  </a:lnTo>
                  <a:lnTo>
                    <a:pt x="8362" y="9840"/>
                  </a:lnTo>
                  <a:lnTo>
                    <a:pt x="8373" y="9874"/>
                  </a:lnTo>
                  <a:lnTo>
                    <a:pt x="8385" y="9908"/>
                  </a:lnTo>
                  <a:lnTo>
                    <a:pt x="8407" y="9942"/>
                  </a:lnTo>
                  <a:lnTo>
                    <a:pt x="8464" y="9988"/>
                  </a:lnTo>
                  <a:lnTo>
                    <a:pt x="8498" y="9999"/>
                  </a:lnTo>
                  <a:lnTo>
                    <a:pt x="8544" y="10011"/>
                  </a:lnTo>
                  <a:lnTo>
                    <a:pt x="8544" y="12342"/>
                  </a:lnTo>
                  <a:lnTo>
                    <a:pt x="8498" y="12354"/>
                  </a:lnTo>
                  <a:lnTo>
                    <a:pt x="8464" y="12365"/>
                  </a:lnTo>
                  <a:lnTo>
                    <a:pt x="8430" y="12388"/>
                  </a:lnTo>
                  <a:lnTo>
                    <a:pt x="8407" y="12411"/>
                  </a:lnTo>
                  <a:lnTo>
                    <a:pt x="8385" y="12445"/>
                  </a:lnTo>
                  <a:lnTo>
                    <a:pt x="8362" y="12479"/>
                  </a:lnTo>
                  <a:lnTo>
                    <a:pt x="8350" y="12524"/>
                  </a:lnTo>
                  <a:lnTo>
                    <a:pt x="8350" y="12559"/>
                  </a:lnTo>
                  <a:lnTo>
                    <a:pt x="8350" y="12604"/>
                  </a:lnTo>
                  <a:lnTo>
                    <a:pt x="8362" y="12638"/>
                  </a:lnTo>
                  <a:lnTo>
                    <a:pt x="6371" y="13799"/>
                  </a:lnTo>
                  <a:lnTo>
                    <a:pt x="6337" y="13764"/>
                  </a:lnTo>
                  <a:lnTo>
                    <a:pt x="6291" y="13730"/>
                  </a:lnTo>
                  <a:lnTo>
                    <a:pt x="6246" y="13719"/>
                  </a:lnTo>
                  <a:lnTo>
                    <a:pt x="6200" y="13708"/>
                  </a:lnTo>
                  <a:lnTo>
                    <a:pt x="6144" y="13719"/>
                  </a:lnTo>
                  <a:lnTo>
                    <a:pt x="6098" y="13730"/>
                  </a:lnTo>
                  <a:lnTo>
                    <a:pt x="6064" y="13764"/>
                  </a:lnTo>
                  <a:lnTo>
                    <a:pt x="6030" y="13799"/>
                  </a:lnTo>
                  <a:lnTo>
                    <a:pt x="3982" y="12615"/>
                  </a:lnTo>
                  <a:lnTo>
                    <a:pt x="3994" y="12559"/>
                  </a:lnTo>
                  <a:lnTo>
                    <a:pt x="3982" y="12502"/>
                  </a:lnTo>
                  <a:lnTo>
                    <a:pt x="3948" y="12445"/>
                  </a:lnTo>
                  <a:lnTo>
                    <a:pt x="3903" y="12411"/>
                  </a:lnTo>
                  <a:lnTo>
                    <a:pt x="3846" y="12399"/>
                  </a:lnTo>
                  <a:lnTo>
                    <a:pt x="3846" y="9988"/>
                  </a:lnTo>
                  <a:lnTo>
                    <a:pt x="3914" y="9965"/>
                  </a:lnTo>
                  <a:lnTo>
                    <a:pt x="3959" y="9931"/>
                  </a:lnTo>
                  <a:lnTo>
                    <a:pt x="3994" y="9874"/>
                  </a:lnTo>
                  <a:lnTo>
                    <a:pt x="4016" y="9806"/>
                  </a:lnTo>
                  <a:lnTo>
                    <a:pt x="4005" y="9738"/>
                  </a:lnTo>
                  <a:lnTo>
                    <a:pt x="5996" y="8589"/>
                  </a:lnTo>
                  <a:lnTo>
                    <a:pt x="6030" y="8634"/>
                  </a:lnTo>
                  <a:lnTo>
                    <a:pt x="6087" y="8668"/>
                  </a:lnTo>
                  <a:lnTo>
                    <a:pt x="6132" y="8691"/>
                  </a:lnTo>
                  <a:lnTo>
                    <a:pt x="6200" y="8702"/>
                  </a:lnTo>
                  <a:lnTo>
                    <a:pt x="6257" y="8691"/>
                  </a:lnTo>
                  <a:lnTo>
                    <a:pt x="6314" y="8668"/>
                  </a:lnTo>
                  <a:lnTo>
                    <a:pt x="6360" y="8634"/>
                  </a:lnTo>
                  <a:lnTo>
                    <a:pt x="6394" y="8589"/>
                  </a:lnTo>
                  <a:close/>
                  <a:moveTo>
                    <a:pt x="8749" y="12684"/>
                  </a:moveTo>
                  <a:lnTo>
                    <a:pt x="10751" y="13844"/>
                  </a:lnTo>
                  <a:lnTo>
                    <a:pt x="10739" y="13912"/>
                  </a:lnTo>
                  <a:lnTo>
                    <a:pt x="10739" y="13946"/>
                  </a:lnTo>
                  <a:lnTo>
                    <a:pt x="10751" y="13981"/>
                  </a:lnTo>
                  <a:lnTo>
                    <a:pt x="10785" y="14037"/>
                  </a:lnTo>
                  <a:lnTo>
                    <a:pt x="10842" y="14083"/>
                  </a:lnTo>
                  <a:lnTo>
                    <a:pt x="10910" y="14106"/>
                  </a:lnTo>
                  <a:lnTo>
                    <a:pt x="10910" y="16460"/>
                  </a:lnTo>
                  <a:lnTo>
                    <a:pt x="10842" y="16483"/>
                  </a:lnTo>
                  <a:lnTo>
                    <a:pt x="10785" y="16529"/>
                  </a:lnTo>
                  <a:lnTo>
                    <a:pt x="10751" y="16597"/>
                  </a:lnTo>
                  <a:lnTo>
                    <a:pt x="10739" y="16631"/>
                  </a:lnTo>
                  <a:lnTo>
                    <a:pt x="10739" y="16665"/>
                  </a:lnTo>
                  <a:lnTo>
                    <a:pt x="10739" y="16699"/>
                  </a:lnTo>
                  <a:lnTo>
                    <a:pt x="10751" y="16745"/>
                  </a:lnTo>
                  <a:lnTo>
                    <a:pt x="8760" y="17894"/>
                  </a:lnTo>
                  <a:lnTo>
                    <a:pt x="8726" y="17848"/>
                  </a:lnTo>
                  <a:lnTo>
                    <a:pt x="8680" y="17814"/>
                  </a:lnTo>
                  <a:lnTo>
                    <a:pt x="8623" y="17791"/>
                  </a:lnTo>
                  <a:lnTo>
                    <a:pt x="8567" y="17780"/>
                  </a:lnTo>
                  <a:lnTo>
                    <a:pt x="8510" y="17791"/>
                  </a:lnTo>
                  <a:lnTo>
                    <a:pt x="8453" y="17814"/>
                  </a:lnTo>
                  <a:lnTo>
                    <a:pt x="8407" y="17848"/>
                  </a:lnTo>
                  <a:lnTo>
                    <a:pt x="8373" y="17894"/>
                  </a:lnTo>
                  <a:lnTo>
                    <a:pt x="6360" y="16733"/>
                  </a:lnTo>
                  <a:lnTo>
                    <a:pt x="6371" y="16665"/>
                  </a:lnTo>
                  <a:lnTo>
                    <a:pt x="6360" y="16597"/>
                  </a:lnTo>
                  <a:lnTo>
                    <a:pt x="6326" y="16551"/>
                  </a:lnTo>
                  <a:lnTo>
                    <a:pt x="6280" y="16506"/>
                  </a:lnTo>
                  <a:lnTo>
                    <a:pt x="6212" y="16494"/>
                  </a:lnTo>
                  <a:lnTo>
                    <a:pt x="6212" y="14106"/>
                  </a:lnTo>
                  <a:lnTo>
                    <a:pt x="6257" y="14106"/>
                  </a:lnTo>
                  <a:lnTo>
                    <a:pt x="6291" y="14083"/>
                  </a:lnTo>
                  <a:lnTo>
                    <a:pt x="6348" y="14049"/>
                  </a:lnTo>
                  <a:lnTo>
                    <a:pt x="6382" y="13981"/>
                  </a:lnTo>
                  <a:lnTo>
                    <a:pt x="6394" y="13946"/>
                  </a:lnTo>
                  <a:lnTo>
                    <a:pt x="6405" y="13912"/>
                  </a:lnTo>
                  <a:lnTo>
                    <a:pt x="6394" y="13867"/>
                  </a:lnTo>
                  <a:lnTo>
                    <a:pt x="6382" y="13833"/>
                  </a:lnTo>
                  <a:lnTo>
                    <a:pt x="8385" y="12684"/>
                  </a:lnTo>
                  <a:lnTo>
                    <a:pt x="8419" y="12718"/>
                  </a:lnTo>
                  <a:lnTo>
                    <a:pt x="8464" y="12752"/>
                  </a:lnTo>
                  <a:lnTo>
                    <a:pt x="8510" y="12775"/>
                  </a:lnTo>
                  <a:lnTo>
                    <a:pt x="8623" y="12775"/>
                  </a:lnTo>
                  <a:lnTo>
                    <a:pt x="8669" y="12752"/>
                  </a:lnTo>
                  <a:lnTo>
                    <a:pt x="8714" y="12729"/>
                  </a:lnTo>
                  <a:lnTo>
                    <a:pt x="8749" y="12684"/>
                  </a:lnTo>
                  <a:close/>
                  <a:moveTo>
                    <a:pt x="1457" y="0"/>
                  </a:moveTo>
                  <a:lnTo>
                    <a:pt x="1411" y="12"/>
                  </a:lnTo>
                  <a:lnTo>
                    <a:pt x="1366" y="23"/>
                  </a:lnTo>
                  <a:lnTo>
                    <a:pt x="1320" y="46"/>
                  </a:lnTo>
                  <a:lnTo>
                    <a:pt x="1286" y="68"/>
                  </a:lnTo>
                  <a:lnTo>
                    <a:pt x="1252" y="114"/>
                  </a:lnTo>
                  <a:lnTo>
                    <a:pt x="1229" y="148"/>
                  </a:lnTo>
                  <a:lnTo>
                    <a:pt x="1218" y="194"/>
                  </a:lnTo>
                  <a:lnTo>
                    <a:pt x="1218" y="250"/>
                  </a:lnTo>
                  <a:lnTo>
                    <a:pt x="1218" y="296"/>
                  </a:lnTo>
                  <a:lnTo>
                    <a:pt x="1229" y="341"/>
                  </a:lnTo>
                  <a:lnTo>
                    <a:pt x="1" y="1047"/>
                  </a:lnTo>
                  <a:lnTo>
                    <a:pt x="1" y="1104"/>
                  </a:lnTo>
                  <a:lnTo>
                    <a:pt x="1252" y="376"/>
                  </a:lnTo>
                  <a:lnTo>
                    <a:pt x="1286" y="421"/>
                  </a:lnTo>
                  <a:lnTo>
                    <a:pt x="1343" y="455"/>
                  </a:lnTo>
                  <a:lnTo>
                    <a:pt x="1400" y="478"/>
                  </a:lnTo>
                  <a:lnTo>
                    <a:pt x="1457" y="489"/>
                  </a:lnTo>
                  <a:lnTo>
                    <a:pt x="1514" y="478"/>
                  </a:lnTo>
                  <a:lnTo>
                    <a:pt x="1571" y="455"/>
                  </a:lnTo>
                  <a:lnTo>
                    <a:pt x="1616" y="421"/>
                  </a:lnTo>
                  <a:lnTo>
                    <a:pt x="1662" y="387"/>
                  </a:lnTo>
                  <a:lnTo>
                    <a:pt x="3630" y="1513"/>
                  </a:lnTo>
                  <a:lnTo>
                    <a:pt x="3618" y="1559"/>
                  </a:lnTo>
                  <a:lnTo>
                    <a:pt x="3607" y="1593"/>
                  </a:lnTo>
                  <a:lnTo>
                    <a:pt x="3618" y="1627"/>
                  </a:lnTo>
                  <a:lnTo>
                    <a:pt x="3630" y="1672"/>
                  </a:lnTo>
                  <a:lnTo>
                    <a:pt x="3641" y="1707"/>
                  </a:lnTo>
                  <a:lnTo>
                    <a:pt x="3664" y="1741"/>
                  </a:lnTo>
                  <a:lnTo>
                    <a:pt x="3721" y="1786"/>
                  </a:lnTo>
                  <a:lnTo>
                    <a:pt x="3766" y="1798"/>
                  </a:lnTo>
                  <a:lnTo>
                    <a:pt x="3800" y="1809"/>
                  </a:lnTo>
                  <a:lnTo>
                    <a:pt x="3800" y="4152"/>
                  </a:lnTo>
                  <a:lnTo>
                    <a:pt x="3732" y="4175"/>
                  </a:lnTo>
                  <a:lnTo>
                    <a:pt x="3675" y="4220"/>
                  </a:lnTo>
                  <a:lnTo>
                    <a:pt x="3641" y="4277"/>
                  </a:lnTo>
                  <a:lnTo>
                    <a:pt x="3630" y="4346"/>
                  </a:lnTo>
                  <a:lnTo>
                    <a:pt x="3630" y="4391"/>
                  </a:lnTo>
                  <a:lnTo>
                    <a:pt x="3641" y="4414"/>
                  </a:lnTo>
                  <a:lnTo>
                    <a:pt x="1662" y="5563"/>
                  </a:lnTo>
                  <a:lnTo>
                    <a:pt x="1616" y="5517"/>
                  </a:lnTo>
                  <a:lnTo>
                    <a:pt x="1571" y="5483"/>
                  </a:lnTo>
                  <a:lnTo>
                    <a:pt x="1514" y="5472"/>
                  </a:lnTo>
                  <a:lnTo>
                    <a:pt x="1457" y="5460"/>
                  </a:lnTo>
                  <a:lnTo>
                    <a:pt x="1400" y="5472"/>
                  </a:lnTo>
                  <a:lnTo>
                    <a:pt x="1343" y="5495"/>
                  </a:lnTo>
                  <a:lnTo>
                    <a:pt x="1298" y="5529"/>
                  </a:lnTo>
                  <a:lnTo>
                    <a:pt x="1252" y="5574"/>
                  </a:lnTo>
                  <a:lnTo>
                    <a:pt x="1" y="4846"/>
                  </a:lnTo>
                  <a:lnTo>
                    <a:pt x="1" y="4903"/>
                  </a:lnTo>
                  <a:lnTo>
                    <a:pt x="1241" y="5608"/>
                  </a:lnTo>
                  <a:lnTo>
                    <a:pt x="1218" y="5654"/>
                  </a:lnTo>
                  <a:lnTo>
                    <a:pt x="1218" y="5699"/>
                  </a:lnTo>
                  <a:lnTo>
                    <a:pt x="1218" y="5745"/>
                  </a:lnTo>
                  <a:lnTo>
                    <a:pt x="1241" y="5779"/>
                  </a:lnTo>
                  <a:lnTo>
                    <a:pt x="1252" y="5824"/>
                  </a:lnTo>
                  <a:lnTo>
                    <a:pt x="1275" y="5859"/>
                  </a:lnTo>
                  <a:lnTo>
                    <a:pt x="1309" y="5881"/>
                  </a:lnTo>
                  <a:lnTo>
                    <a:pt x="1343" y="5904"/>
                  </a:lnTo>
                  <a:lnTo>
                    <a:pt x="1389" y="5927"/>
                  </a:lnTo>
                  <a:lnTo>
                    <a:pt x="1434" y="5938"/>
                  </a:lnTo>
                  <a:lnTo>
                    <a:pt x="1434" y="8281"/>
                  </a:lnTo>
                  <a:lnTo>
                    <a:pt x="1377" y="8304"/>
                  </a:lnTo>
                  <a:lnTo>
                    <a:pt x="1332" y="8350"/>
                  </a:lnTo>
                  <a:lnTo>
                    <a:pt x="1298" y="8395"/>
                  </a:lnTo>
                  <a:lnTo>
                    <a:pt x="1286" y="8452"/>
                  </a:lnTo>
                  <a:lnTo>
                    <a:pt x="1298" y="8509"/>
                  </a:lnTo>
                  <a:lnTo>
                    <a:pt x="1" y="9260"/>
                  </a:lnTo>
                  <a:lnTo>
                    <a:pt x="1" y="9317"/>
                  </a:lnTo>
                  <a:lnTo>
                    <a:pt x="1320" y="8554"/>
                  </a:lnTo>
                  <a:lnTo>
                    <a:pt x="1343" y="8589"/>
                  </a:lnTo>
                  <a:lnTo>
                    <a:pt x="1377" y="8611"/>
                  </a:lnTo>
                  <a:lnTo>
                    <a:pt x="1411" y="8623"/>
                  </a:lnTo>
                  <a:lnTo>
                    <a:pt x="1502" y="8623"/>
                  </a:lnTo>
                  <a:lnTo>
                    <a:pt x="1537" y="8611"/>
                  </a:lnTo>
                  <a:lnTo>
                    <a:pt x="1571" y="8589"/>
                  </a:lnTo>
                  <a:lnTo>
                    <a:pt x="1593" y="8554"/>
                  </a:lnTo>
                  <a:lnTo>
                    <a:pt x="3652" y="9749"/>
                  </a:lnTo>
                  <a:lnTo>
                    <a:pt x="3641" y="9806"/>
                  </a:lnTo>
                  <a:lnTo>
                    <a:pt x="3652" y="9863"/>
                  </a:lnTo>
                  <a:lnTo>
                    <a:pt x="3686" y="9920"/>
                  </a:lnTo>
                  <a:lnTo>
                    <a:pt x="3743" y="9965"/>
                  </a:lnTo>
                  <a:lnTo>
                    <a:pt x="3800" y="9988"/>
                  </a:lnTo>
                  <a:lnTo>
                    <a:pt x="3800" y="12399"/>
                  </a:lnTo>
                  <a:lnTo>
                    <a:pt x="3743" y="12411"/>
                  </a:lnTo>
                  <a:lnTo>
                    <a:pt x="3698" y="12456"/>
                  </a:lnTo>
                  <a:lnTo>
                    <a:pt x="3675" y="12502"/>
                  </a:lnTo>
                  <a:lnTo>
                    <a:pt x="3664" y="12559"/>
                  </a:lnTo>
                  <a:lnTo>
                    <a:pt x="3675" y="12627"/>
                  </a:lnTo>
                  <a:lnTo>
                    <a:pt x="3709" y="12672"/>
                  </a:lnTo>
                  <a:lnTo>
                    <a:pt x="3766" y="12718"/>
                  </a:lnTo>
                  <a:lnTo>
                    <a:pt x="3823" y="12729"/>
                  </a:lnTo>
                  <a:lnTo>
                    <a:pt x="3868" y="12718"/>
                  </a:lnTo>
                  <a:lnTo>
                    <a:pt x="3903" y="12706"/>
                  </a:lnTo>
                  <a:lnTo>
                    <a:pt x="3937" y="12684"/>
                  </a:lnTo>
                  <a:lnTo>
                    <a:pt x="3959" y="12661"/>
                  </a:lnTo>
                  <a:lnTo>
                    <a:pt x="6007" y="13844"/>
                  </a:lnTo>
                  <a:lnTo>
                    <a:pt x="5996" y="13912"/>
                  </a:lnTo>
                  <a:lnTo>
                    <a:pt x="5996" y="13946"/>
                  </a:lnTo>
                  <a:lnTo>
                    <a:pt x="6007" y="13981"/>
                  </a:lnTo>
                  <a:lnTo>
                    <a:pt x="6041" y="14037"/>
                  </a:lnTo>
                  <a:lnTo>
                    <a:pt x="6098" y="14083"/>
                  </a:lnTo>
                  <a:lnTo>
                    <a:pt x="6166" y="14106"/>
                  </a:lnTo>
                  <a:lnTo>
                    <a:pt x="6166" y="16494"/>
                  </a:lnTo>
                  <a:lnTo>
                    <a:pt x="6109" y="16517"/>
                  </a:lnTo>
                  <a:lnTo>
                    <a:pt x="6064" y="16551"/>
                  </a:lnTo>
                  <a:lnTo>
                    <a:pt x="6030" y="16608"/>
                  </a:lnTo>
                  <a:lnTo>
                    <a:pt x="6018" y="16665"/>
                  </a:lnTo>
                  <a:lnTo>
                    <a:pt x="6030" y="16699"/>
                  </a:lnTo>
                  <a:lnTo>
                    <a:pt x="6041" y="16733"/>
                  </a:lnTo>
                  <a:lnTo>
                    <a:pt x="6075" y="16790"/>
                  </a:lnTo>
                  <a:lnTo>
                    <a:pt x="6132" y="16824"/>
                  </a:lnTo>
                  <a:lnTo>
                    <a:pt x="6166" y="16836"/>
                  </a:lnTo>
                  <a:lnTo>
                    <a:pt x="6235" y="16836"/>
                  </a:lnTo>
                  <a:lnTo>
                    <a:pt x="6280" y="16824"/>
                  </a:lnTo>
                  <a:lnTo>
                    <a:pt x="6314" y="16802"/>
                  </a:lnTo>
                  <a:lnTo>
                    <a:pt x="6337" y="16768"/>
                  </a:lnTo>
                  <a:lnTo>
                    <a:pt x="8350" y="17939"/>
                  </a:lnTo>
                  <a:lnTo>
                    <a:pt x="8339" y="17973"/>
                  </a:lnTo>
                  <a:lnTo>
                    <a:pt x="8339" y="18007"/>
                  </a:lnTo>
                  <a:lnTo>
                    <a:pt x="8339" y="18064"/>
                  </a:lnTo>
                  <a:lnTo>
                    <a:pt x="8362" y="18098"/>
                  </a:lnTo>
                  <a:lnTo>
                    <a:pt x="8373" y="18144"/>
                  </a:lnTo>
                  <a:lnTo>
                    <a:pt x="8407" y="18178"/>
                  </a:lnTo>
                  <a:lnTo>
                    <a:pt x="8441" y="18201"/>
                  </a:lnTo>
                  <a:lnTo>
                    <a:pt x="8476" y="18224"/>
                  </a:lnTo>
                  <a:lnTo>
                    <a:pt x="8521" y="18235"/>
                  </a:lnTo>
                  <a:lnTo>
                    <a:pt x="8567" y="18246"/>
                  </a:lnTo>
                  <a:lnTo>
                    <a:pt x="8612" y="18235"/>
                  </a:lnTo>
                  <a:lnTo>
                    <a:pt x="8658" y="18224"/>
                  </a:lnTo>
                  <a:lnTo>
                    <a:pt x="8692" y="18201"/>
                  </a:lnTo>
                  <a:lnTo>
                    <a:pt x="8726" y="18178"/>
                  </a:lnTo>
                  <a:lnTo>
                    <a:pt x="8760" y="18144"/>
                  </a:lnTo>
                  <a:lnTo>
                    <a:pt x="8783" y="18098"/>
                  </a:lnTo>
                  <a:lnTo>
                    <a:pt x="8794" y="18064"/>
                  </a:lnTo>
                  <a:lnTo>
                    <a:pt x="8794" y="18007"/>
                  </a:lnTo>
                  <a:lnTo>
                    <a:pt x="8794" y="17973"/>
                  </a:lnTo>
                  <a:lnTo>
                    <a:pt x="8783" y="17928"/>
                  </a:lnTo>
                  <a:lnTo>
                    <a:pt x="10773" y="16779"/>
                  </a:lnTo>
                  <a:lnTo>
                    <a:pt x="10807" y="16813"/>
                  </a:lnTo>
                  <a:lnTo>
                    <a:pt x="10842" y="16847"/>
                  </a:lnTo>
                  <a:lnTo>
                    <a:pt x="10887" y="16859"/>
                  </a:lnTo>
                  <a:lnTo>
                    <a:pt x="10933" y="16870"/>
                  </a:lnTo>
                  <a:lnTo>
                    <a:pt x="10978" y="16870"/>
                  </a:lnTo>
                  <a:lnTo>
                    <a:pt x="11012" y="16859"/>
                  </a:lnTo>
                  <a:lnTo>
                    <a:pt x="11058" y="16836"/>
                  </a:lnTo>
                  <a:lnTo>
                    <a:pt x="11080" y="16813"/>
                  </a:lnTo>
                  <a:lnTo>
                    <a:pt x="11103" y="16779"/>
                  </a:lnTo>
                  <a:lnTo>
                    <a:pt x="11126" y="16745"/>
                  </a:lnTo>
                  <a:lnTo>
                    <a:pt x="11137" y="16711"/>
                  </a:lnTo>
                  <a:lnTo>
                    <a:pt x="11137" y="16665"/>
                  </a:lnTo>
                  <a:lnTo>
                    <a:pt x="11137" y="16631"/>
                  </a:lnTo>
                  <a:lnTo>
                    <a:pt x="11126" y="16585"/>
                  </a:lnTo>
                  <a:lnTo>
                    <a:pt x="11115" y="16563"/>
                  </a:lnTo>
                  <a:lnTo>
                    <a:pt x="11092" y="16529"/>
                  </a:lnTo>
                  <a:lnTo>
                    <a:pt x="11035" y="16483"/>
                  </a:lnTo>
                  <a:lnTo>
                    <a:pt x="10989" y="16472"/>
                  </a:lnTo>
                  <a:lnTo>
                    <a:pt x="10955" y="16460"/>
                  </a:lnTo>
                  <a:lnTo>
                    <a:pt x="10955" y="14106"/>
                  </a:lnTo>
                  <a:lnTo>
                    <a:pt x="10989" y="14106"/>
                  </a:lnTo>
                  <a:lnTo>
                    <a:pt x="11024" y="14094"/>
                  </a:lnTo>
                  <a:lnTo>
                    <a:pt x="11092" y="14049"/>
                  </a:lnTo>
                  <a:lnTo>
                    <a:pt x="11126" y="13981"/>
                  </a:lnTo>
                  <a:lnTo>
                    <a:pt x="11137" y="13946"/>
                  </a:lnTo>
                  <a:lnTo>
                    <a:pt x="11137" y="13912"/>
                  </a:lnTo>
                  <a:lnTo>
                    <a:pt x="11137" y="13867"/>
                  </a:lnTo>
                  <a:lnTo>
                    <a:pt x="11126" y="13833"/>
                  </a:lnTo>
                  <a:lnTo>
                    <a:pt x="11103" y="13799"/>
                  </a:lnTo>
                  <a:lnTo>
                    <a:pt x="11080" y="13764"/>
                  </a:lnTo>
                  <a:lnTo>
                    <a:pt x="11046" y="13742"/>
                  </a:lnTo>
                  <a:lnTo>
                    <a:pt x="11012" y="13719"/>
                  </a:lnTo>
                  <a:lnTo>
                    <a:pt x="10978" y="13708"/>
                  </a:lnTo>
                  <a:lnTo>
                    <a:pt x="10887" y="13708"/>
                  </a:lnTo>
                  <a:lnTo>
                    <a:pt x="10842" y="13730"/>
                  </a:lnTo>
                  <a:lnTo>
                    <a:pt x="10796" y="13764"/>
                  </a:lnTo>
                  <a:lnTo>
                    <a:pt x="10762" y="13799"/>
                  </a:lnTo>
                  <a:lnTo>
                    <a:pt x="8771" y="12650"/>
                  </a:lnTo>
                  <a:lnTo>
                    <a:pt x="8783" y="12604"/>
                  </a:lnTo>
                  <a:lnTo>
                    <a:pt x="8783" y="12559"/>
                  </a:lnTo>
                  <a:lnTo>
                    <a:pt x="8783" y="12513"/>
                  </a:lnTo>
                  <a:lnTo>
                    <a:pt x="8771" y="12479"/>
                  </a:lnTo>
                  <a:lnTo>
                    <a:pt x="8749" y="12445"/>
                  </a:lnTo>
                  <a:lnTo>
                    <a:pt x="8726" y="12411"/>
                  </a:lnTo>
                  <a:lnTo>
                    <a:pt x="8703" y="12388"/>
                  </a:lnTo>
                  <a:lnTo>
                    <a:pt x="8669" y="12365"/>
                  </a:lnTo>
                  <a:lnTo>
                    <a:pt x="8623" y="12354"/>
                  </a:lnTo>
                  <a:lnTo>
                    <a:pt x="8589" y="12342"/>
                  </a:lnTo>
                  <a:lnTo>
                    <a:pt x="8589" y="10011"/>
                  </a:lnTo>
                  <a:lnTo>
                    <a:pt x="8623" y="10011"/>
                  </a:lnTo>
                  <a:lnTo>
                    <a:pt x="8658" y="9988"/>
                  </a:lnTo>
                  <a:lnTo>
                    <a:pt x="8692" y="9976"/>
                  </a:lnTo>
                  <a:lnTo>
                    <a:pt x="8726" y="9942"/>
                  </a:lnTo>
                  <a:lnTo>
                    <a:pt x="8749" y="9920"/>
                  </a:lnTo>
                  <a:lnTo>
                    <a:pt x="8771" y="9885"/>
                  </a:lnTo>
                  <a:lnTo>
                    <a:pt x="8783" y="9840"/>
                  </a:lnTo>
                  <a:lnTo>
                    <a:pt x="8783" y="9806"/>
                  </a:lnTo>
                  <a:lnTo>
                    <a:pt x="8783" y="9760"/>
                  </a:lnTo>
                  <a:lnTo>
                    <a:pt x="8771" y="9726"/>
                  </a:lnTo>
                  <a:lnTo>
                    <a:pt x="10751" y="8577"/>
                  </a:lnTo>
                  <a:lnTo>
                    <a:pt x="10785" y="8623"/>
                  </a:lnTo>
                  <a:lnTo>
                    <a:pt x="10830" y="8657"/>
                  </a:lnTo>
                  <a:lnTo>
                    <a:pt x="10876" y="8680"/>
                  </a:lnTo>
                  <a:lnTo>
                    <a:pt x="10989" y="8680"/>
                  </a:lnTo>
                  <a:lnTo>
                    <a:pt x="11024" y="8668"/>
                  </a:lnTo>
                  <a:lnTo>
                    <a:pt x="11069" y="8645"/>
                  </a:lnTo>
                  <a:lnTo>
                    <a:pt x="11103" y="8623"/>
                  </a:lnTo>
                  <a:lnTo>
                    <a:pt x="11126" y="8589"/>
                  </a:lnTo>
                  <a:lnTo>
                    <a:pt x="11149" y="8543"/>
                  </a:lnTo>
                  <a:lnTo>
                    <a:pt x="11160" y="8498"/>
                  </a:lnTo>
                  <a:lnTo>
                    <a:pt x="11171" y="8452"/>
                  </a:lnTo>
                  <a:lnTo>
                    <a:pt x="11160" y="8407"/>
                  </a:lnTo>
                  <a:lnTo>
                    <a:pt x="11149" y="8372"/>
                  </a:lnTo>
                  <a:lnTo>
                    <a:pt x="11137" y="8338"/>
                  </a:lnTo>
                  <a:lnTo>
                    <a:pt x="11103" y="8304"/>
                  </a:lnTo>
                  <a:lnTo>
                    <a:pt x="11080" y="8270"/>
                  </a:lnTo>
                  <a:lnTo>
                    <a:pt x="11035" y="8247"/>
                  </a:lnTo>
                  <a:lnTo>
                    <a:pt x="11001" y="8236"/>
                  </a:lnTo>
                  <a:lnTo>
                    <a:pt x="10955" y="8225"/>
                  </a:lnTo>
                  <a:lnTo>
                    <a:pt x="10955" y="5893"/>
                  </a:lnTo>
                  <a:lnTo>
                    <a:pt x="11024" y="5870"/>
                  </a:lnTo>
                  <a:lnTo>
                    <a:pt x="11080" y="5824"/>
                  </a:lnTo>
                  <a:lnTo>
                    <a:pt x="11115" y="5768"/>
                  </a:lnTo>
                  <a:lnTo>
                    <a:pt x="11126" y="5733"/>
                  </a:lnTo>
                  <a:lnTo>
                    <a:pt x="11126" y="5699"/>
                  </a:lnTo>
                  <a:lnTo>
                    <a:pt x="11115" y="5631"/>
                  </a:lnTo>
                  <a:lnTo>
                    <a:pt x="13139" y="4471"/>
                  </a:lnTo>
                  <a:lnTo>
                    <a:pt x="13174" y="4505"/>
                  </a:lnTo>
                  <a:lnTo>
                    <a:pt x="13208" y="4528"/>
                  </a:lnTo>
                  <a:lnTo>
                    <a:pt x="13253" y="4550"/>
                  </a:lnTo>
                  <a:lnTo>
                    <a:pt x="13310" y="4562"/>
                  </a:lnTo>
                  <a:lnTo>
                    <a:pt x="13344" y="4550"/>
                  </a:lnTo>
                  <a:lnTo>
                    <a:pt x="13390" y="4539"/>
                  </a:lnTo>
                  <a:lnTo>
                    <a:pt x="13424" y="4516"/>
                  </a:lnTo>
                  <a:lnTo>
                    <a:pt x="13458" y="4493"/>
                  </a:lnTo>
                  <a:lnTo>
                    <a:pt x="13481" y="4459"/>
                  </a:lnTo>
                  <a:lnTo>
                    <a:pt x="13503" y="4425"/>
                  </a:lnTo>
                  <a:lnTo>
                    <a:pt x="13515" y="4391"/>
                  </a:lnTo>
                  <a:lnTo>
                    <a:pt x="13515" y="4346"/>
                  </a:lnTo>
                  <a:lnTo>
                    <a:pt x="13515" y="4311"/>
                  </a:lnTo>
                  <a:lnTo>
                    <a:pt x="13503" y="4277"/>
                  </a:lnTo>
                  <a:lnTo>
                    <a:pt x="13481" y="4243"/>
                  </a:lnTo>
                  <a:lnTo>
                    <a:pt x="13458" y="4209"/>
                  </a:lnTo>
                  <a:lnTo>
                    <a:pt x="13401" y="4164"/>
                  </a:lnTo>
                  <a:lnTo>
                    <a:pt x="13367" y="4152"/>
                  </a:lnTo>
                  <a:lnTo>
                    <a:pt x="13333" y="4141"/>
                  </a:lnTo>
                  <a:lnTo>
                    <a:pt x="13333" y="1763"/>
                  </a:lnTo>
                  <a:lnTo>
                    <a:pt x="13390" y="1752"/>
                  </a:lnTo>
                  <a:lnTo>
                    <a:pt x="13435" y="1707"/>
                  </a:lnTo>
                  <a:lnTo>
                    <a:pt x="13469" y="1661"/>
                  </a:lnTo>
                  <a:lnTo>
                    <a:pt x="13492" y="1593"/>
                  </a:lnTo>
                  <a:lnTo>
                    <a:pt x="13481" y="1559"/>
                  </a:lnTo>
                  <a:lnTo>
                    <a:pt x="13469" y="1525"/>
                  </a:lnTo>
                  <a:lnTo>
                    <a:pt x="13435" y="1468"/>
                  </a:lnTo>
                  <a:lnTo>
                    <a:pt x="13378" y="1422"/>
                  </a:lnTo>
                  <a:lnTo>
                    <a:pt x="13344" y="1422"/>
                  </a:lnTo>
                  <a:lnTo>
                    <a:pt x="13310" y="1411"/>
                  </a:lnTo>
                  <a:lnTo>
                    <a:pt x="13265" y="1422"/>
                  </a:lnTo>
                  <a:lnTo>
                    <a:pt x="13219" y="1433"/>
                  </a:lnTo>
                  <a:lnTo>
                    <a:pt x="13185" y="1456"/>
                  </a:lnTo>
                  <a:lnTo>
                    <a:pt x="13162" y="1490"/>
                  </a:lnTo>
                  <a:lnTo>
                    <a:pt x="11115" y="319"/>
                  </a:lnTo>
                  <a:lnTo>
                    <a:pt x="11126" y="285"/>
                  </a:lnTo>
                  <a:lnTo>
                    <a:pt x="11126" y="250"/>
                  </a:lnTo>
                  <a:lnTo>
                    <a:pt x="11126" y="205"/>
                  </a:lnTo>
                  <a:lnTo>
                    <a:pt x="11115" y="171"/>
                  </a:lnTo>
                  <a:lnTo>
                    <a:pt x="11103" y="137"/>
                  </a:lnTo>
                  <a:lnTo>
                    <a:pt x="11069" y="114"/>
                  </a:lnTo>
                  <a:lnTo>
                    <a:pt x="11046" y="80"/>
                  </a:lnTo>
                  <a:lnTo>
                    <a:pt x="11012" y="68"/>
                  </a:lnTo>
                  <a:lnTo>
                    <a:pt x="10978" y="57"/>
                  </a:lnTo>
                  <a:lnTo>
                    <a:pt x="10898" y="57"/>
                  </a:lnTo>
                  <a:lnTo>
                    <a:pt x="10864" y="68"/>
                  </a:lnTo>
                  <a:lnTo>
                    <a:pt x="10830" y="80"/>
                  </a:lnTo>
                  <a:lnTo>
                    <a:pt x="10796" y="114"/>
                  </a:lnTo>
                  <a:lnTo>
                    <a:pt x="10773" y="137"/>
                  </a:lnTo>
                  <a:lnTo>
                    <a:pt x="10762" y="171"/>
                  </a:lnTo>
                  <a:lnTo>
                    <a:pt x="10751" y="205"/>
                  </a:lnTo>
                  <a:lnTo>
                    <a:pt x="10751" y="250"/>
                  </a:lnTo>
                  <a:lnTo>
                    <a:pt x="10762" y="307"/>
                  </a:lnTo>
                  <a:lnTo>
                    <a:pt x="8737" y="1479"/>
                  </a:lnTo>
                  <a:lnTo>
                    <a:pt x="8714" y="1433"/>
                  </a:lnTo>
                  <a:lnTo>
                    <a:pt x="8669" y="1411"/>
                  </a:lnTo>
                  <a:lnTo>
                    <a:pt x="8623" y="1388"/>
                  </a:lnTo>
                  <a:lnTo>
                    <a:pt x="8567" y="1377"/>
                  </a:lnTo>
                  <a:lnTo>
                    <a:pt x="8521" y="1388"/>
                  </a:lnTo>
                  <a:lnTo>
                    <a:pt x="8487" y="1399"/>
                  </a:lnTo>
                  <a:lnTo>
                    <a:pt x="8453" y="1422"/>
                  </a:lnTo>
                  <a:lnTo>
                    <a:pt x="8419" y="1445"/>
                  </a:lnTo>
                  <a:lnTo>
                    <a:pt x="8396" y="1479"/>
                  </a:lnTo>
                  <a:lnTo>
                    <a:pt x="8373" y="1513"/>
                  </a:lnTo>
                  <a:lnTo>
                    <a:pt x="8362" y="1547"/>
                  </a:lnTo>
                  <a:lnTo>
                    <a:pt x="8362" y="1593"/>
                  </a:lnTo>
                  <a:lnTo>
                    <a:pt x="8362" y="1627"/>
                  </a:lnTo>
                  <a:lnTo>
                    <a:pt x="8373" y="1672"/>
                  </a:lnTo>
                  <a:lnTo>
                    <a:pt x="8407" y="1729"/>
                  </a:lnTo>
                  <a:lnTo>
                    <a:pt x="8464" y="1775"/>
                  </a:lnTo>
                  <a:lnTo>
                    <a:pt x="8498" y="1786"/>
                  </a:lnTo>
                  <a:lnTo>
                    <a:pt x="8544" y="1798"/>
                  </a:lnTo>
                  <a:lnTo>
                    <a:pt x="8544" y="4141"/>
                  </a:lnTo>
                  <a:lnTo>
                    <a:pt x="8498" y="4152"/>
                  </a:lnTo>
                  <a:lnTo>
                    <a:pt x="8464" y="4164"/>
                  </a:lnTo>
                  <a:lnTo>
                    <a:pt x="8407" y="4209"/>
                  </a:lnTo>
                  <a:lnTo>
                    <a:pt x="8373" y="4277"/>
                  </a:lnTo>
                  <a:lnTo>
                    <a:pt x="8362" y="4311"/>
                  </a:lnTo>
                  <a:lnTo>
                    <a:pt x="8350" y="4346"/>
                  </a:lnTo>
                  <a:lnTo>
                    <a:pt x="8362" y="4391"/>
                  </a:lnTo>
                  <a:lnTo>
                    <a:pt x="8373" y="4425"/>
                  </a:lnTo>
                  <a:lnTo>
                    <a:pt x="6337" y="5597"/>
                  </a:lnTo>
                  <a:lnTo>
                    <a:pt x="6314" y="5563"/>
                  </a:lnTo>
                  <a:lnTo>
                    <a:pt x="6280" y="5540"/>
                  </a:lnTo>
                  <a:lnTo>
                    <a:pt x="6246" y="5529"/>
                  </a:lnTo>
                  <a:lnTo>
                    <a:pt x="6155" y="5529"/>
                  </a:lnTo>
                  <a:lnTo>
                    <a:pt x="6109" y="5551"/>
                  </a:lnTo>
                  <a:lnTo>
                    <a:pt x="6075" y="5574"/>
                  </a:lnTo>
                  <a:lnTo>
                    <a:pt x="6053" y="5608"/>
                  </a:lnTo>
                  <a:lnTo>
                    <a:pt x="4016" y="4425"/>
                  </a:lnTo>
                  <a:lnTo>
                    <a:pt x="4028" y="4391"/>
                  </a:lnTo>
                  <a:lnTo>
                    <a:pt x="4028" y="4346"/>
                  </a:lnTo>
                  <a:lnTo>
                    <a:pt x="4028" y="4311"/>
                  </a:lnTo>
                  <a:lnTo>
                    <a:pt x="4016" y="4277"/>
                  </a:lnTo>
                  <a:lnTo>
                    <a:pt x="3971" y="4220"/>
                  </a:lnTo>
                  <a:lnTo>
                    <a:pt x="3914" y="4175"/>
                  </a:lnTo>
                  <a:lnTo>
                    <a:pt x="3880" y="4164"/>
                  </a:lnTo>
                  <a:lnTo>
                    <a:pt x="3846" y="4152"/>
                  </a:lnTo>
                  <a:lnTo>
                    <a:pt x="3846" y="1809"/>
                  </a:lnTo>
                  <a:lnTo>
                    <a:pt x="3891" y="1798"/>
                  </a:lnTo>
                  <a:lnTo>
                    <a:pt x="3925" y="1786"/>
                  </a:lnTo>
                  <a:lnTo>
                    <a:pt x="3959" y="1763"/>
                  </a:lnTo>
                  <a:lnTo>
                    <a:pt x="3982" y="1741"/>
                  </a:lnTo>
                  <a:lnTo>
                    <a:pt x="4016" y="1707"/>
                  </a:lnTo>
                  <a:lnTo>
                    <a:pt x="4028" y="1672"/>
                  </a:lnTo>
                  <a:lnTo>
                    <a:pt x="4039" y="1638"/>
                  </a:lnTo>
                  <a:lnTo>
                    <a:pt x="4050" y="1593"/>
                  </a:lnTo>
                  <a:lnTo>
                    <a:pt x="4039" y="1547"/>
                  </a:lnTo>
                  <a:lnTo>
                    <a:pt x="4028" y="1502"/>
                  </a:lnTo>
                  <a:lnTo>
                    <a:pt x="4005" y="1468"/>
                  </a:lnTo>
                  <a:lnTo>
                    <a:pt x="3982" y="1433"/>
                  </a:lnTo>
                  <a:lnTo>
                    <a:pt x="3948" y="1411"/>
                  </a:lnTo>
                  <a:lnTo>
                    <a:pt x="3914" y="1388"/>
                  </a:lnTo>
                  <a:lnTo>
                    <a:pt x="3868" y="1377"/>
                  </a:lnTo>
                  <a:lnTo>
                    <a:pt x="3777" y="1377"/>
                  </a:lnTo>
                  <a:lnTo>
                    <a:pt x="3721" y="1399"/>
                  </a:lnTo>
                  <a:lnTo>
                    <a:pt x="3675" y="1433"/>
                  </a:lnTo>
                  <a:lnTo>
                    <a:pt x="3641" y="1479"/>
                  </a:lnTo>
                  <a:lnTo>
                    <a:pt x="1684" y="341"/>
                  </a:lnTo>
                  <a:lnTo>
                    <a:pt x="1696" y="296"/>
                  </a:lnTo>
                  <a:lnTo>
                    <a:pt x="1707" y="250"/>
                  </a:lnTo>
                  <a:lnTo>
                    <a:pt x="1696" y="194"/>
                  </a:lnTo>
                  <a:lnTo>
                    <a:pt x="1684" y="148"/>
                  </a:lnTo>
                  <a:lnTo>
                    <a:pt x="1662" y="114"/>
                  </a:lnTo>
                  <a:lnTo>
                    <a:pt x="1628" y="68"/>
                  </a:lnTo>
                  <a:lnTo>
                    <a:pt x="1593" y="46"/>
                  </a:lnTo>
                  <a:lnTo>
                    <a:pt x="1548" y="23"/>
                  </a:lnTo>
                  <a:lnTo>
                    <a:pt x="1502" y="12"/>
                  </a:lnTo>
                  <a:lnTo>
                    <a:pt x="145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
            <p:cNvSpPr/>
            <p:nvPr/>
          </p:nvSpPr>
          <p:spPr>
            <a:xfrm>
              <a:off x="1127568" y="0"/>
              <a:ext cx="537036" cy="331055"/>
            </a:xfrm>
            <a:custGeom>
              <a:avLst/>
              <a:gdLst/>
              <a:ahLst/>
              <a:cxnLst/>
              <a:rect l="l" t="t" r="r" b="b"/>
              <a:pathLst>
                <a:path w="5131" h="3163" extrusionOk="0">
                  <a:moveTo>
                    <a:pt x="137" y="0"/>
                  </a:moveTo>
                  <a:lnTo>
                    <a:pt x="137" y="1468"/>
                  </a:lnTo>
                  <a:lnTo>
                    <a:pt x="80" y="1491"/>
                  </a:lnTo>
                  <a:lnTo>
                    <a:pt x="34" y="1525"/>
                  </a:lnTo>
                  <a:lnTo>
                    <a:pt x="12" y="1582"/>
                  </a:lnTo>
                  <a:lnTo>
                    <a:pt x="0" y="1638"/>
                  </a:lnTo>
                  <a:lnTo>
                    <a:pt x="0" y="1673"/>
                  </a:lnTo>
                  <a:lnTo>
                    <a:pt x="12" y="1707"/>
                  </a:lnTo>
                  <a:lnTo>
                    <a:pt x="46" y="1752"/>
                  </a:lnTo>
                  <a:lnTo>
                    <a:pt x="103" y="1786"/>
                  </a:lnTo>
                  <a:lnTo>
                    <a:pt x="125" y="1798"/>
                  </a:lnTo>
                  <a:lnTo>
                    <a:pt x="160" y="1809"/>
                  </a:lnTo>
                  <a:lnTo>
                    <a:pt x="205" y="1798"/>
                  </a:lnTo>
                  <a:lnTo>
                    <a:pt x="239" y="1786"/>
                  </a:lnTo>
                  <a:lnTo>
                    <a:pt x="273" y="1764"/>
                  </a:lnTo>
                  <a:lnTo>
                    <a:pt x="307" y="1729"/>
                  </a:lnTo>
                  <a:lnTo>
                    <a:pt x="2366" y="2924"/>
                  </a:lnTo>
                  <a:lnTo>
                    <a:pt x="2355" y="2981"/>
                  </a:lnTo>
                  <a:lnTo>
                    <a:pt x="2366" y="3015"/>
                  </a:lnTo>
                  <a:lnTo>
                    <a:pt x="2366" y="3049"/>
                  </a:lnTo>
                  <a:lnTo>
                    <a:pt x="2412" y="3106"/>
                  </a:lnTo>
                  <a:lnTo>
                    <a:pt x="2469" y="3151"/>
                  </a:lnTo>
                  <a:lnTo>
                    <a:pt x="2503" y="3151"/>
                  </a:lnTo>
                  <a:lnTo>
                    <a:pt x="2537" y="3163"/>
                  </a:lnTo>
                  <a:lnTo>
                    <a:pt x="2571" y="3151"/>
                  </a:lnTo>
                  <a:lnTo>
                    <a:pt x="2605" y="3151"/>
                  </a:lnTo>
                  <a:lnTo>
                    <a:pt x="2662" y="3106"/>
                  </a:lnTo>
                  <a:lnTo>
                    <a:pt x="2696" y="3049"/>
                  </a:lnTo>
                  <a:lnTo>
                    <a:pt x="2708" y="3015"/>
                  </a:lnTo>
                  <a:lnTo>
                    <a:pt x="2708" y="2981"/>
                  </a:lnTo>
                  <a:lnTo>
                    <a:pt x="2696" y="2924"/>
                  </a:lnTo>
                  <a:lnTo>
                    <a:pt x="4721" y="1764"/>
                  </a:lnTo>
                  <a:lnTo>
                    <a:pt x="4755" y="1798"/>
                  </a:lnTo>
                  <a:lnTo>
                    <a:pt x="4801" y="1832"/>
                  </a:lnTo>
                  <a:lnTo>
                    <a:pt x="4846" y="1855"/>
                  </a:lnTo>
                  <a:lnTo>
                    <a:pt x="4903" y="1866"/>
                  </a:lnTo>
                  <a:lnTo>
                    <a:pt x="4949" y="1855"/>
                  </a:lnTo>
                  <a:lnTo>
                    <a:pt x="4994" y="1843"/>
                  </a:lnTo>
                  <a:lnTo>
                    <a:pt x="5028" y="1820"/>
                  </a:lnTo>
                  <a:lnTo>
                    <a:pt x="5062" y="1798"/>
                  </a:lnTo>
                  <a:lnTo>
                    <a:pt x="5097" y="1764"/>
                  </a:lnTo>
                  <a:lnTo>
                    <a:pt x="5119" y="1729"/>
                  </a:lnTo>
                  <a:lnTo>
                    <a:pt x="5131" y="1684"/>
                  </a:lnTo>
                  <a:lnTo>
                    <a:pt x="5131" y="1638"/>
                  </a:lnTo>
                  <a:lnTo>
                    <a:pt x="5131" y="1593"/>
                  </a:lnTo>
                  <a:lnTo>
                    <a:pt x="5119" y="1547"/>
                  </a:lnTo>
                  <a:lnTo>
                    <a:pt x="5097" y="1513"/>
                  </a:lnTo>
                  <a:lnTo>
                    <a:pt x="5074" y="1479"/>
                  </a:lnTo>
                  <a:lnTo>
                    <a:pt x="5040" y="1456"/>
                  </a:lnTo>
                  <a:lnTo>
                    <a:pt x="5006" y="1434"/>
                  </a:lnTo>
                  <a:lnTo>
                    <a:pt x="4971" y="1422"/>
                  </a:lnTo>
                  <a:lnTo>
                    <a:pt x="4926" y="1411"/>
                  </a:lnTo>
                  <a:lnTo>
                    <a:pt x="4926" y="0"/>
                  </a:lnTo>
                  <a:lnTo>
                    <a:pt x="4880" y="0"/>
                  </a:lnTo>
                  <a:lnTo>
                    <a:pt x="4880" y="1411"/>
                  </a:lnTo>
                  <a:lnTo>
                    <a:pt x="4835" y="1422"/>
                  </a:lnTo>
                  <a:lnTo>
                    <a:pt x="4801" y="1434"/>
                  </a:lnTo>
                  <a:lnTo>
                    <a:pt x="4767" y="1456"/>
                  </a:lnTo>
                  <a:lnTo>
                    <a:pt x="4733" y="1491"/>
                  </a:lnTo>
                  <a:lnTo>
                    <a:pt x="4710" y="1513"/>
                  </a:lnTo>
                  <a:lnTo>
                    <a:pt x="4698" y="1559"/>
                  </a:lnTo>
                  <a:lnTo>
                    <a:pt x="4687" y="1593"/>
                  </a:lnTo>
                  <a:lnTo>
                    <a:pt x="4676" y="1638"/>
                  </a:lnTo>
                  <a:lnTo>
                    <a:pt x="4687" y="1684"/>
                  </a:lnTo>
                  <a:lnTo>
                    <a:pt x="4698" y="1718"/>
                  </a:lnTo>
                  <a:lnTo>
                    <a:pt x="2685" y="2878"/>
                  </a:lnTo>
                  <a:lnTo>
                    <a:pt x="2651" y="2856"/>
                  </a:lnTo>
                  <a:lnTo>
                    <a:pt x="2617" y="2821"/>
                  </a:lnTo>
                  <a:lnTo>
                    <a:pt x="2583" y="2810"/>
                  </a:lnTo>
                  <a:lnTo>
                    <a:pt x="2492" y="2810"/>
                  </a:lnTo>
                  <a:lnTo>
                    <a:pt x="2446" y="2833"/>
                  </a:lnTo>
                  <a:lnTo>
                    <a:pt x="2412" y="2856"/>
                  </a:lnTo>
                  <a:lnTo>
                    <a:pt x="2389" y="2890"/>
                  </a:lnTo>
                  <a:lnTo>
                    <a:pt x="319" y="1695"/>
                  </a:lnTo>
                  <a:lnTo>
                    <a:pt x="330" y="1638"/>
                  </a:lnTo>
                  <a:lnTo>
                    <a:pt x="319" y="1570"/>
                  </a:lnTo>
                  <a:lnTo>
                    <a:pt x="296" y="1525"/>
                  </a:lnTo>
                  <a:lnTo>
                    <a:pt x="239" y="1491"/>
                  </a:lnTo>
                  <a:lnTo>
                    <a:pt x="182" y="1468"/>
                  </a:lnTo>
                  <a:lnTo>
                    <a:pt x="182"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0"/>
            <p:cNvSpPr/>
            <p:nvPr/>
          </p:nvSpPr>
          <p:spPr>
            <a:xfrm>
              <a:off x="0" y="0"/>
              <a:ext cx="675194" cy="763217"/>
            </a:xfrm>
            <a:custGeom>
              <a:avLst/>
              <a:gdLst/>
              <a:ahLst/>
              <a:cxnLst/>
              <a:rect l="l" t="t" r="r" b="b"/>
              <a:pathLst>
                <a:path w="6451" h="7292" extrusionOk="0">
                  <a:moveTo>
                    <a:pt x="1434" y="0"/>
                  </a:moveTo>
                  <a:lnTo>
                    <a:pt x="1434" y="1377"/>
                  </a:lnTo>
                  <a:lnTo>
                    <a:pt x="1377" y="1388"/>
                  </a:lnTo>
                  <a:lnTo>
                    <a:pt x="1332" y="1400"/>
                  </a:lnTo>
                  <a:lnTo>
                    <a:pt x="1298" y="1422"/>
                  </a:lnTo>
                  <a:lnTo>
                    <a:pt x="1264" y="1456"/>
                  </a:lnTo>
                  <a:lnTo>
                    <a:pt x="1229" y="1502"/>
                  </a:lnTo>
                  <a:lnTo>
                    <a:pt x="1207" y="1536"/>
                  </a:lnTo>
                  <a:lnTo>
                    <a:pt x="1195" y="1582"/>
                  </a:lnTo>
                  <a:lnTo>
                    <a:pt x="1195" y="1638"/>
                  </a:lnTo>
                  <a:lnTo>
                    <a:pt x="1195" y="1684"/>
                  </a:lnTo>
                  <a:lnTo>
                    <a:pt x="1218" y="1741"/>
                  </a:lnTo>
                  <a:lnTo>
                    <a:pt x="1" y="2435"/>
                  </a:lnTo>
                  <a:lnTo>
                    <a:pt x="1" y="2492"/>
                  </a:lnTo>
                  <a:lnTo>
                    <a:pt x="1229" y="1775"/>
                  </a:lnTo>
                  <a:lnTo>
                    <a:pt x="1275" y="1832"/>
                  </a:lnTo>
                  <a:lnTo>
                    <a:pt x="1332" y="1866"/>
                  </a:lnTo>
                  <a:lnTo>
                    <a:pt x="1389" y="1889"/>
                  </a:lnTo>
                  <a:lnTo>
                    <a:pt x="1457" y="1900"/>
                  </a:lnTo>
                  <a:lnTo>
                    <a:pt x="1525" y="1889"/>
                  </a:lnTo>
                  <a:lnTo>
                    <a:pt x="1582" y="1866"/>
                  </a:lnTo>
                  <a:lnTo>
                    <a:pt x="1639" y="1832"/>
                  </a:lnTo>
                  <a:lnTo>
                    <a:pt x="1673" y="1786"/>
                  </a:lnTo>
                  <a:lnTo>
                    <a:pt x="3607" y="2901"/>
                  </a:lnTo>
                  <a:lnTo>
                    <a:pt x="3595" y="2935"/>
                  </a:lnTo>
                  <a:lnTo>
                    <a:pt x="3595" y="2981"/>
                  </a:lnTo>
                  <a:lnTo>
                    <a:pt x="3595" y="3026"/>
                  </a:lnTo>
                  <a:lnTo>
                    <a:pt x="3607" y="3072"/>
                  </a:lnTo>
                  <a:lnTo>
                    <a:pt x="3630" y="3106"/>
                  </a:lnTo>
                  <a:lnTo>
                    <a:pt x="3652" y="3140"/>
                  </a:lnTo>
                  <a:lnTo>
                    <a:pt x="3686" y="3174"/>
                  </a:lnTo>
                  <a:lnTo>
                    <a:pt x="3721" y="3197"/>
                  </a:lnTo>
                  <a:lnTo>
                    <a:pt x="3755" y="3208"/>
                  </a:lnTo>
                  <a:lnTo>
                    <a:pt x="3800" y="3220"/>
                  </a:lnTo>
                  <a:lnTo>
                    <a:pt x="3800" y="5574"/>
                  </a:lnTo>
                  <a:lnTo>
                    <a:pt x="3743" y="5597"/>
                  </a:lnTo>
                  <a:lnTo>
                    <a:pt x="3698" y="5631"/>
                  </a:lnTo>
                  <a:lnTo>
                    <a:pt x="3664" y="5677"/>
                  </a:lnTo>
                  <a:lnTo>
                    <a:pt x="3664" y="5745"/>
                  </a:lnTo>
                  <a:lnTo>
                    <a:pt x="3664" y="5790"/>
                  </a:lnTo>
                  <a:lnTo>
                    <a:pt x="1628" y="6973"/>
                  </a:lnTo>
                  <a:lnTo>
                    <a:pt x="1593" y="6939"/>
                  </a:lnTo>
                  <a:lnTo>
                    <a:pt x="1559" y="6905"/>
                  </a:lnTo>
                  <a:lnTo>
                    <a:pt x="1514" y="6894"/>
                  </a:lnTo>
                  <a:lnTo>
                    <a:pt x="1457" y="6882"/>
                  </a:lnTo>
                  <a:lnTo>
                    <a:pt x="1400" y="6894"/>
                  </a:lnTo>
                  <a:lnTo>
                    <a:pt x="1355" y="6905"/>
                  </a:lnTo>
                  <a:lnTo>
                    <a:pt x="1320" y="6939"/>
                  </a:lnTo>
                  <a:lnTo>
                    <a:pt x="1286" y="6973"/>
                  </a:lnTo>
                  <a:lnTo>
                    <a:pt x="1" y="6234"/>
                  </a:lnTo>
                  <a:lnTo>
                    <a:pt x="1" y="6291"/>
                  </a:lnTo>
                  <a:lnTo>
                    <a:pt x="1264" y="7019"/>
                  </a:lnTo>
                  <a:lnTo>
                    <a:pt x="1252" y="7053"/>
                  </a:lnTo>
                  <a:lnTo>
                    <a:pt x="1252" y="7087"/>
                  </a:lnTo>
                  <a:lnTo>
                    <a:pt x="1252" y="7133"/>
                  </a:lnTo>
                  <a:lnTo>
                    <a:pt x="1264" y="7167"/>
                  </a:lnTo>
                  <a:lnTo>
                    <a:pt x="1286" y="7201"/>
                  </a:lnTo>
                  <a:lnTo>
                    <a:pt x="1309" y="7235"/>
                  </a:lnTo>
                  <a:lnTo>
                    <a:pt x="1343" y="7258"/>
                  </a:lnTo>
                  <a:lnTo>
                    <a:pt x="1377" y="7281"/>
                  </a:lnTo>
                  <a:lnTo>
                    <a:pt x="1411" y="7292"/>
                  </a:lnTo>
                  <a:lnTo>
                    <a:pt x="1502" y="7292"/>
                  </a:lnTo>
                  <a:lnTo>
                    <a:pt x="1537" y="7281"/>
                  </a:lnTo>
                  <a:lnTo>
                    <a:pt x="1571" y="7258"/>
                  </a:lnTo>
                  <a:lnTo>
                    <a:pt x="1605" y="7235"/>
                  </a:lnTo>
                  <a:lnTo>
                    <a:pt x="1628" y="7201"/>
                  </a:lnTo>
                  <a:lnTo>
                    <a:pt x="1650" y="7167"/>
                  </a:lnTo>
                  <a:lnTo>
                    <a:pt x="1662" y="7133"/>
                  </a:lnTo>
                  <a:lnTo>
                    <a:pt x="1662" y="7087"/>
                  </a:lnTo>
                  <a:lnTo>
                    <a:pt x="1662" y="7053"/>
                  </a:lnTo>
                  <a:lnTo>
                    <a:pt x="1650" y="7008"/>
                  </a:lnTo>
                  <a:lnTo>
                    <a:pt x="3686" y="5836"/>
                  </a:lnTo>
                  <a:lnTo>
                    <a:pt x="3709" y="5870"/>
                  </a:lnTo>
                  <a:lnTo>
                    <a:pt x="3743" y="5893"/>
                  </a:lnTo>
                  <a:lnTo>
                    <a:pt x="3789" y="5904"/>
                  </a:lnTo>
                  <a:lnTo>
                    <a:pt x="3823" y="5916"/>
                  </a:lnTo>
                  <a:lnTo>
                    <a:pt x="3857" y="5904"/>
                  </a:lnTo>
                  <a:lnTo>
                    <a:pt x="3891" y="5893"/>
                  </a:lnTo>
                  <a:lnTo>
                    <a:pt x="3948" y="5859"/>
                  </a:lnTo>
                  <a:lnTo>
                    <a:pt x="3982" y="5802"/>
                  </a:lnTo>
                  <a:lnTo>
                    <a:pt x="3994" y="5779"/>
                  </a:lnTo>
                  <a:lnTo>
                    <a:pt x="3994" y="5745"/>
                  </a:lnTo>
                  <a:lnTo>
                    <a:pt x="3982" y="5677"/>
                  </a:lnTo>
                  <a:lnTo>
                    <a:pt x="3959" y="5631"/>
                  </a:lnTo>
                  <a:lnTo>
                    <a:pt x="3903" y="5586"/>
                  </a:lnTo>
                  <a:lnTo>
                    <a:pt x="3846" y="5574"/>
                  </a:lnTo>
                  <a:lnTo>
                    <a:pt x="3846" y="3220"/>
                  </a:lnTo>
                  <a:lnTo>
                    <a:pt x="3891" y="3208"/>
                  </a:lnTo>
                  <a:lnTo>
                    <a:pt x="3937" y="3197"/>
                  </a:lnTo>
                  <a:lnTo>
                    <a:pt x="3971" y="3174"/>
                  </a:lnTo>
                  <a:lnTo>
                    <a:pt x="4005" y="3140"/>
                  </a:lnTo>
                  <a:lnTo>
                    <a:pt x="4028" y="3106"/>
                  </a:lnTo>
                  <a:lnTo>
                    <a:pt x="4050" y="3072"/>
                  </a:lnTo>
                  <a:lnTo>
                    <a:pt x="4062" y="3026"/>
                  </a:lnTo>
                  <a:lnTo>
                    <a:pt x="4062" y="2981"/>
                  </a:lnTo>
                  <a:lnTo>
                    <a:pt x="4062" y="2935"/>
                  </a:lnTo>
                  <a:lnTo>
                    <a:pt x="4050" y="2890"/>
                  </a:lnTo>
                  <a:lnTo>
                    <a:pt x="5984" y="1775"/>
                  </a:lnTo>
                  <a:lnTo>
                    <a:pt x="6030" y="1820"/>
                  </a:lnTo>
                  <a:lnTo>
                    <a:pt x="6075" y="1855"/>
                  </a:lnTo>
                  <a:lnTo>
                    <a:pt x="6132" y="1877"/>
                  </a:lnTo>
                  <a:lnTo>
                    <a:pt x="6200" y="1889"/>
                  </a:lnTo>
                  <a:lnTo>
                    <a:pt x="6246" y="1889"/>
                  </a:lnTo>
                  <a:lnTo>
                    <a:pt x="6291" y="1866"/>
                  </a:lnTo>
                  <a:lnTo>
                    <a:pt x="6337" y="1843"/>
                  </a:lnTo>
                  <a:lnTo>
                    <a:pt x="6382" y="1820"/>
                  </a:lnTo>
                  <a:lnTo>
                    <a:pt x="6405" y="1775"/>
                  </a:lnTo>
                  <a:lnTo>
                    <a:pt x="6428" y="1729"/>
                  </a:lnTo>
                  <a:lnTo>
                    <a:pt x="6451" y="1684"/>
                  </a:lnTo>
                  <a:lnTo>
                    <a:pt x="6451" y="1638"/>
                  </a:lnTo>
                  <a:lnTo>
                    <a:pt x="6451" y="1582"/>
                  </a:lnTo>
                  <a:lnTo>
                    <a:pt x="6428" y="1536"/>
                  </a:lnTo>
                  <a:lnTo>
                    <a:pt x="6417" y="1502"/>
                  </a:lnTo>
                  <a:lnTo>
                    <a:pt x="6382" y="1468"/>
                  </a:lnTo>
                  <a:lnTo>
                    <a:pt x="6348" y="1434"/>
                  </a:lnTo>
                  <a:lnTo>
                    <a:pt x="6303" y="1411"/>
                  </a:lnTo>
                  <a:lnTo>
                    <a:pt x="6269" y="1388"/>
                  </a:lnTo>
                  <a:lnTo>
                    <a:pt x="6212" y="1388"/>
                  </a:lnTo>
                  <a:lnTo>
                    <a:pt x="6212" y="0"/>
                  </a:lnTo>
                  <a:lnTo>
                    <a:pt x="6166" y="0"/>
                  </a:lnTo>
                  <a:lnTo>
                    <a:pt x="6166" y="1388"/>
                  </a:lnTo>
                  <a:lnTo>
                    <a:pt x="6121" y="1400"/>
                  </a:lnTo>
                  <a:lnTo>
                    <a:pt x="6087" y="1411"/>
                  </a:lnTo>
                  <a:lnTo>
                    <a:pt x="6041" y="1434"/>
                  </a:lnTo>
                  <a:lnTo>
                    <a:pt x="6007" y="1468"/>
                  </a:lnTo>
                  <a:lnTo>
                    <a:pt x="5984" y="1502"/>
                  </a:lnTo>
                  <a:lnTo>
                    <a:pt x="5962" y="1547"/>
                  </a:lnTo>
                  <a:lnTo>
                    <a:pt x="5950" y="1593"/>
                  </a:lnTo>
                  <a:lnTo>
                    <a:pt x="5950" y="1638"/>
                  </a:lnTo>
                  <a:lnTo>
                    <a:pt x="5950" y="1684"/>
                  </a:lnTo>
                  <a:lnTo>
                    <a:pt x="5962" y="1729"/>
                  </a:lnTo>
                  <a:lnTo>
                    <a:pt x="4028" y="2856"/>
                  </a:lnTo>
                  <a:lnTo>
                    <a:pt x="3994" y="2810"/>
                  </a:lnTo>
                  <a:lnTo>
                    <a:pt x="3937" y="2776"/>
                  </a:lnTo>
                  <a:lnTo>
                    <a:pt x="3891" y="2753"/>
                  </a:lnTo>
                  <a:lnTo>
                    <a:pt x="3823" y="2742"/>
                  </a:lnTo>
                  <a:lnTo>
                    <a:pt x="3766" y="2753"/>
                  </a:lnTo>
                  <a:lnTo>
                    <a:pt x="3709" y="2776"/>
                  </a:lnTo>
                  <a:lnTo>
                    <a:pt x="3664" y="2810"/>
                  </a:lnTo>
                  <a:lnTo>
                    <a:pt x="3630" y="2856"/>
                  </a:lnTo>
                  <a:lnTo>
                    <a:pt x="1696" y="1741"/>
                  </a:lnTo>
                  <a:lnTo>
                    <a:pt x="1719" y="1695"/>
                  </a:lnTo>
                  <a:lnTo>
                    <a:pt x="1719" y="1638"/>
                  </a:lnTo>
                  <a:lnTo>
                    <a:pt x="1719" y="1582"/>
                  </a:lnTo>
                  <a:lnTo>
                    <a:pt x="1707" y="1536"/>
                  </a:lnTo>
                  <a:lnTo>
                    <a:pt x="1684" y="1491"/>
                  </a:lnTo>
                  <a:lnTo>
                    <a:pt x="1650" y="1456"/>
                  </a:lnTo>
                  <a:lnTo>
                    <a:pt x="1616" y="1422"/>
                  </a:lnTo>
                  <a:lnTo>
                    <a:pt x="1571" y="1400"/>
                  </a:lnTo>
                  <a:lnTo>
                    <a:pt x="1525" y="1377"/>
                  </a:lnTo>
                  <a:lnTo>
                    <a:pt x="1480" y="1377"/>
                  </a:lnTo>
                  <a:lnTo>
                    <a:pt x="148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 name="Google Shape;188;p10"/>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Complete grid">
  <p:cSld name="BLANK_1">
    <p:spTree>
      <p:nvGrpSpPr>
        <p:cNvPr id="1" name="Shape 190"/>
        <p:cNvGrpSpPr/>
        <p:nvPr/>
      </p:nvGrpSpPr>
      <p:grpSpPr>
        <a:xfrm>
          <a:off x="0" y="0"/>
          <a:ext cx="0" cy="0"/>
          <a:chOff x="0" y="0"/>
          <a:chExt cx="0" cy="0"/>
        </a:xfrm>
      </p:grpSpPr>
      <p:sp>
        <p:nvSpPr>
          <p:cNvPr id="191" name="Google Shape;191;p11"/>
          <p:cNvSpPr/>
          <p:nvPr/>
        </p:nvSpPr>
        <p:spPr>
          <a:xfrm>
            <a:off x="0" y="0"/>
            <a:ext cx="9143953" cy="5143447"/>
          </a:xfrm>
          <a:custGeom>
            <a:avLst/>
            <a:gdLst/>
            <a:ahLst/>
            <a:cxnLst/>
            <a:rect l="l" t="t" r="r" b="b"/>
            <a:pathLst>
              <a:path w="87364" h="49142" extrusionOk="0">
                <a:moveTo>
                  <a:pt x="10512" y="1707"/>
                </a:moveTo>
                <a:lnTo>
                  <a:pt x="12514" y="2856"/>
                </a:lnTo>
                <a:lnTo>
                  <a:pt x="12491" y="2912"/>
                </a:lnTo>
                <a:lnTo>
                  <a:pt x="12480" y="2958"/>
                </a:lnTo>
                <a:lnTo>
                  <a:pt x="12491" y="3015"/>
                </a:lnTo>
                <a:lnTo>
                  <a:pt x="12503" y="3049"/>
                </a:lnTo>
                <a:lnTo>
                  <a:pt x="12525" y="3094"/>
                </a:lnTo>
                <a:lnTo>
                  <a:pt x="12548" y="3129"/>
                </a:lnTo>
                <a:lnTo>
                  <a:pt x="12582" y="3163"/>
                </a:lnTo>
                <a:lnTo>
                  <a:pt x="12616" y="3185"/>
                </a:lnTo>
                <a:lnTo>
                  <a:pt x="12662" y="3197"/>
                </a:lnTo>
                <a:lnTo>
                  <a:pt x="12707" y="3208"/>
                </a:lnTo>
                <a:lnTo>
                  <a:pt x="12707" y="5506"/>
                </a:lnTo>
                <a:lnTo>
                  <a:pt x="12673" y="5517"/>
                </a:lnTo>
                <a:lnTo>
                  <a:pt x="12628" y="5529"/>
                </a:lnTo>
                <a:lnTo>
                  <a:pt x="12594" y="5552"/>
                </a:lnTo>
                <a:lnTo>
                  <a:pt x="12571" y="5574"/>
                </a:lnTo>
                <a:lnTo>
                  <a:pt x="12548" y="5608"/>
                </a:lnTo>
                <a:lnTo>
                  <a:pt x="12525" y="5643"/>
                </a:lnTo>
                <a:lnTo>
                  <a:pt x="12514" y="5677"/>
                </a:lnTo>
                <a:lnTo>
                  <a:pt x="12514" y="5722"/>
                </a:lnTo>
                <a:lnTo>
                  <a:pt x="12514" y="5756"/>
                </a:lnTo>
                <a:lnTo>
                  <a:pt x="12525" y="5790"/>
                </a:lnTo>
                <a:lnTo>
                  <a:pt x="10557" y="6928"/>
                </a:lnTo>
                <a:lnTo>
                  <a:pt x="10523" y="6882"/>
                </a:lnTo>
                <a:lnTo>
                  <a:pt x="10478" y="6848"/>
                </a:lnTo>
                <a:lnTo>
                  <a:pt x="10421" y="6826"/>
                </a:lnTo>
                <a:lnTo>
                  <a:pt x="10296" y="6826"/>
                </a:lnTo>
                <a:lnTo>
                  <a:pt x="10250" y="6848"/>
                </a:lnTo>
                <a:lnTo>
                  <a:pt x="10193" y="6882"/>
                </a:lnTo>
                <a:lnTo>
                  <a:pt x="10159" y="6928"/>
                </a:lnTo>
                <a:lnTo>
                  <a:pt x="8203" y="5802"/>
                </a:lnTo>
                <a:lnTo>
                  <a:pt x="8214" y="5756"/>
                </a:lnTo>
                <a:lnTo>
                  <a:pt x="8214" y="5722"/>
                </a:lnTo>
                <a:lnTo>
                  <a:pt x="8214" y="5677"/>
                </a:lnTo>
                <a:lnTo>
                  <a:pt x="8203" y="5643"/>
                </a:lnTo>
                <a:lnTo>
                  <a:pt x="8180" y="5597"/>
                </a:lnTo>
                <a:lnTo>
                  <a:pt x="8157" y="5574"/>
                </a:lnTo>
                <a:lnTo>
                  <a:pt x="8123" y="5540"/>
                </a:lnTo>
                <a:lnTo>
                  <a:pt x="8089" y="5517"/>
                </a:lnTo>
                <a:lnTo>
                  <a:pt x="8055" y="5506"/>
                </a:lnTo>
                <a:lnTo>
                  <a:pt x="8009" y="5495"/>
                </a:lnTo>
                <a:lnTo>
                  <a:pt x="8009" y="3208"/>
                </a:lnTo>
                <a:lnTo>
                  <a:pt x="8055" y="3197"/>
                </a:lnTo>
                <a:lnTo>
                  <a:pt x="8100" y="3185"/>
                </a:lnTo>
                <a:lnTo>
                  <a:pt x="8134" y="3163"/>
                </a:lnTo>
                <a:lnTo>
                  <a:pt x="8168" y="3129"/>
                </a:lnTo>
                <a:lnTo>
                  <a:pt x="8203" y="3094"/>
                </a:lnTo>
                <a:lnTo>
                  <a:pt x="8225" y="3060"/>
                </a:lnTo>
                <a:lnTo>
                  <a:pt x="8237" y="3015"/>
                </a:lnTo>
                <a:lnTo>
                  <a:pt x="8237" y="2958"/>
                </a:lnTo>
                <a:lnTo>
                  <a:pt x="8237" y="2912"/>
                </a:lnTo>
                <a:lnTo>
                  <a:pt x="8214" y="2856"/>
                </a:lnTo>
                <a:lnTo>
                  <a:pt x="10205" y="1707"/>
                </a:lnTo>
                <a:lnTo>
                  <a:pt x="10239" y="1741"/>
                </a:lnTo>
                <a:lnTo>
                  <a:pt x="10273" y="1764"/>
                </a:lnTo>
                <a:lnTo>
                  <a:pt x="10318" y="1786"/>
                </a:lnTo>
                <a:lnTo>
                  <a:pt x="10364" y="1798"/>
                </a:lnTo>
                <a:lnTo>
                  <a:pt x="10409" y="1786"/>
                </a:lnTo>
                <a:lnTo>
                  <a:pt x="10444" y="1764"/>
                </a:lnTo>
                <a:lnTo>
                  <a:pt x="10478" y="1741"/>
                </a:lnTo>
                <a:lnTo>
                  <a:pt x="10512" y="1707"/>
                </a:lnTo>
                <a:close/>
                <a:moveTo>
                  <a:pt x="20056" y="1741"/>
                </a:moveTo>
                <a:lnTo>
                  <a:pt x="22001" y="2867"/>
                </a:lnTo>
                <a:lnTo>
                  <a:pt x="21990" y="2912"/>
                </a:lnTo>
                <a:lnTo>
                  <a:pt x="21990" y="2958"/>
                </a:lnTo>
                <a:lnTo>
                  <a:pt x="21990" y="3003"/>
                </a:lnTo>
                <a:lnTo>
                  <a:pt x="22001" y="3049"/>
                </a:lnTo>
                <a:lnTo>
                  <a:pt x="22024" y="3083"/>
                </a:lnTo>
                <a:lnTo>
                  <a:pt x="22046" y="3117"/>
                </a:lnTo>
                <a:lnTo>
                  <a:pt x="22081" y="3140"/>
                </a:lnTo>
                <a:lnTo>
                  <a:pt x="22115" y="3163"/>
                </a:lnTo>
                <a:lnTo>
                  <a:pt x="22149" y="3174"/>
                </a:lnTo>
                <a:lnTo>
                  <a:pt x="22194" y="3185"/>
                </a:lnTo>
                <a:lnTo>
                  <a:pt x="22194" y="5483"/>
                </a:lnTo>
                <a:lnTo>
                  <a:pt x="22149" y="5495"/>
                </a:lnTo>
                <a:lnTo>
                  <a:pt x="22103" y="5506"/>
                </a:lnTo>
                <a:lnTo>
                  <a:pt x="22069" y="5529"/>
                </a:lnTo>
                <a:lnTo>
                  <a:pt x="22035" y="5552"/>
                </a:lnTo>
                <a:lnTo>
                  <a:pt x="22001" y="5597"/>
                </a:lnTo>
                <a:lnTo>
                  <a:pt x="21990" y="5631"/>
                </a:lnTo>
                <a:lnTo>
                  <a:pt x="21967" y="5677"/>
                </a:lnTo>
                <a:lnTo>
                  <a:pt x="21967" y="5722"/>
                </a:lnTo>
                <a:lnTo>
                  <a:pt x="21967" y="5768"/>
                </a:lnTo>
                <a:lnTo>
                  <a:pt x="21990" y="5802"/>
                </a:lnTo>
                <a:lnTo>
                  <a:pt x="20044" y="6928"/>
                </a:lnTo>
                <a:lnTo>
                  <a:pt x="20010" y="6882"/>
                </a:lnTo>
                <a:lnTo>
                  <a:pt x="19953" y="6848"/>
                </a:lnTo>
                <a:lnTo>
                  <a:pt x="19897" y="6826"/>
                </a:lnTo>
                <a:lnTo>
                  <a:pt x="19840" y="6814"/>
                </a:lnTo>
                <a:lnTo>
                  <a:pt x="19783" y="6826"/>
                </a:lnTo>
                <a:lnTo>
                  <a:pt x="19726" y="6848"/>
                </a:lnTo>
                <a:lnTo>
                  <a:pt x="19669" y="6882"/>
                </a:lnTo>
                <a:lnTo>
                  <a:pt x="19635" y="6928"/>
                </a:lnTo>
                <a:lnTo>
                  <a:pt x="17701" y="5802"/>
                </a:lnTo>
                <a:lnTo>
                  <a:pt x="17712" y="5768"/>
                </a:lnTo>
                <a:lnTo>
                  <a:pt x="17712" y="5722"/>
                </a:lnTo>
                <a:lnTo>
                  <a:pt x="17712" y="5677"/>
                </a:lnTo>
                <a:lnTo>
                  <a:pt x="17701" y="5631"/>
                </a:lnTo>
                <a:lnTo>
                  <a:pt x="17678" y="5597"/>
                </a:lnTo>
                <a:lnTo>
                  <a:pt x="17656" y="5563"/>
                </a:lnTo>
                <a:lnTo>
                  <a:pt x="17621" y="5529"/>
                </a:lnTo>
                <a:lnTo>
                  <a:pt x="17576" y="5506"/>
                </a:lnTo>
                <a:lnTo>
                  <a:pt x="17542" y="5483"/>
                </a:lnTo>
                <a:lnTo>
                  <a:pt x="17496" y="5483"/>
                </a:lnTo>
                <a:lnTo>
                  <a:pt x="17496" y="3185"/>
                </a:lnTo>
                <a:lnTo>
                  <a:pt x="17542" y="3174"/>
                </a:lnTo>
                <a:lnTo>
                  <a:pt x="17576" y="3163"/>
                </a:lnTo>
                <a:lnTo>
                  <a:pt x="17610" y="3140"/>
                </a:lnTo>
                <a:lnTo>
                  <a:pt x="17633" y="3117"/>
                </a:lnTo>
                <a:lnTo>
                  <a:pt x="17667" y="3083"/>
                </a:lnTo>
                <a:lnTo>
                  <a:pt x="17678" y="3049"/>
                </a:lnTo>
                <a:lnTo>
                  <a:pt x="17690" y="3003"/>
                </a:lnTo>
                <a:lnTo>
                  <a:pt x="17701" y="2958"/>
                </a:lnTo>
                <a:lnTo>
                  <a:pt x="17690" y="2912"/>
                </a:lnTo>
                <a:lnTo>
                  <a:pt x="17678" y="2867"/>
                </a:lnTo>
                <a:lnTo>
                  <a:pt x="19624" y="1752"/>
                </a:lnTo>
                <a:lnTo>
                  <a:pt x="19658" y="1798"/>
                </a:lnTo>
                <a:lnTo>
                  <a:pt x="19715" y="1832"/>
                </a:lnTo>
                <a:lnTo>
                  <a:pt x="19771" y="1866"/>
                </a:lnTo>
                <a:lnTo>
                  <a:pt x="19908" y="1866"/>
                </a:lnTo>
                <a:lnTo>
                  <a:pt x="19965" y="1832"/>
                </a:lnTo>
                <a:lnTo>
                  <a:pt x="20022" y="1798"/>
                </a:lnTo>
                <a:lnTo>
                  <a:pt x="20056" y="1741"/>
                </a:lnTo>
                <a:close/>
                <a:moveTo>
                  <a:pt x="57924" y="1707"/>
                </a:moveTo>
                <a:lnTo>
                  <a:pt x="59949" y="2878"/>
                </a:lnTo>
                <a:lnTo>
                  <a:pt x="59938" y="2924"/>
                </a:lnTo>
                <a:lnTo>
                  <a:pt x="59938" y="2958"/>
                </a:lnTo>
                <a:lnTo>
                  <a:pt x="59938" y="3003"/>
                </a:lnTo>
                <a:lnTo>
                  <a:pt x="59949" y="3038"/>
                </a:lnTo>
                <a:lnTo>
                  <a:pt x="59983" y="3106"/>
                </a:lnTo>
                <a:lnTo>
                  <a:pt x="60052" y="3151"/>
                </a:lnTo>
                <a:lnTo>
                  <a:pt x="60086" y="3163"/>
                </a:lnTo>
                <a:lnTo>
                  <a:pt x="60120" y="3163"/>
                </a:lnTo>
                <a:lnTo>
                  <a:pt x="60120" y="5506"/>
                </a:lnTo>
                <a:lnTo>
                  <a:pt x="60074" y="5506"/>
                </a:lnTo>
                <a:lnTo>
                  <a:pt x="60040" y="5529"/>
                </a:lnTo>
                <a:lnTo>
                  <a:pt x="60006" y="5540"/>
                </a:lnTo>
                <a:lnTo>
                  <a:pt x="59972" y="5574"/>
                </a:lnTo>
                <a:lnTo>
                  <a:pt x="59949" y="5608"/>
                </a:lnTo>
                <a:lnTo>
                  <a:pt x="59938" y="5643"/>
                </a:lnTo>
                <a:lnTo>
                  <a:pt x="59927" y="5677"/>
                </a:lnTo>
                <a:lnTo>
                  <a:pt x="59915" y="5722"/>
                </a:lnTo>
                <a:lnTo>
                  <a:pt x="59927" y="5756"/>
                </a:lnTo>
                <a:lnTo>
                  <a:pt x="59938" y="5790"/>
                </a:lnTo>
                <a:lnTo>
                  <a:pt x="57970" y="6928"/>
                </a:lnTo>
                <a:lnTo>
                  <a:pt x="57924" y="6882"/>
                </a:lnTo>
                <a:lnTo>
                  <a:pt x="57879" y="6860"/>
                </a:lnTo>
                <a:lnTo>
                  <a:pt x="57833" y="6837"/>
                </a:lnTo>
                <a:lnTo>
                  <a:pt x="57765" y="6826"/>
                </a:lnTo>
                <a:lnTo>
                  <a:pt x="57708" y="6837"/>
                </a:lnTo>
                <a:lnTo>
                  <a:pt x="57663" y="6860"/>
                </a:lnTo>
                <a:lnTo>
                  <a:pt x="57606" y="6882"/>
                </a:lnTo>
                <a:lnTo>
                  <a:pt x="57572" y="6928"/>
                </a:lnTo>
                <a:lnTo>
                  <a:pt x="55570" y="5768"/>
                </a:lnTo>
                <a:lnTo>
                  <a:pt x="55581" y="5722"/>
                </a:lnTo>
                <a:lnTo>
                  <a:pt x="55570" y="5654"/>
                </a:lnTo>
                <a:lnTo>
                  <a:pt x="55536" y="5597"/>
                </a:lnTo>
                <a:lnTo>
                  <a:pt x="55490" y="5563"/>
                </a:lnTo>
                <a:lnTo>
                  <a:pt x="55422" y="5540"/>
                </a:lnTo>
                <a:lnTo>
                  <a:pt x="55422" y="3163"/>
                </a:lnTo>
                <a:lnTo>
                  <a:pt x="55490" y="3140"/>
                </a:lnTo>
                <a:lnTo>
                  <a:pt x="55547" y="3094"/>
                </a:lnTo>
                <a:lnTo>
                  <a:pt x="55581" y="3038"/>
                </a:lnTo>
                <a:lnTo>
                  <a:pt x="55593" y="2958"/>
                </a:lnTo>
                <a:lnTo>
                  <a:pt x="55593" y="2924"/>
                </a:lnTo>
                <a:lnTo>
                  <a:pt x="55581" y="2890"/>
                </a:lnTo>
                <a:lnTo>
                  <a:pt x="57617" y="1707"/>
                </a:lnTo>
                <a:lnTo>
                  <a:pt x="57640" y="1741"/>
                </a:lnTo>
                <a:lnTo>
                  <a:pt x="57686" y="1775"/>
                </a:lnTo>
                <a:lnTo>
                  <a:pt x="57720" y="1786"/>
                </a:lnTo>
                <a:lnTo>
                  <a:pt x="57765" y="1798"/>
                </a:lnTo>
                <a:lnTo>
                  <a:pt x="57822" y="1786"/>
                </a:lnTo>
                <a:lnTo>
                  <a:pt x="57856" y="1775"/>
                </a:lnTo>
                <a:lnTo>
                  <a:pt x="57890" y="1741"/>
                </a:lnTo>
                <a:lnTo>
                  <a:pt x="57924" y="1707"/>
                </a:lnTo>
                <a:close/>
                <a:moveTo>
                  <a:pt x="67400" y="1707"/>
                </a:moveTo>
                <a:lnTo>
                  <a:pt x="69402" y="2856"/>
                </a:lnTo>
                <a:lnTo>
                  <a:pt x="69380" y="2912"/>
                </a:lnTo>
                <a:lnTo>
                  <a:pt x="69380" y="2958"/>
                </a:lnTo>
                <a:lnTo>
                  <a:pt x="69380" y="3015"/>
                </a:lnTo>
                <a:lnTo>
                  <a:pt x="69391" y="3049"/>
                </a:lnTo>
                <a:lnTo>
                  <a:pt x="69414" y="3094"/>
                </a:lnTo>
                <a:lnTo>
                  <a:pt x="69436" y="3129"/>
                </a:lnTo>
                <a:lnTo>
                  <a:pt x="69471" y="3163"/>
                </a:lnTo>
                <a:lnTo>
                  <a:pt x="69516" y="3185"/>
                </a:lnTo>
                <a:lnTo>
                  <a:pt x="69550" y="3197"/>
                </a:lnTo>
                <a:lnTo>
                  <a:pt x="69596" y="3208"/>
                </a:lnTo>
                <a:lnTo>
                  <a:pt x="69596" y="5506"/>
                </a:lnTo>
                <a:lnTo>
                  <a:pt x="69562" y="5517"/>
                </a:lnTo>
                <a:lnTo>
                  <a:pt x="69527" y="5529"/>
                </a:lnTo>
                <a:lnTo>
                  <a:pt x="69493" y="5552"/>
                </a:lnTo>
                <a:lnTo>
                  <a:pt x="69459" y="5574"/>
                </a:lnTo>
                <a:lnTo>
                  <a:pt x="69436" y="5608"/>
                </a:lnTo>
                <a:lnTo>
                  <a:pt x="69414" y="5643"/>
                </a:lnTo>
                <a:lnTo>
                  <a:pt x="69414" y="5677"/>
                </a:lnTo>
                <a:lnTo>
                  <a:pt x="69402" y="5722"/>
                </a:lnTo>
                <a:lnTo>
                  <a:pt x="69402" y="5756"/>
                </a:lnTo>
                <a:lnTo>
                  <a:pt x="69414" y="5790"/>
                </a:lnTo>
                <a:lnTo>
                  <a:pt x="67457" y="6928"/>
                </a:lnTo>
                <a:lnTo>
                  <a:pt x="67412" y="6882"/>
                </a:lnTo>
                <a:lnTo>
                  <a:pt x="67366" y="6848"/>
                </a:lnTo>
                <a:lnTo>
                  <a:pt x="67309" y="6826"/>
                </a:lnTo>
                <a:lnTo>
                  <a:pt x="67195" y="6826"/>
                </a:lnTo>
                <a:lnTo>
                  <a:pt x="67139" y="6848"/>
                </a:lnTo>
                <a:lnTo>
                  <a:pt x="67093" y="6882"/>
                </a:lnTo>
                <a:lnTo>
                  <a:pt x="67048" y="6928"/>
                </a:lnTo>
                <a:lnTo>
                  <a:pt x="65091" y="5802"/>
                </a:lnTo>
                <a:lnTo>
                  <a:pt x="65102" y="5756"/>
                </a:lnTo>
                <a:lnTo>
                  <a:pt x="65102" y="5722"/>
                </a:lnTo>
                <a:lnTo>
                  <a:pt x="65102" y="5677"/>
                </a:lnTo>
                <a:lnTo>
                  <a:pt x="65091" y="5643"/>
                </a:lnTo>
                <a:lnTo>
                  <a:pt x="65068" y="5597"/>
                </a:lnTo>
                <a:lnTo>
                  <a:pt x="65045" y="5574"/>
                </a:lnTo>
                <a:lnTo>
                  <a:pt x="65023" y="5540"/>
                </a:lnTo>
                <a:lnTo>
                  <a:pt x="64989" y="5517"/>
                </a:lnTo>
                <a:lnTo>
                  <a:pt x="64943" y="5506"/>
                </a:lnTo>
                <a:lnTo>
                  <a:pt x="64909" y="5495"/>
                </a:lnTo>
                <a:lnTo>
                  <a:pt x="64909" y="3208"/>
                </a:lnTo>
                <a:lnTo>
                  <a:pt x="64954" y="3197"/>
                </a:lnTo>
                <a:lnTo>
                  <a:pt x="64989" y="3185"/>
                </a:lnTo>
                <a:lnTo>
                  <a:pt x="65034" y="3163"/>
                </a:lnTo>
                <a:lnTo>
                  <a:pt x="65068" y="3129"/>
                </a:lnTo>
                <a:lnTo>
                  <a:pt x="65091" y="3094"/>
                </a:lnTo>
                <a:lnTo>
                  <a:pt x="65114" y="3060"/>
                </a:lnTo>
                <a:lnTo>
                  <a:pt x="65125" y="3015"/>
                </a:lnTo>
                <a:lnTo>
                  <a:pt x="65125" y="2958"/>
                </a:lnTo>
                <a:lnTo>
                  <a:pt x="65125" y="2912"/>
                </a:lnTo>
                <a:lnTo>
                  <a:pt x="65102" y="2856"/>
                </a:lnTo>
                <a:lnTo>
                  <a:pt x="67104" y="1707"/>
                </a:lnTo>
                <a:lnTo>
                  <a:pt x="67127" y="1741"/>
                </a:lnTo>
                <a:lnTo>
                  <a:pt x="67161" y="1764"/>
                </a:lnTo>
                <a:lnTo>
                  <a:pt x="67207" y="1786"/>
                </a:lnTo>
                <a:lnTo>
                  <a:pt x="67252" y="1798"/>
                </a:lnTo>
                <a:lnTo>
                  <a:pt x="67298" y="1786"/>
                </a:lnTo>
                <a:lnTo>
                  <a:pt x="67343" y="1764"/>
                </a:lnTo>
                <a:lnTo>
                  <a:pt x="67377" y="1741"/>
                </a:lnTo>
                <a:lnTo>
                  <a:pt x="67400" y="1707"/>
                </a:lnTo>
                <a:close/>
                <a:moveTo>
                  <a:pt x="76944" y="1741"/>
                </a:moveTo>
                <a:lnTo>
                  <a:pt x="78901" y="2867"/>
                </a:lnTo>
                <a:lnTo>
                  <a:pt x="78878" y="2912"/>
                </a:lnTo>
                <a:lnTo>
                  <a:pt x="78878" y="2958"/>
                </a:lnTo>
                <a:lnTo>
                  <a:pt x="78878" y="3003"/>
                </a:lnTo>
                <a:lnTo>
                  <a:pt x="78889" y="3049"/>
                </a:lnTo>
                <a:lnTo>
                  <a:pt x="78912" y="3083"/>
                </a:lnTo>
                <a:lnTo>
                  <a:pt x="78935" y="3117"/>
                </a:lnTo>
                <a:lnTo>
                  <a:pt x="78969" y="3140"/>
                </a:lnTo>
                <a:lnTo>
                  <a:pt x="79003" y="3163"/>
                </a:lnTo>
                <a:lnTo>
                  <a:pt x="79037" y="3174"/>
                </a:lnTo>
                <a:lnTo>
                  <a:pt x="79083" y="3185"/>
                </a:lnTo>
                <a:lnTo>
                  <a:pt x="79083" y="5483"/>
                </a:lnTo>
                <a:lnTo>
                  <a:pt x="79037" y="5495"/>
                </a:lnTo>
                <a:lnTo>
                  <a:pt x="78992" y="5506"/>
                </a:lnTo>
                <a:lnTo>
                  <a:pt x="78958" y="5529"/>
                </a:lnTo>
                <a:lnTo>
                  <a:pt x="78923" y="5552"/>
                </a:lnTo>
                <a:lnTo>
                  <a:pt x="78901" y="5597"/>
                </a:lnTo>
                <a:lnTo>
                  <a:pt x="78878" y="5631"/>
                </a:lnTo>
                <a:lnTo>
                  <a:pt x="78867" y="5677"/>
                </a:lnTo>
                <a:lnTo>
                  <a:pt x="78855" y="5722"/>
                </a:lnTo>
                <a:lnTo>
                  <a:pt x="78867" y="5768"/>
                </a:lnTo>
                <a:lnTo>
                  <a:pt x="78878" y="5802"/>
                </a:lnTo>
                <a:lnTo>
                  <a:pt x="76933" y="6928"/>
                </a:lnTo>
                <a:lnTo>
                  <a:pt x="76899" y="6882"/>
                </a:lnTo>
                <a:lnTo>
                  <a:pt x="76853" y="6848"/>
                </a:lnTo>
                <a:lnTo>
                  <a:pt x="76796" y="6826"/>
                </a:lnTo>
                <a:lnTo>
                  <a:pt x="76728" y="6814"/>
                </a:lnTo>
                <a:lnTo>
                  <a:pt x="76671" y="6826"/>
                </a:lnTo>
                <a:lnTo>
                  <a:pt x="76614" y="6848"/>
                </a:lnTo>
                <a:lnTo>
                  <a:pt x="76569" y="6882"/>
                </a:lnTo>
                <a:lnTo>
                  <a:pt x="76523" y="6928"/>
                </a:lnTo>
                <a:lnTo>
                  <a:pt x="74589" y="5802"/>
                </a:lnTo>
                <a:lnTo>
                  <a:pt x="74601" y="5768"/>
                </a:lnTo>
                <a:lnTo>
                  <a:pt x="74601" y="5722"/>
                </a:lnTo>
                <a:lnTo>
                  <a:pt x="74601" y="5677"/>
                </a:lnTo>
                <a:lnTo>
                  <a:pt x="74589" y="5631"/>
                </a:lnTo>
                <a:lnTo>
                  <a:pt x="74567" y="5597"/>
                </a:lnTo>
                <a:lnTo>
                  <a:pt x="74544" y="5563"/>
                </a:lnTo>
                <a:lnTo>
                  <a:pt x="74510" y="5529"/>
                </a:lnTo>
                <a:lnTo>
                  <a:pt x="74476" y="5506"/>
                </a:lnTo>
                <a:lnTo>
                  <a:pt x="74430" y="5483"/>
                </a:lnTo>
                <a:lnTo>
                  <a:pt x="74385" y="5483"/>
                </a:lnTo>
                <a:lnTo>
                  <a:pt x="74385" y="3185"/>
                </a:lnTo>
                <a:lnTo>
                  <a:pt x="74430" y="3174"/>
                </a:lnTo>
                <a:lnTo>
                  <a:pt x="74464" y="3163"/>
                </a:lnTo>
                <a:lnTo>
                  <a:pt x="74498" y="3140"/>
                </a:lnTo>
                <a:lnTo>
                  <a:pt x="74533" y="3117"/>
                </a:lnTo>
                <a:lnTo>
                  <a:pt x="74555" y="3083"/>
                </a:lnTo>
                <a:lnTo>
                  <a:pt x="74567" y="3049"/>
                </a:lnTo>
                <a:lnTo>
                  <a:pt x="74578" y="3003"/>
                </a:lnTo>
                <a:lnTo>
                  <a:pt x="74589" y="2958"/>
                </a:lnTo>
                <a:lnTo>
                  <a:pt x="74578" y="2912"/>
                </a:lnTo>
                <a:lnTo>
                  <a:pt x="74567" y="2867"/>
                </a:lnTo>
                <a:lnTo>
                  <a:pt x="76512" y="1752"/>
                </a:lnTo>
                <a:lnTo>
                  <a:pt x="76557" y="1798"/>
                </a:lnTo>
                <a:lnTo>
                  <a:pt x="76603" y="1832"/>
                </a:lnTo>
                <a:lnTo>
                  <a:pt x="76660" y="1866"/>
                </a:lnTo>
                <a:lnTo>
                  <a:pt x="76796" y="1866"/>
                </a:lnTo>
                <a:lnTo>
                  <a:pt x="76853" y="1832"/>
                </a:lnTo>
                <a:lnTo>
                  <a:pt x="76910" y="1798"/>
                </a:lnTo>
                <a:lnTo>
                  <a:pt x="76944" y="1741"/>
                </a:lnTo>
                <a:close/>
                <a:moveTo>
                  <a:pt x="24754" y="1718"/>
                </a:moveTo>
                <a:lnTo>
                  <a:pt x="26733" y="2867"/>
                </a:lnTo>
                <a:lnTo>
                  <a:pt x="26722" y="2912"/>
                </a:lnTo>
                <a:lnTo>
                  <a:pt x="26710" y="2958"/>
                </a:lnTo>
                <a:lnTo>
                  <a:pt x="26722" y="3015"/>
                </a:lnTo>
                <a:lnTo>
                  <a:pt x="26733" y="3049"/>
                </a:lnTo>
                <a:lnTo>
                  <a:pt x="26745" y="3094"/>
                </a:lnTo>
                <a:lnTo>
                  <a:pt x="26779" y="3129"/>
                </a:lnTo>
                <a:lnTo>
                  <a:pt x="26813" y="3151"/>
                </a:lnTo>
                <a:lnTo>
                  <a:pt x="26847" y="3174"/>
                </a:lnTo>
                <a:lnTo>
                  <a:pt x="26892" y="3197"/>
                </a:lnTo>
                <a:lnTo>
                  <a:pt x="26927" y="3197"/>
                </a:lnTo>
                <a:lnTo>
                  <a:pt x="26927" y="5483"/>
                </a:lnTo>
                <a:lnTo>
                  <a:pt x="26892" y="5495"/>
                </a:lnTo>
                <a:lnTo>
                  <a:pt x="26847" y="5506"/>
                </a:lnTo>
                <a:lnTo>
                  <a:pt x="26813" y="5529"/>
                </a:lnTo>
                <a:lnTo>
                  <a:pt x="26779" y="5563"/>
                </a:lnTo>
                <a:lnTo>
                  <a:pt x="26745" y="5597"/>
                </a:lnTo>
                <a:lnTo>
                  <a:pt x="26733" y="5631"/>
                </a:lnTo>
                <a:lnTo>
                  <a:pt x="26722" y="5677"/>
                </a:lnTo>
                <a:lnTo>
                  <a:pt x="26710" y="5722"/>
                </a:lnTo>
                <a:lnTo>
                  <a:pt x="26710" y="5768"/>
                </a:lnTo>
                <a:lnTo>
                  <a:pt x="26733" y="5802"/>
                </a:lnTo>
                <a:lnTo>
                  <a:pt x="24754" y="6939"/>
                </a:lnTo>
                <a:lnTo>
                  <a:pt x="24720" y="6905"/>
                </a:lnTo>
                <a:lnTo>
                  <a:pt x="24686" y="6882"/>
                </a:lnTo>
                <a:lnTo>
                  <a:pt x="24629" y="6860"/>
                </a:lnTo>
                <a:lnTo>
                  <a:pt x="24583" y="6848"/>
                </a:lnTo>
                <a:lnTo>
                  <a:pt x="24526" y="6860"/>
                </a:lnTo>
                <a:lnTo>
                  <a:pt x="24481" y="6882"/>
                </a:lnTo>
                <a:lnTo>
                  <a:pt x="24435" y="6905"/>
                </a:lnTo>
                <a:lnTo>
                  <a:pt x="24401" y="6939"/>
                </a:lnTo>
                <a:lnTo>
                  <a:pt x="22433" y="5802"/>
                </a:lnTo>
                <a:lnTo>
                  <a:pt x="22445" y="5768"/>
                </a:lnTo>
                <a:lnTo>
                  <a:pt x="22456" y="5722"/>
                </a:lnTo>
                <a:lnTo>
                  <a:pt x="22445" y="5677"/>
                </a:lnTo>
                <a:lnTo>
                  <a:pt x="22433" y="5631"/>
                </a:lnTo>
                <a:lnTo>
                  <a:pt x="22410" y="5597"/>
                </a:lnTo>
                <a:lnTo>
                  <a:pt x="22388" y="5563"/>
                </a:lnTo>
                <a:lnTo>
                  <a:pt x="22354" y="5529"/>
                </a:lnTo>
                <a:lnTo>
                  <a:pt x="22319" y="5506"/>
                </a:lnTo>
                <a:lnTo>
                  <a:pt x="22285" y="5495"/>
                </a:lnTo>
                <a:lnTo>
                  <a:pt x="22240" y="5483"/>
                </a:lnTo>
                <a:lnTo>
                  <a:pt x="22240" y="3185"/>
                </a:lnTo>
                <a:lnTo>
                  <a:pt x="22274" y="3174"/>
                </a:lnTo>
                <a:lnTo>
                  <a:pt x="22319" y="3163"/>
                </a:lnTo>
                <a:lnTo>
                  <a:pt x="22354" y="3140"/>
                </a:lnTo>
                <a:lnTo>
                  <a:pt x="22376" y="3117"/>
                </a:lnTo>
                <a:lnTo>
                  <a:pt x="22399" y="3083"/>
                </a:lnTo>
                <a:lnTo>
                  <a:pt x="22422" y="3049"/>
                </a:lnTo>
                <a:lnTo>
                  <a:pt x="22433" y="3003"/>
                </a:lnTo>
                <a:lnTo>
                  <a:pt x="22433" y="2958"/>
                </a:lnTo>
                <a:lnTo>
                  <a:pt x="22433" y="2912"/>
                </a:lnTo>
                <a:lnTo>
                  <a:pt x="22410" y="2878"/>
                </a:lnTo>
                <a:lnTo>
                  <a:pt x="24413" y="1718"/>
                </a:lnTo>
                <a:lnTo>
                  <a:pt x="24447" y="1764"/>
                </a:lnTo>
                <a:lnTo>
                  <a:pt x="24481" y="1786"/>
                </a:lnTo>
                <a:lnTo>
                  <a:pt x="24526" y="1809"/>
                </a:lnTo>
                <a:lnTo>
                  <a:pt x="24583" y="1820"/>
                </a:lnTo>
                <a:lnTo>
                  <a:pt x="24629" y="1809"/>
                </a:lnTo>
                <a:lnTo>
                  <a:pt x="24674" y="1786"/>
                </a:lnTo>
                <a:lnTo>
                  <a:pt x="24720" y="1752"/>
                </a:lnTo>
                <a:lnTo>
                  <a:pt x="24754" y="1718"/>
                </a:lnTo>
                <a:close/>
                <a:moveTo>
                  <a:pt x="43682" y="1707"/>
                </a:moveTo>
                <a:lnTo>
                  <a:pt x="45753" y="2890"/>
                </a:lnTo>
                <a:lnTo>
                  <a:pt x="45741" y="2924"/>
                </a:lnTo>
                <a:lnTo>
                  <a:pt x="45730" y="2958"/>
                </a:lnTo>
                <a:lnTo>
                  <a:pt x="45753" y="3026"/>
                </a:lnTo>
                <a:lnTo>
                  <a:pt x="45787" y="3083"/>
                </a:lnTo>
                <a:lnTo>
                  <a:pt x="45832" y="3117"/>
                </a:lnTo>
                <a:lnTo>
                  <a:pt x="45901" y="3140"/>
                </a:lnTo>
                <a:lnTo>
                  <a:pt x="45901" y="5472"/>
                </a:lnTo>
                <a:lnTo>
                  <a:pt x="45844" y="5472"/>
                </a:lnTo>
                <a:lnTo>
                  <a:pt x="45798" y="5495"/>
                </a:lnTo>
                <a:lnTo>
                  <a:pt x="45764" y="5517"/>
                </a:lnTo>
                <a:lnTo>
                  <a:pt x="45730" y="5552"/>
                </a:lnTo>
                <a:lnTo>
                  <a:pt x="45696" y="5586"/>
                </a:lnTo>
                <a:lnTo>
                  <a:pt x="45673" y="5620"/>
                </a:lnTo>
                <a:lnTo>
                  <a:pt x="45662" y="5677"/>
                </a:lnTo>
                <a:lnTo>
                  <a:pt x="45650" y="5722"/>
                </a:lnTo>
                <a:lnTo>
                  <a:pt x="45662" y="5768"/>
                </a:lnTo>
                <a:lnTo>
                  <a:pt x="45673" y="5813"/>
                </a:lnTo>
                <a:lnTo>
                  <a:pt x="43728" y="6939"/>
                </a:lnTo>
                <a:lnTo>
                  <a:pt x="43694" y="6894"/>
                </a:lnTo>
                <a:lnTo>
                  <a:pt x="43648" y="6860"/>
                </a:lnTo>
                <a:lnTo>
                  <a:pt x="43603" y="6837"/>
                </a:lnTo>
                <a:lnTo>
                  <a:pt x="43478" y="6837"/>
                </a:lnTo>
                <a:lnTo>
                  <a:pt x="43432" y="6860"/>
                </a:lnTo>
                <a:lnTo>
                  <a:pt x="43387" y="6894"/>
                </a:lnTo>
                <a:lnTo>
                  <a:pt x="43353" y="6928"/>
                </a:lnTo>
                <a:lnTo>
                  <a:pt x="41385" y="5790"/>
                </a:lnTo>
                <a:lnTo>
                  <a:pt x="41396" y="5722"/>
                </a:lnTo>
                <a:lnTo>
                  <a:pt x="41385" y="5677"/>
                </a:lnTo>
                <a:lnTo>
                  <a:pt x="41373" y="5643"/>
                </a:lnTo>
                <a:lnTo>
                  <a:pt x="41362" y="5608"/>
                </a:lnTo>
                <a:lnTo>
                  <a:pt x="41339" y="5574"/>
                </a:lnTo>
                <a:lnTo>
                  <a:pt x="41305" y="5552"/>
                </a:lnTo>
                <a:lnTo>
                  <a:pt x="41271" y="5529"/>
                </a:lnTo>
                <a:lnTo>
                  <a:pt x="41237" y="5506"/>
                </a:lnTo>
                <a:lnTo>
                  <a:pt x="41203" y="5506"/>
                </a:lnTo>
                <a:lnTo>
                  <a:pt x="41203" y="3197"/>
                </a:lnTo>
                <a:lnTo>
                  <a:pt x="41248" y="3197"/>
                </a:lnTo>
                <a:lnTo>
                  <a:pt x="41282" y="3174"/>
                </a:lnTo>
                <a:lnTo>
                  <a:pt x="41316" y="3151"/>
                </a:lnTo>
                <a:lnTo>
                  <a:pt x="41351" y="3129"/>
                </a:lnTo>
                <a:lnTo>
                  <a:pt x="41373" y="3094"/>
                </a:lnTo>
                <a:lnTo>
                  <a:pt x="41396" y="3049"/>
                </a:lnTo>
                <a:lnTo>
                  <a:pt x="41407" y="3003"/>
                </a:lnTo>
                <a:lnTo>
                  <a:pt x="41407" y="2958"/>
                </a:lnTo>
                <a:lnTo>
                  <a:pt x="41407" y="2912"/>
                </a:lnTo>
                <a:lnTo>
                  <a:pt x="41396" y="2867"/>
                </a:lnTo>
                <a:lnTo>
                  <a:pt x="43398" y="1707"/>
                </a:lnTo>
                <a:lnTo>
                  <a:pt x="43421" y="1741"/>
                </a:lnTo>
                <a:lnTo>
                  <a:pt x="43455" y="1764"/>
                </a:lnTo>
                <a:lnTo>
                  <a:pt x="43500" y="1775"/>
                </a:lnTo>
                <a:lnTo>
                  <a:pt x="43535" y="1786"/>
                </a:lnTo>
                <a:lnTo>
                  <a:pt x="43580" y="1775"/>
                </a:lnTo>
                <a:lnTo>
                  <a:pt x="43626" y="1764"/>
                </a:lnTo>
                <a:lnTo>
                  <a:pt x="43660" y="1741"/>
                </a:lnTo>
                <a:lnTo>
                  <a:pt x="43682" y="1707"/>
                </a:lnTo>
                <a:close/>
                <a:moveTo>
                  <a:pt x="81642" y="1718"/>
                </a:moveTo>
                <a:lnTo>
                  <a:pt x="83622" y="2867"/>
                </a:lnTo>
                <a:lnTo>
                  <a:pt x="83610" y="2912"/>
                </a:lnTo>
                <a:lnTo>
                  <a:pt x="83599" y="2958"/>
                </a:lnTo>
                <a:lnTo>
                  <a:pt x="83610" y="3015"/>
                </a:lnTo>
                <a:lnTo>
                  <a:pt x="83622" y="3049"/>
                </a:lnTo>
                <a:lnTo>
                  <a:pt x="83644" y="3094"/>
                </a:lnTo>
                <a:lnTo>
                  <a:pt x="83667" y="3129"/>
                </a:lnTo>
                <a:lnTo>
                  <a:pt x="83701" y="3151"/>
                </a:lnTo>
                <a:lnTo>
                  <a:pt x="83735" y="3174"/>
                </a:lnTo>
                <a:lnTo>
                  <a:pt x="83781" y="3197"/>
                </a:lnTo>
                <a:lnTo>
                  <a:pt x="83826" y="3197"/>
                </a:lnTo>
                <a:lnTo>
                  <a:pt x="83826" y="5483"/>
                </a:lnTo>
                <a:lnTo>
                  <a:pt x="83781" y="5495"/>
                </a:lnTo>
                <a:lnTo>
                  <a:pt x="83735" y="5506"/>
                </a:lnTo>
                <a:lnTo>
                  <a:pt x="83701" y="5529"/>
                </a:lnTo>
                <a:lnTo>
                  <a:pt x="83667" y="5563"/>
                </a:lnTo>
                <a:lnTo>
                  <a:pt x="83644" y="5597"/>
                </a:lnTo>
                <a:lnTo>
                  <a:pt x="83622" y="5631"/>
                </a:lnTo>
                <a:lnTo>
                  <a:pt x="83610" y="5677"/>
                </a:lnTo>
                <a:lnTo>
                  <a:pt x="83599" y="5722"/>
                </a:lnTo>
                <a:lnTo>
                  <a:pt x="83610" y="5768"/>
                </a:lnTo>
                <a:lnTo>
                  <a:pt x="83622" y="5802"/>
                </a:lnTo>
                <a:lnTo>
                  <a:pt x="81642" y="6939"/>
                </a:lnTo>
                <a:lnTo>
                  <a:pt x="81608" y="6905"/>
                </a:lnTo>
                <a:lnTo>
                  <a:pt x="81574" y="6882"/>
                </a:lnTo>
                <a:lnTo>
                  <a:pt x="81528" y="6860"/>
                </a:lnTo>
                <a:lnTo>
                  <a:pt x="81472" y="6848"/>
                </a:lnTo>
                <a:lnTo>
                  <a:pt x="81415" y="6860"/>
                </a:lnTo>
                <a:lnTo>
                  <a:pt x="81369" y="6882"/>
                </a:lnTo>
                <a:lnTo>
                  <a:pt x="81335" y="6905"/>
                </a:lnTo>
                <a:lnTo>
                  <a:pt x="81301" y="6939"/>
                </a:lnTo>
                <a:lnTo>
                  <a:pt x="79322" y="5802"/>
                </a:lnTo>
                <a:lnTo>
                  <a:pt x="79333" y="5768"/>
                </a:lnTo>
                <a:lnTo>
                  <a:pt x="79344" y="5722"/>
                </a:lnTo>
                <a:lnTo>
                  <a:pt x="79333" y="5677"/>
                </a:lnTo>
                <a:lnTo>
                  <a:pt x="79322" y="5631"/>
                </a:lnTo>
                <a:lnTo>
                  <a:pt x="79310" y="5597"/>
                </a:lnTo>
                <a:lnTo>
                  <a:pt x="79276" y="5563"/>
                </a:lnTo>
                <a:lnTo>
                  <a:pt x="79253" y="5529"/>
                </a:lnTo>
                <a:lnTo>
                  <a:pt x="79208" y="5506"/>
                </a:lnTo>
                <a:lnTo>
                  <a:pt x="79174" y="5495"/>
                </a:lnTo>
                <a:lnTo>
                  <a:pt x="79128" y="5483"/>
                </a:lnTo>
                <a:lnTo>
                  <a:pt x="79128" y="3185"/>
                </a:lnTo>
                <a:lnTo>
                  <a:pt x="79174" y="3174"/>
                </a:lnTo>
                <a:lnTo>
                  <a:pt x="79208" y="3163"/>
                </a:lnTo>
                <a:lnTo>
                  <a:pt x="79242" y="3140"/>
                </a:lnTo>
                <a:lnTo>
                  <a:pt x="79265" y="3117"/>
                </a:lnTo>
                <a:lnTo>
                  <a:pt x="79287" y="3083"/>
                </a:lnTo>
                <a:lnTo>
                  <a:pt x="79310" y="3049"/>
                </a:lnTo>
                <a:lnTo>
                  <a:pt x="79322" y="3003"/>
                </a:lnTo>
                <a:lnTo>
                  <a:pt x="79322" y="2958"/>
                </a:lnTo>
                <a:lnTo>
                  <a:pt x="79322" y="2912"/>
                </a:lnTo>
                <a:lnTo>
                  <a:pt x="79310" y="2878"/>
                </a:lnTo>
                <a:lnTo>
                  <a:pt x="81301" y="1718"/>
                </a:lnTo>
                <a:lnTo>
                  <a:pt x="81335" y="1764"/>
                </a:lnTo>
                <a:lnTo>
                  <a:pt x="81369" y="1786"/>
                </a:lnTo>
                <a:lnTo>
                  <a:pt x="81415" y="1809"/>
                </a:lnTo>
                <a:lnTo>
                  <a:pt x="81472" y="1820"/>
                </a:lnTo>
                <a:lnTo>
                  <a:pt x="81528" y="1809"/>
                </a:lnTo>
                <a:lnTo>
                  <a:pt x="81574" y="1786"/>
                </a:lnTo>
                <a:lnTo>
                  <a:pt x="81608" y="1752"/>
                </a:lnTo>
                <a:lnTo>
                  <a:pt x="81642" y="1718"/>
                </a:lnTo>
                <a:close/>
                <a:moveTo>
                  <a:pt x="5825" y="1741"/>
                </a:moveTo>
                <a:lnTo>
                  <a:pt x="7759" y="2856"/>
                </a:lnTo>
                <a:lnTo>
                  <a:pt x="7748" y="2912"/>
                </a:lnTo>
                <a:lnTo>
                  <a:pt x="7736" y="2958"/>
                </a:lnTo>
                <a:lnTo>
                  <a:pt x="7748" y="3015"/>
                </a:lnTo>
                <a:lnTo>
                  <a:pt x="7759" y="3060"/>
                </a:lnTo>
                <a:lnTo>
                  <a:pt x="7782" y="3094"/>
                </a:lnTo>
                <a:lnTo>
                  <a:pt x="7804" y="3129"/>
                </a:lnTo>
                <a:lnTo>
                  <a:pt x="7839" y="3163"/>
                </a:lnTo>
                <a:lnTo>
                  <a:pt x="7884" y="3185"/>
                </a:lnTo>
                <a:lnTo>
                  <a:pt x="7918" y="3197"/>
                </a:lnTo>
                <a:lnTo>
                  <a:pt x="7964" y="3208"/>
                </a:lnTo>
                <a:lnTo>
                  <a:pt x="7964" y="5495"/>
                </a:lnTo>
                <a:lnTo>
                  <a:pt x="7930" y="5506"/>
                </a:lnTo>
                <a:lnTo>
                  <a:pt x="7884" y="5517"/>
                </a:lnTo>
                <a:lnTo>
                  <a:pt x="7850" y="5540"/>
                </a:lnTo>
                <a:lnTo>
                  <a:pt x="7827" y="5574"/>
                </a:lnTo>
                <a:lnTo>
                  <a:pt x="7793" y="5597"/>
                </a:lnTo>
                <a:lnTo>
                  <a:pt x="7782" y="5643"/>
                </a:lnTo>
                <a:lnTo>
                  <a:pt x="7770" y="5677"/>
                </a:lnTo>
                <a:lnTo>
                  <a:pt x="7759" y="5722"/>
                </a:lnTo>
                <a:lnTo>
                  <a:pt x="7770" y="5756"/>
                </a:lnTo>
                <a:lnTo>
                  <a:pt x="7782" y="5802"/>
                </a:lnTo>
                <a:lnTo>
                  <a:pt x="5780" y="6951"/>
                </a:lnTo>
                <a:lnTo>
                  <a:pt x="5757" y="6917"/>
                </a:lnTo>
                <a:lnTo>
                  <a:pt x="5711" y="6882"/>
                </a:lnTo>
                <a:lnTo>
                  <a:pt x="5666" y="6871"/>
                </a:lnTo>
                <a:lnTo>
                  <a:pt x="5620" y="6860"/>
                </a:lnTo>
                <a:lnTo>
                  <a:pt x="5575" y="6871"/>
                </a:lnTo>
                <a:lnTo>
                  <a:pt x="5529" y="6882"/>
                </a:lnTo>
                <a:lnTo>
                  <a:pt x="5484" y="6917"/>
                </a:lnTo>
                <a:lnTo>
                  <a:pt x="5450" y="6951"/>
                </a:lnTo>
                <a:lnTo>
                  <a:pt x="3459" y="5790"/>
                </a:lnTo>
                <a:lnTo>
                  <a:pt x="3470" y="5756"/>
                </a:lnTo>
                <a:lnTo>
                  <a:pt x="3470" y="5722"/>
                </a:lnTo>
                <a:lnTo>
                  <a:pt x="3470" y="5677"/>
                </a:lnTo>
                <a:lnTo>
                  <a:pt x="3459" y="5643"/>
                </a:lnTo>
                <a:lnTo>
                  <a:pt x="3436" y="5608"/>
                </a:lnTo>
                <a:lnTo>
                  <a:pt x="3414" y="5574"/>
                </a:lnTo>
                <a:lnTo>
                  <a:pt x="3379" y="5552"/>
                </a:lnTo>
                <a:lnTo>
                  <a:pt x="3345" y="5529"/>
                </a:lnTo>
                <a:lnTo>
                  <a:pt x="3311" y="5506"/>
                </a:lnTo>
                <a:lnTo>
                  <a:pt x="3277" y="5506"/>
                </a:lnTo>
                <a:lnTo>
                  <a:pt x="3277" y="3163"/>
                </a:lnTo>
                <a:lnTo>
                  <a:pt x="3311" y="3163"/>
                </a:lnTo>
                <a:lnTo>
                  <a:pt x="3345" y="3151"/>
                </a:lnTo>
                <a:lnTo>
                  <a:pt x="3402" y="3106"/>
                </a:lnTo>
                <a:lnTo>
                  <a:pt x="3436" y="3038"/>
                </a:lnTo>
                <a:lnTo>
                  <a:pt x="3448" y="3003"/>
                </a:lnTo>
                <a:lnTo>
                  <a:pt x="3459" y="2958"/>
                </a:lnTo>
                <a:lnTo>
                  <a:pt x="3448" y="2924"/>
                </a:lnTo>
                <a:lnTo>
                  <a:pt x="3436" y="2878"/>
                </a:lnTo>
                <a:lnTo>
                  <a:pt x="5416" y="1741"/>
                </a:lnTo>
                <a:lnTo>
                  <a:pt x="5450" y="1786"/>
                </a:lnTo>
                <a:lnTo>
                  <a:pt x="5495" y="1820"/>
                </a:lnTo>
                <a:lnTo>
                  <a:pt x="5552" y="1843"/>
                </a:lnTo>
                <a:lnTo>
                  <a:pt x="5620" y="1855"/>
                </a:lnTo>
                <a:lnTo>
                  <a:pt x="5677" y="1843"/>
                </a:lnTo>
                <a:lnTo>
                  <a:pt x="5734" y="1820"/>
                </a:lnTo>
                <a:lnTo>
                  <a:pt x="5791" y="1786"/>
                </a:lnTo>
                <a:lnTo>
                  <a:pt x="5825" y="1741"/>
                </a:lnTo>
                <a:close/>
                <a:moveTo>
                  <a:pt x="34264" y="1729"/>
                </a:moveTo>
                <a:lnTo>
                  <a:pt x="36220" y="2867"/>
                </a:lnTo>
                <a:lnTo>
                  <a:pt x="36209" y="2912"/>
                </a:lnTo>
                <a:lnTo>
                  <a:pt x="36209" y="2958"/>
                </a:lnTo>
                <a:lnTo>
                  <a:pt x="36209" y="3003"/>
                </a:lnTo>
                <a:lnTo>
                  <a:pt x="36220" y="3049"/>
                </a:lnTo>
                <a:lnTo>
                  <a:pt x="36243" y="3083"/>
                </a:lnTo>
                <a:lnTo>
                  <a:pt x="36266" y="3117"/>
                </a:lnTo>
                <a:lnTo>
                  <a:pt x="36300" y="3140"/>
                </a:lnTo>
                <a:lnTo>
                  <a:pt x="36334" y="3163"/>
                </a:lnTo>
                <a:lnTo>
                  <a:pt x="36368" y="3185"/>
                </a:lnTo>
                <a:lnTo>
                  <a:pt x="36414" y="3185"/>
                </a:lnTo>
                <a:lnTo>
                  <a:pt x="36414" y="5529"/>
                </a:lnTo>
                <a:lnTo>
                  <a:pt x="36379" y="5529"/>
                </a:lnTo>
                <a:lnTo>
                  <a:pt x="36345" y="5540"/>
                </a:lnTo>
                <a:lnTo>
                  <a:pt x="36288" y="5586"/>
                </a:lnTo>
                <a:lnTo>
                  <a:pt x="36243" y="5643"/>
                </a:lnTo>
                <a:lnTo>
                  <a:pt x="36232" y="5688"/>
                </a:lnTo>
                <a:lnTo>
                  <a:pt x="36232" y="5722"/>
                </a:lnTo>
                <a:lnTo>
                  <a:pt x="36243" y="5790"/>
                </a:lnTo>
                <a:lnTo>
                  <a:pt x="34218" y="6951"/>
                </a:lnTo>
                <a:lnTo>
                  <a:pt x="34195" y="6917"/>
                </a:lnTo>
                <a:lnTo>
                  <a:pt x="34150" y="6894"/>
                </a:lnTo>
                <a:lnTo>
                  <a:pt x="34104" y="6871"/>
                </a:lnTo>
                <a:lnTo>
                  <a:pt x="34013" y="6871"/>
                </a:lnTo>
                <a:lnTo>
                  <a:pt x="33968" y="6894"/>
                </a:lnTo>
                <a:lnTo>
                  <a:pt x="33934" y="6917"/>
                </a:lnTo>
                <a:lnTo>
                  <a:pt x="33900" y="6951"/>
                </a:lnTo>
                <a:lnTo>
                  <a:pt x="31909" y="5802"/>
                </a:lnTo>
                <a:lnTo>
                  <a:pt x="31920" y="5756"/>
                </a:lnTo>
                <a:lnTo>
                  <a:pt x="31920" y="5722"/>
                </a:lnTo>
                <a:lnTo>
                  <a:pt x="31920" y="5677"/>
                </a:lnTo>
                <a:lnTo>
                  <a:pt x="31909" y="5631"/>
                </a:lnTo>
                <a:lnTo>
                  <a:pt x="31886" y="5597"/>
                </a:lnTo>
                <a:lnTo>
                  <a:pt x="31863" y="5563"/>
                </a:lnTo>
                <a:lnTo>
                  <a:pt x="31829" y="5540"/>
                </a:lnTo>
                <a:lnTo>
                  <a:pt x="31795" y="5517"/>
                </a:lnTo>
                <a:lnTo>
                  <a:pt x="31761" y="5495"/>
                </a:lnTo>
                <a:lnTo>
                  <a:pt x="31716" y="5495"/>
                </a:lnTo>
                <a:lnTo>
                  <a:pt x="31716" y="3129"/>
                </a:lnTo>
                <a:lnTo>
                  <a:pt x="31772" y="3117"/>
                </a:lnTo>
                <a:lnTo>
                  <a:pt x="31818" y="3072"/>
                </a:lnTo>
                <a:lnTo>
                  <a:pt x="31852" y="3026"/>
                </a:lnTo>
                <a:lnTo>
                  <a:pt x="31863" y="2958"/>
                </a:lnTo>
                <a:lnTo>
                  <a:pt x="31852" y="2901"/>
                </a:lnTo>
                <a:lnTo>
                  <a:pt x="33866" y="1741"/>
                </a:lnTo>
                <a:lnTo>
                  <a:pt x="33900" y="1786"/>
                </a:lnTo>
                <a:lnTo>
                  <a:pt x="33945" y="1820"/>
                </a:lnTo>
                <a:lnTo>
                  <a:pt x="34002" y="1843"/>
                </a:lnTo>
                <a:lnTo>
                  <a:pt x="34059" y="1855"/>
                </a:lnTo>
                <a:lnTo>
                  <a:pt x="34116" y="1843"/>
                </a:lnTo>
                <a:lnTo>
                  <a:pt x="34173" y="1820"/>
                </a:lnTo>
                <a:lnTo>
                  <a:pt x="34230" y="1786"/>
                </a:lnTo>
                <a:lnTo>
                  <a:pt x="34264" y="1729"/>
                </a:lnTo>
                <a:close/>
                <a:moveTo>
                  <a:pt x="48460" y="1718"/>
                </a:moveTo>
                <a:lnTo>
                  <a:pt x="50451" y="2867"/>
                </a:lnTo>
                <a:lnTo>
                  <a:pt x="50428" y="2912"/>
                </a:lnTo>
                <a:lnTo>
                  <a:pt x="50428" y="2958"/>
                </a:lnTo>
                <a:lnTo>
                  <a:pt x="50428" y="3003"/>
                </a:lnTo>
                <a:lnTo>
                  <a:pt x="50439" y="3049"/>
                </a:lnTo>
                <a:lnTo>
                  <a:pt x="50462" y="3083"/>
                </a:lnTo>
                <a:lnTo>
                  <a:pt x="50485" y="3117"/>
                </a:lnTo>
                <a:lnTo>
                  <a:pt x="50519" y="3140"/>
                </a:lnTo>
                <a:lnTo>
                  <a:pt x="50553" y="3163"/>
                </a:lnTo>
                <a:lnTo>
                  <a:pt x="50599" y="3174"/>
                </a:lnTo>
                <a:lnTo>
                  <a:pt x="50633" y="3185"/>
                </a:lnTo>
                <a:lnTo>
                  <a:pt x="50633" y="5517"/>
                </a:lnTo>
                <a:lnTo>
                  <a:pt x="50599" y="5517"/>
                </a:lnTo>
                <a:lnTo>
                  <a:pt x="50565" y="5529"/>
                </a:lnTo>
                <a:lnTo>
                  <a:pt x="50530" y="5552"/>
                </a:lnTo>
                <a:lnTo>
                  <a:pt x="50496" y="5574"/>
                </a:lnTo>
                <a:lnTo>
                  <a:pt x="50474" y="5608"/>
                </a:lnTo>
                <a:lnTo>
                  <a:pt x="50462" y="5643"/>
                </a:lnTo>
                <a:lnTo>
                  <a:pt x="50451" y="5677"/>
                </a:lnTo>
                <a:lnTo>
                  <a:pt x="50439" y="5722"/>
                </a:lnTo>
                <a:lnTo>
                  <a:pt x="50451" y="5756"/>
                </a:lnTo>
                <a:lnTo>
                  <a:pt x="50451" y="5790"/>
                </a:lnTo>
                <a:lnTo>
                  <a:pt x="48449" y="6951"/>
                </a:lnTo>
                <a:lnTo>
                  <a:pt x="48415" y="6917"/>
                </a:lnTo>
                <a:lnTo>
                  <a:pt x="48381" y="6882"/>
                </a:lnTo>
                <a:lnTo>
                  <a:pt x="48335" y="6860"/>
                </a:lnTo>
                <a:lnTo>
                  <a:pt x="48233" y="6860"/>
                </a:lnTo>
                <a:lnTo>
                  <a:pt x="48187" y="6882"/>
                </a:lnTo>
                <a:lnTo>
                  <a:pt x="48142" y="6905"/>
                </a:lnTo>
                <a:lnTo>
                  <a:pt x="48108" y="6939"/>
                </a:lnTo>
                <a:lnTo>
                  <a:pt x="46151" y="5802"/>
                </a:lnTo>
                <a:lnTo>
                  <a:pt x="46162" y="5768"/>
                </a:lnTo>
                <a:lnTo>
                  <a:pt x="46162" y="5722"/>
                </a:lnTo>
                <a:lnTo>
                  <a:pt x="46162" y="5677"/>
                </a:lnTo>
                <a:lnTo>
                  <a:pt x="46151" y="5631"/>
                </a:lnTo>
                <a:lnTo>
                  <a:pt x="46128" y="5586"/>
                </a:lnTo>
                <a:lnTo>
                  <a:pt x="46094" y="5552"/>
                </a:lnTo>
                <a:lnTo>
                  <a:pt x="46071" y="5517"/>
                </a:lnTo>
                <a:lnTo>
                  <a:pt x="46026" y="5495"/>
                </a:lnTo>
                <a:lnTo>
                  <a:pt x="45992" y="5483"/>
                </a:lnTo>
                <a:lnTo>
                  <a:pt x="45946" y="5472"/>
                </a:lnTo>
                <a:lnTo>
                  <a:pt x="45946" y="3140"/>
                </a:lnTo>
                <a:lnTo>
                  <a:pt x="46003" y="3117"/>
                </a:lnTo>
                <a:lnTo>
                  <a:pt x="46049" y="3072"/>
                </a:lnTo>
                <a:lnTo>
                  <a:pt x="46071" y="3026"/>
                </a:lnTo>
                <a:lnTo>
                  <a:pt x="46083" y="2958"/>
                </a:lnTo>
                <a:lnTo>
                  <a:pt x="46071" y="2901"/>
                </a:lnTo>
                <a:lnTo>
                  <a:pt x="48108" y="1729"/>
                </a:lnTo>
                <a:lnTo>
                  <a:pt x="48142" y="1764"/>
                </a:lnTo>
                <a:lnTo>
                  <a:pt x="48176" y="1798"/>
                </a:lnTo>
                <a:lnTo>
                  <a:pt x="48233" y="1809"/>
                </a:lnTo>
                <a:lnTo>
                  <a:pt x="48278" y="1820"/>
                </a:lnTo>
                <a:lnTo>
                  <a:pt x="48335" y="1809"/>
                </a:lnTo>
                <a:lnTo>
                  <a:pt x="48381" y="1798"/>
                </a:lnTo>
                <a:lnTo>
                  <a:pt x="48426" y="1764"/>
                </a:lnTo>
                <a:lnTo>
                  <a:pt x="48460" y="1718"/>
                </a:lnTo>
                <a:close/>
                <a:moveTo>
                  <a:pt x="53170" y="1707"/>
                </a:moveTo>
                <a:lnTo>
                  <a:pt x="55206" y="2878"/>
                </a:lnTo>
                <a:lnTo>
                  <a:pt x="55194" y="2924"/>
                </a:lnTo>
                <a:lnTo>
                  <a:pt x="55194" y="2958"/>
                </a:lnTo>
                <a:lnTo>
                  <a:pt x="55194" y="3003"/>
                </a:lnTo>
                <a:lnTo>
                  <a:pt x="55206" y="3038"/>
                </a:lnTo>
                <a:lnTo>
                  <a:pt x="55217" y="3072"/>
                </a:lnTo>
                <a:lnTo>
                  <a:pt x="55240" y="3106"/>
                </a:lnTo>
                <a:lnTo>
                  <a:pt x="55308" y="3140"/>
                </a:lnTo>
                <a:lnTo>
                  <a:pt x="55342" y="3163"/>
                </a:lnTo>
                <a:lnTo>
                  <a:pt x="55376" y="3163"/>
                </a:lnTo>
                <a:lnTo>
                  <a:pt x="55376" y="5540"/>
                </a:lnTo>
                <a:lnTo>
                  <a:pt x="55308" y="5552"/>
                </a:lnTo>
                <a:lnTo>
                  <a:pt x="55251" y="5597"/>
                </a:lnTo>
                <a:lnTo>
                  <a:pt x="55217" y="5654"/>
                </a:lnTo>
                <a:lnTo>
                  <a:pt x="55206" y="5688"/>
                </a:lnTo>
                <a:lnTo>
                  <a:pt x="55206" y="5722"/>
                </a:lnTo>
                <a:lnTo>
                  <a:pt x="55217" y="5779"/>
                </a:lnTo>
                <a:lnTo>
                  <a:pt x="53192" y="6951"/>
                </a:lnTo>
                <a:lnTo>
                  <a:pt x="53158" y="6905"/>
                </a:lnTo>
                <a:lnTo>
                  <a:pt x="53124" y="6882"/>
                </a:lnTo>
                <a:lnTo>
                  <a:pt x="53067" y="6860"/>
                </a:lnTo>
                <a:lnTo>
                  <a:pt x="52965" y="6860"/>
                </a:lnTo>
                <a:lnTo>
                  <a:pt x="52919" y="6882"/>
                </a:lnTo>
                <a:lnTo>
                  <a:pt x="52885" y="6905"/>
                </a:lnTo>
                <a:lnTo>
                  <a:pt x="52851" y="6939"/>
                </a:lnTo>
                <a:lnTo>
                  <a:pt x="50849" y="5779"/>
                </a:lnTo>
                <a:lnTo>
                  <a:pt x="50860" y="5722"/>
                </a:lnTo>
                <a:lnTo>
                  <a:pt x="50849" y="5688"/>
                </a:lnTo>
                <a:lnTo>
                  <a:pt x="50849" y="5643"/>
                </a:lnTo>
                <a:lnTo>
                  <a:pt x="50803" y="5586"/>
                </a:lnTo>
                <a:lnTo>
                  <a:pt x="50747" y="5540"/>
                </a:lnTo>
                <a:lnTo>
                  <a:pt x="50678" y="5517"/>
                </a:lnTo>
                <a:lnTo>
                  <a:pt x="50678" y="3185"/>
                </a:lnTo>
                <a:lnTo>
                  <a:pt x="50724" y="3174"/>
                </a:lnTo>
                <a:lnTo>
                  <a:pt x="50758" y="3163"/>
                </a:lnTo>
                <a:lnTo>
                  <a:pt x="50815" y="3106"/>
                </a:lnTo>
                <a:lnTo>
                  <a:pt x="50838" y="3083"/>
                </a:lnTo>
                <a:lnTo>
                  <a:pt x="50860" y="3038"/>
                </a:lnTo>
                <a:lnTo>
                  <a:pt x="50872" y="3003"/>
                </a:lnTo>
                <a:lnTo>
                  <a:pt x="50872" y="2958"/>
                </a:lnTo>
                <a:lnTo>
                  <a:pt x="50872" y="2924"/>
                </a:lnTo>
                <a:lnTo>
                  <a:pt x="50860" y="2878"/>
                </a:lnTo>
                <a:lnTo>
                  <a:pt x="52874" y="1718"/>
                </a:lnTo>
                <a:lnTo>
                  <a:pt x="52897" y="1741"/>
                </a:lnTo>
                <a:lnTo>
                  <a:pt x="52931" y="1775"/>
                </a:lnTo>
                <a:lnTo>
                  <a:pt x="52976" y="1786"/>
                </a:lnTo>
                <a:lnTo>
                  <a:pt x="53022" y="1798"/>
                </a:lnTo>
                <a:lnTo>
                  <a:pt x="53067" y="1786"/>
                </a:lnTo>
                <a:lnTo>
                  <a:pt x="53113" y="1764"/>
                </a:lnTo>
                <a:lnTo>
                  <a:pt x="53147" y="1741"/>
                </a:lnTo>
                <a:lnTo>
                  <a:pt x="53170" y="1707"/>
                </a:lnTo>
                <a:close/>
                <a:moveTo>
                  <a:pt x="62714" y="1741"/>
                </a:moveTo>
                <a:lnTo>
                  <a:pt x="64659" y="2856"/>
                </a:lnTo>
                <a:lnTo>
                  <a:pt x="64636" y="2912"/>
                </a:lnTo>
                <a:lnTo>
                  <a:pt x="64636" y="2958"/>
                </a:lnTo>
                <a:lnTo>
                  <a:pt x="64636" y="3015"/>
                </a:lnTo>
                <a:lnTo>
                  <a:pt x="64647" y="3060"/>
                </a:lnTo>
                <a:lnTo>
                  <a:pt x="64670" y="3094"/>
                </a:lnTo>
                <a:lnTo>
                  <a:pt x="64693" y="3129"/>
                </a:lnTo>
                <a:lnTo>
                  <a:pt x="64727" y="3163"/>
                </a:lnTo>
                <a:lnTo>
                  <a:pt x="64772" y="3185"/>
                </a:lnTo>
                <a:lnTo>
                  <a:pt x="64818" y="3197"/>
                </a:lnTo>
                <a:lnTo>
                  <a:pt x="64863" y="3208"/>
                </a:lnTo>
                <a:lnTo>
                  <a:pt x="64863" y="5495"/>
                </a:lnTo>
                <a:lnTo>
                  <a:pt x="64818" y="5506"/>
                </a:lnTo>
                <a:lnTo>
                  <a:pt x="64784" y="5517"/>
                </a:lnTo>
                <a:lnTo>
                  <a:pt x="64750" y="5540"/>
                </a:lnTo>
                <a:lnTo>
                  <a:pt x="64716" y="5574"/>
                </a:lnTo>
                <a:lnTo>
                  <a:pt x="64693" y="5597"/>
                </a:lnTo>
                <a:lnTo>
                  <a:pt x="64670" y="5643"/>
                </a:lnTo>
                <a:lnTo>
                  <a:pt x="64659" y="5677"/>
                </a:lnTo>
                <a:lnTo>
                  <a:pt x="64659" y="5722"/>
                </a:lnTo>
                <a:lnTo>
                  <a:pt x="64659" y="5756"/>
                </a:lnTo>
                <a:lnTo>
                  <a:pt x="64670" y="5802"/>
                </a:lnTo>
                <a:lnTo>
                  <a:pt x="62679" y="6951"/>
                </a:lnTo>
                <a:lnTo>
                  <a:pt x="62645" y="6917"/>
                </a:lnTo>
                <a:lnTo>
                  <a:pt x="62600" y="6882"/>
                </a:lnTo>
                <a:lnTo>
                  <a:pt x="62566" y="6871"/>
                </a:lnTo>
                <a:lnTo>
                  <a:pt x="62509" y="6860"/>
                </a:lnTo>
                <a:lnTo>
                  <a:pt x="62463" y="6871"/>
                </a:lnTo>
                <a:lnTo>
                  <a:pt x="62418" y="6882"/>
                </a:lnTo>
                <a:lnTo>
                  <a:pt x="62372" y="6917"/>
                </a:lnTo>
                <a:lnTo>
                  <a:pt x="62350" y="6951"/>
                </a:lnTo>
                <a:lnTo>
                  <a:pt x="60347" y="5790"/>
                </a:lnTo>
                <a:lnTo>
                  <a:pt x="60359" y="5756"/>
                </a:lnTo>
                <a:lnTo>
                  <a:pt x="60359" y="5722"/>
                </a:lnTo>
                <a:lnTo>
                  <a:pt x="60359" y="5677"/>
                </a:lnTo>
                <a:lnTo>
                  <a:pt x="60347" y="5643"/>
                </a:lnTo>
                <a:lnTo>
                  <a:pt x="60325" y="5608"/>
                </a:lnTo>
                <a:lnTo>
                  <a:pt x="60302" y="5574"/>
                </a:lnTo>
                <a:lnTo>
                  <a:pt x="60279" y="5552"/>
                </a:lnTo>
                <a:lnTo>
                  <a:pt x="60245" y="5529"/>
                </a:lnTo>
                <a:lnTo>
                  <a:pt x="60200" y="5506"/>
                </a:lnTo>
                <a:lnTo>
                  <a:pt x="60165" y="5506"/>
                </a:lnTo>
                <a:lnTo>
                  <a:pt x="60165" y="3163"/>
                </a:lnTo>
                <a:lnTo>
                  <a:pt x="60200" y="3163"/>
                </a:lnTo>
                <a:lnTo>
                  <a:pt x="60234" y="3151"/>
                </a:lnTo>
                <a:lnTo>
                  <a:pt x="60291" y="3106"/>
                </a:lnTo>
                <a:lnTo>
                  <a:pt x="60336" y="3038"/>
                </a:lnTo>
                <a:lnTo>
                  <a:pt x="60347" y="3003"/>
                </a:lnTo>
                <a:lnTo>
                  <a:pt x="60347" y="2958"/>
                </a:lnTo>
                <a:lnTo>
                  <a:pt x="60347" y="2924"/>
                </a:lnTo>
                <a:lnTo>
                  <a:pt x="60325" y="2878"/>
                </a:lnTo>
                <a:lnTo>
                  <a:pt x="62304" y="1741"/>
                </a:lnTo>
                <a:lnTo>
                  <a:pt x="62350" y="1786"/>
                </a:lnTo>
                <a:lnTo>
                  <a:pt x="62395" y="1820"/>
                </a:lnTo>
                <a:lnTo>
                  <a:pt x="62452" y="1843"/>
                </a:lnTo>
                <a:lnTo>
                  <a:pt x="62509" y="1855"/>
                </a:lnTo>
                <a:lnTo>
                  <a:pt x="62577" y="1843"/>
                </a:lnTo>
                <a:lnTo>
                  <a:pt x="62634" y="1820"/>
                </a:lnTo>
                <a:lnTo>
                  <a:pt x="62679" y="1786"/>
                </a:lnTo>
                <a:lnTo>
                  <a:pt x="62714" y="1741"/>
                </a:lnTo>
                <a:close/>
                <a:moveTo>
                  <a:pt x="15324" y="1752"/>
                </a:moveTo>
                <a:lnTo>
                  <a:pt x="17269" y="2867"/>
                </a:lnTo>
                <a:lnTo>
                  <a:pt x="17246" y="2912"/>
                </a:lnTo>
                <a:lnTo>
                  <a:pt x="17246" y="2958"/>
                </a:lnTo>
                <a:lnTo>
                  <a:pt x="17246" y="3003"/>
                </a:lnTo>
                <a:lnTo>
                  <a:pt x="17257" y="3049"/>
                </a:lnTo>
                <a:lnTo>
                  <a:pt x="17280" y="3083"/>
                </a:lnTo>
                <a:lnTo>
                  <a:pt x="17303" y="3117"/>
                </a:lnTo>
                <a:lnTo>
                  <a:pt x="17337" y="3140"/>
                </a:lnTo>
                <a:lnTo>
                  <a:pt x="17371" y="3163"/>
                </a:lnTo>
                <a:lnTo>
                  <a:pt x="17405" y="3185"/>
                </a:lnTo>
                <a:lnTo>
                  <a:pt x="17451" y="3185"/>
                </a:lnTo>
                <a:lnTo>
                  <a:pt x="17451" y="5483"/>
                </a:lnTo>
                <a:lnTo>
                  <a:pt x="17405" y="5483"/>
                </a:lnTo>
                <a:lnTo>
                  <a:pt x="17360" y="5506"/>
                </a:lnTo>
                <a:lnTo>
                  <a:pt x="17326" y="5529"/>
                </a:lnTo>
                <a:lnTo>
                  <a:pt x="17292" y="5552"/>
                </a:lnTo>
                <a:lnTo>
                  <a:pt x="17257" y="5586"/>
                </a:lnTo>
                <a:lnTo>
                  <a:pt x="17246" y="5631"/>
                </a:lnTo>
                <a:lnTo>
                  <a:pt x="17235" y="5677"/>
                </a:lnTo>
                <a:lnTo>
                  <a:pt x="17223" y="5722"/>
                </a:lnTo>
                <a:lnTo>
                  <a:pt x="17235" y="5768"/>
                </a:lnTo>
                <a:lnTo>
                  <a:pt x="17246" y="5813"/>
                </a:lnTo>
                <a:lnTo>
                  <a:pt x="15244" y="6962"/>
                </a:lnTo>
                <a:lnTo>
                  <a:pt x="15210" y="6928"/>
                </a:lnTo>
                <a:lnTo>
                  <a:pt x="15176" y="6905"/>
                </a:lnTo>
                <a:lnTo>
                  <a:pt x="15142" y="6894"/>
                </a:lnTo>
                <a:lnTo>
                  <a:pt x="15062" y="6894"/>
                </a:lnTo>
                <a:lnTo>
                  <a:pt x="15016" y="6905"/>
                </a:lnTo>
                <a:lnTo>
                  <a:pt x="14982" y="6928"/>
                </a:lnTo>
                <a:lnTo>
                  <a:pt x="14960" y="6962"/>
                </a:lnTo>
                <a:lnTo>
                  <a:pt x="12935" y="5790"/>
                </a:lnTo>
                <a:lnTo>
                  <a:pt x="12946" y="5722"/>
                </a:lnTo>
                <a:lnTo>
                  <a:pt x="12946" y="5677"/>
                </a:lnTo>
                <a:lnTo>
                  <a:pt x="12935" y="5643"/>
                </a:lnTo>
                <a:lnTo>
                  <a:pt x="12912" y="5608"/>
                </a:lnTo>
                <a:lnTo>
                  <a:pt x="12889" y="5574"/>
                </a:lnTo>
                <a:lnTo>
                  <a:pt x="12867" y="5552"/>
                </a:lnTo>
                <a:lnTo>
                  <a:pt x="12832" y="5529"/>
                </a:lnTo>
                <a:lnTo>
                  <a:pt x="12798" y="5517"/>
                </a:lnTo>
                <a:lnTo>
                  <a:pt x="12753" y="5506"/>
                </a:lnTo>
                <a:lnTo>
                  <a:pt x="12753" y="3208"/>
                </a:lnTo>
                <a:lnTo>
                  <a:pt x="12798" y="3197"/>
                </a:lnTo>
                <a:lnTo>
                  <a:pt x="12844" y="3174"/>
                </a:lnTo>
                <a:lnTo>
                  <a:pt x="12878" y="3151"/>
                </a:lnTo>
                <a:lnTo>
                  <a:pt x="12912" y="3129"/>
                </a:lnTo>
                <a:lnTo>
                  <a:pt x="12935" y="3094"/>
                </a:lnTo>
                <a:lnTo>
                  <a:pt x="12958" y="3049"/>
                </a:lnTo>
                <a:lnTo>
                  <a:pt x="12969" y="3015"/>
                </a:lnTo>
                <a:lnTo>
                  <a:pt x="12969" y="2958"/>
                </a:lnTo>
                <a:lnTo>
                  <a:pt x="12969" y="2912"/>
                </a:lnTo>
                <a:lnTo>
                  <a:pt x="12946" y="2867"/>
                </a:lnTo>
                <a:lnTo>
                  <a:pt x="14869" y="1752"/>
                </a:lnTo>
                <a:lnTo>
                  <a:pt x="14914" y="1809"/>
                </a:lnTo>
                <a:lnTo>
                  <a:pt x="14971" y="1843"/>
                </a:lnTo>
                <a:lnTo>
                  <a:pt x="15028" y="1877"/>
                </a:lnTo>
                <a:lnTo>
                  <a:pt x="15164" y="1877"/>
                </a:lnTo>
                <a:lnTo>
                  <a:pt x="15233" y="1843"/>
                </a:lnTo>
                <a:lnTo>
                  <a:pt x="15289" y="1809"/>
                </a:lnTo>
                <a:lnTo>
                  <a:pt x="15324" y="1752"/>
                </a:lnTo>
                <a:close/>
                <a:moveTo>
                  <a:pt x="29486" y="1718"/>
                </a:moveTo>
                <a:lnTo>
                  <a:pt x="31534" y="2890"/>
                </a:lnTo>
                <a:lnTo>
                  <a:pt x="31522" y="2924"/>
                </a:lnTo>
                <a:lnTo>
                  <a:pt x="31522" y="2958"/>
                </a:lnTo>
                <a:lnTo>
                  <a:pt x="31534" y="3026"/>
                </a:lnTo>
                <a:lnTo>
                  <a:pt x="31568" y="3083"/>
                </a:lnTo>
                <a:lnTo>
                  <a:pt x="31613" y="3117"/>
                </a:lnTo>
                <a:lnTo>
                  <a:pt x="31670" y="3140"/>
                </a:lnTo>
                <a:lnTo>
                  <a:pt x="31670" y="5483"/>
                </a:lnTo>
                <a:lnTo>
                  <a:pt x="31625" y="5495"/>
                </a:lnTo>
                <a:lnTo>
                  <a:pt x="31590" y="5506"/>
                </a:lnTo>
                <a:lnTo>
                  <a:pt x="31545" y="5529"/>
                </a:lnTo>
                <a:lnTo>
                  <a:pt x="31522" y="5563"/>
                </a:lnTo>
                <a:lnTo>
                  <a:pt x="31488" y="5597"/>
                </a:lnTo>
                <a:lnTo>
                  <a:pt x="31477" y="5631"/>
                </a:lnTo>
                <a:lnTo>
                  <a:pt x="31454" y="5677"/>
                </a:lnTo>
                <a:lnTo>
                  <a:pt x="31454" y="5722"/>
                </a:lnTo>
                <a:lnTo>
                  <a:pt x="31454" y="5768"/>
                </a:lnTo>
                <a:lnTo>
                  <a:pt x="31465" y="5802"/>
                </a:lnTo>
                <a:lnTo>
                  <a:pt x="29463" y="6962"/>
                </a:lnTo>
                <a:lnTo>
                  <a:pt x="29429" y="6939"/>
                </a:lnTo>
                <a:lnTo>
                  <a:pt x="29395" y="6917"/>
                </a:lnTo>
                <a:lnTo>
                  <a:pt x="29361" y="6905"/>
                </a:lnTo>
                <a:lnTo>
                  <a:pt x="29315" y="6894"/>
                </a:lnTo>
                <a:lnTo>
                  <a:pt x="29281" y="6905"/>
                </a:lnTo>
                <a:lnTo>
                  <a:pt x="29247" y="6917"/>
                </a:lnTo>
                <a:lnTo>
                  <a:pt x="29213" y="6939"/>
                </a:lnTo>
                <a:lnTo>
                  <a:pt x="29179" y="6962"/>
                </a:lnTo>
                <a:lnTo>
                  <a:pt x="27177" y="5802"/>
                </a:lnTo>
                <a:lnTo>
                  <a:pt x="27188" y="5756"/>
                </a:lnTo>
                <a:lnTo>
                  <a:pt x="27188" y="5722"/>
                </a:lnTo>
                <a:lnTo>
                  <a:pt x="27188" y="5677"/>
                </a:lnTo>
                <a:lnTo>
                  <a:pt x="27165" y="5631"/>
                </a:lnTo>
                <a:lnTo>
                  <a:pt x="27154" y="5597"/>
                </a:lnTo>
                <a:lnTo>
                  <a:pt x="27131" y="5563"/>
                </a:lnTo>
                <a:lnTo>
                  <a:pt x="27097" y="5540"/>
                </a:lnTo>
                <a:lnTo>
                  <a:pt x="27063" y="5517"/>
                </a:lnTo>
                <a:lnTo>
                  <a:pt x="27018" y="5495"/>
                </a:lnTo>
                <a:lnTo>
                  <a:pt x="26972" y="5483"/>
                </a:lnTo>
                <a:lnTo>
                  <a:pt x="26972" y="3197"/>
                </a:lnTo>
                <a:lnTo>
                  <a:pt x="27018" y="3185"/>
                </a:lnTo>
                <a:lnTo>
                  <a:pt x="27063" y="3174"/>
                </a:lnTo>
                <a:lnTo>
                  <a:pt x="27097" y="3151"/>
                </a:lnTo>
                <a:lnTo>
                  <a:pt x="27131" y="3117"/>
                </a:lnTo>
                <a:lnTo>
                  <a:pt x="27154" y="3083"/>
                </a:lnTo>
                <a:lnTo>
                  <a:pt x="27165" y="3049"/>
                </a:lnTo>
                <a:lnTo>
                  <a:pt x="27177" y="3003"/>
                </a:lnTo>
                <a:lnTo>
                  <a:pt x="27188" y="2958"/>
                </a:lnTo>
                <a:lnTo>
                  <a:pt x="27177" y="2912"/>
                </a:lnTo>
                <a:lnTo>
                  <a:pt x="27165" y="2867"/>
                </a:lnTo>
                <a:lnTo>
                  <a:pt x="29156" y="1718"/>
                </a:lnTo>
                <a:lnTo>
                  <a:pt x="29190" y="1752"/>
                </a:lnTo>
                <a:lnTo>
                  <a:pt x="29224" y="1786"/>
                </a:lnTo>
                <a:lnTo>
                  <a:pt x="29270" y="1798"/>
                </a:lnTo>
                <a:lnTo>
                  <a:pt x="29315" y="1809"/>
                </a:lnTo>
                <a:lnTo>
                  <a:pt x="29372" y="1798"/>
                </a:lnTo>
                <a:lnTo>
                  <a:pt x="29418" y="1775"/>
                </a:lnTo>
                <a:lnTo>
                  <a:pt x="29452" y="1752"/>
                </a:lnTo>
                <a:lnTo>
                  <a:pt x="29486" y="1718"/>
                </a:lnTo>
                <a:close/>
                <a:moveTo>
                  <a:pt x="72223" y="1752"/>
                </a:moveTo>
                <a:lnTo>
                  <a:pt x="74157" y="2867"/>
                </a:lnTo>
                <a:lnTo>
                  <a:pt x="74134" y="2912"/>
                </a:lnTo>
                <a:lnTo>
                  <a:pt x="74134" y="2958"/>
                </a:lnTo>
                <a:lnTo>
                  <a:pt x="74134" y="3003"/>
                </a:lnTo>
                <a:lnTo>
                  <a:pt x="74146" y="3049"/>
                </a:lnTo>
                <a:lnTo>
                  <a:pt x="74169" y="3083"/>
                </a:lnTo>
                <a:lnTo>
                  <a:pt x="74191" y="3117"/>
                </a:lnTo>
                <a:lnTo>
                  <a:pt x="74225" y="3140"/>
                </a:lnTo>
                <a:lnTo>
                  <a:pt x="74260" y="3163"/>
                </a:lnTo>
                <a:lnTo>
                  <a:pt x="74305" y="3185"/>
                </a:lnTo>
                <a:lnTo>
                  <a:pt x="74339" y="3185"/>
                </a:lnTo>
                <a:lnTo>
                  <a:pt x="74339" y="5483"/>
                </a:lnTo>
                <a:lnTo>
                  <a:pt x="74294" y="5483"/>
                </a:lnTo>
                <a:lnTo>
                  <a:pt x="74248" y="5506"/>
                </a:lnTo>
                <a:lnTo>
                  <a:pt x="74214" y="5529"/>
                </a:lnTo>
                <a:lnTo>
                  <a:pt x="74180" y="5552"/>
                </a:lnTo>
                <a:lnTo>
                  <a:pt x="74157" y="5586"/>
                </a:lnTo>
                <a:lnTo>
                  <a:pt x="74134" y="5631"/>
                </a:lnTo>
                <a:lnTo>
                  <a:pt x="74123" y="5677"/>
                </a:lnTo>
                <a:lnTo>
                  <a:pt x="74112" y="5722"/>
                </a:lnTo>
                <a:lnTo>
                  <a:pt x="74123" y="5768"/>
                </a:lnTo>
                <a:lnTo>
                  <a:pt x="74134" y="5813"/>
                </a:lnTo>
                <a:lnTo>
                  <a:pt x="72132" y="6962"/>
                </a:lnTo>
                <a:lnTo>
                  <a:pt x="72110" y="6928"/>
                </a:lnTo>
                <a:lnTo>
                  <a:pt x="72075" y="6905"/>
                </a:lnTo>
                <a:lnTo>
                  <a:pt x="72030" y="6894"/>
                </a:lnTo>
                <a:lnTo>
                  <a:pt x="71950" y="6894"/>
                </a:lnTo>
                <a:lnTo>
                  <a:pt x="71916" y="6905"/>
                </a:lnTo>
                <a:lnTo>
                  <a:pt x="71882" y="6928"/>
                </a:lnTo>
                <a:lnTo>
                  <a:pt x="71848" y="6962"/>
                </a:lnTo>
                <a:lnTo>
                  <a:pt x="69823" y="5790"/>
                </a:lnTo>
                <a:lnTo>
                  <a:pt x="69835" y="5722"/>
                </a:lnTo>
                <a:lnTo>
                  <a:pt x="69835" y="5677"/>
                </a:lnTo>
                <a:lnTo>
                  <a:pt x="69823" y="5643"/>
                </a:lnTo>
                <a:lnTo>
                  <a:pt x="69800" y="5608"/>
                </a:lnTo>
                <a:lnTo>
                  <a:pt x="69778" y="5574"/>
                </a:lnTo>
                <a:lnTo>
                  <a:pt x="69755" y="5552"/>
                </a:lnTo>
                <a:lnTo>
                  <a:pt x="69721" y="5529"/>
                </a:lnTo>
                <a:lnTo>
                  <a:pt x="69687" y="5517"/>
                </a:lnTo>
                <a:lnTo>
                  <a:pt x="69641" y="5506"/>
                </a:lnTo>
                <a:lnTo>
                  <a:pt x="69641" y="3208"/>
                </a:lnTo>
                <a:lnTo>
                  <a:pt x="69687" y="3197"/>
                </a:lnTo>
                <a:lnTo>
                  <a:pt x="69732" y="3174"/>
                </a:lnTo>
                <a:lnTo>
                  <a:pt x="69766" y="3151"/>
                </a:lnTo>
                <a:lnTo>
                  <a:pt x="69800" y="3129"/>
                </a:lnTo>
                <a:lnTo>
                  <a:pt x="69823" y="3094"/>
                </a:lnTo>
                <a:lnTo>
                  <a:pt x="69846" y="3049"/>
                </a:lnTo>
                <a:lnTo>
                  <a:pt x="69857" y="3015"/>
                </a:lnTo>
                <a:lnTo>
                  <a:pt x="69869" y="2958"/>
                </a:lnTo>
                <a:lnTo>
                  <a:pt x="69857" y="2912"/>
                </a:lnTo>
                <a:lnTo>
                  <a:pt x="69846" y="2867"/>
                </a:lnTo>
                <a:lnTo>
                  <a:pt x="71768" y="1752"/>
                </a:lnTo>
                <a:lnTo>
                  <a:pt x="71802" y="1809"/>
                </a:lnTo>
                <a:lnTo>
                  <a:pt x="71859" y="1843"/>
                </a:lnTo>
                <a:lnTo>
                  <a:pt x="71916" y="1877"/>
                </a:lnTo>
                <a:lnTo>
                  <a:pt x="72064" y="1877"/>
                </a:lnTo>
                <a:lnTo>
                  <a:pt x="72121" y="1843"/>
                </a:lnTo>
                <a:lnTo>
                  <a:pt x="72178" y="1809"/>
                </a:lnTo>
                <a:lnTo>
                  <a:pt x="72223" y="1752"/>
                </a:lnTo>
                <a:close/>
                <a:moveTo>
                  <a:pt x="39019" y="1741"/>
                </a:moveTo>
                <a:lnTo>
                  <a:pt x="40952" y="2856"/>
                </a:lnTo>
                <a:lnTo>
                  <a:pt x="40930" y="2912"/>
                </a:lnTo>
                <a:lnTo>
                  <a:pt x="40930" y="2958"/>
                </a:lnTo>
                <a:lnTo>
                  <a:pt x="40930" y="3015"/>
                </a:lnTo>
                <a:lnTo>
                  <a:pt x="40941" y="3049"/>
                </a:lnTo>
                <a:lnTo>
                  <a:pt x="40964" y="3094"/>
                </a:lnTo>
                <a:lnTo>
                  <a:pt x="40998" y="3129"/>
                </a:lnTo>
                <a:lnTo>
                  <a:pt x="41032" y="3163"/>
                </a:lnTo>
                <a:lnTo>
                  <a:pt x="41066" y="3185"/>
                </a:lnTo>
                <a:lnTo>
                  <a:pt x="41112" y="3197"/>
                </a:lnTo>
                <a:lnTo>
                  <a:pt x="41157" y="3208"/>
                </a:lnTo>
                <a:lnTo>
                  <a:pt x="41157" y="5495"/>
                </a:lnTo>
                <a:lnTo>
                  <a:pt x="41112" y="5506"/>
                </a:lnTo>
                <a:lnTo>
                  <a:pt x="41078" y="5517"/>
                </a:lnTo>
                <a:lnTo>
                  <a:pt x="41043" y="5540"/>
                </a:lnTo>
                <a:lnTo>
                  <a:pt x="41009" y="5574"/>
                </a:lnTo>
                <a:lnTo>
                  <a:pt x="40987" y="5597"/>
                </a:lnTo>
                <a:lnTo>
                  <a:pt x="40964" y="5643"/>
                </a:lnTo>
                <a:lnTo>
                  <a:pt x="40952" y="5677"/>
                </a:lnTo>
                <a:lnTo>
                  <a:pt x="40941" y="5722"/>
                </a:lnTo>
                <a:lnTo>
                  <a:pt x="40952" y="5756"/>
                </a:lnTo>
                <a:lnTo>
                  <a:pt x="40964" y="5802"/>
                </a:lnTo>
                <a:lnTo>
                  <a:pt x="38939" y="6973"/>
                </a:lnTo>
                <a:lnTo>
                  <a:pt x="38905" y="6939"/>
                </a:lnTo>
                <a:lnTo>
                  <a:pt x="38882" y="6917"/>
                </a:lnTo>
                <a:lnTo>
                  <a:pt x="38837" y="6905"/>
                </a:lnTo>
                <a:lnTo>
                  <a:pt x="38757" y="6905"/>
                </a:lnTo>
                <a:lnTo>
                  <a:pt x="38723" y="6917"/>
                </a:lnTo>
                <a:lnTo>
                  <a:pt x="38700" y="6939"/>
                </a:lnTo>
                <a:lnTo>
                  <a:pt x="38666" y="6962"/>
                </a:lnTo>
                <a:lnTo>
                  <a:pt x="36618" y="5779"/>
                </a:lnTo>
                <a:lnTo>
                  <a:pt x="36630" y="5722"/>
                </a:lnTo>
                <a:lnTo>
                  <a:pt x="36618" y="5654"/>
                </a:lnTo>
                <a:lnTo>
                  <a:pt x="36573" y="5597"/>
                </a:lnTo>
                <a:lnTo>
                  <a:pt x="36527" y="5552"/>
                </a:lnTo>
                <a:lnTo>
                  <a:pt x="36459" y="5529"/>
                </a:lnTo>
                <a:lnTo>
                  <a:pt x="36459" y="3185"/>
                </a:lnTo>
                <a:lnTo>
                  <a:pt x="36505" y="3174"/>
                </a:lnTo>
                <a:lnTo>
                  <a:pt x="36539" y="3163"/>
                </a:lnTo>
                <a:lnTo>
                  <a:pt x="36573" y="3140"/>
                </a:lnTo>
                <a:lnTo>
                  <a:pt x="36596" y="3117"/>
                </a:lnTo>
                <a:lnTo>
                  <a:pt x="36618" y="3083"/>
                </a:lnTo>
                <a:lnTo>
                  <a:pt x="36641" y="3049"/>
                </a:lnTo>
                <a:lnTo>
                  <a:pt x="36652" y="3003"/>
                </a:lnTo>
                <a:lnTo>
                  <a:pt x="36652" y="2958"/>
                </a:lnTo>
                <a:lnTo>
                  <a:pt x="36652" y="2912"/>
                </a:lnTo>
                <a:lnTo>
                  <a:pt x="36641" y="2878"/>
                </a:lnTo>
                <a:lnTo>
                  <a:pt x="38586" y="1752"/>
                </a:lnTo>
                <a:lnTo>
                  <a:pt x="38620" y="1798"/>
                </a:lnTo>
                <a:lnTo>
                  <a:pt x="38677" y="1832"/>
                </a:lnTo>
                <a:lnTo>
                  <a:pt x="38734" y="1855"/>
                </a:lnTo>
                <a:lnTo>
                  <a:pt x="38802" y="1866"/>
                </a:lnTo>
                <a:lnTo>
                  <a:pt x="38871" y="1855"/>
                </a:lnTo>
                <a:lnTo>
                  <a:pt x="38928" y="1832"/>
                </a:lnTo>
                <a:lnTo>
                  <a:pt x="38973" y="1798"/>
                </a:lnTo>
                <a:lnTo>
                  <a:pt x="39019" y="1741"/>
                </a:lnTo>
                <a:close/>
                <a:moveTo>
                  <a:pt x="3436" y="5836"/>
                </a:moveTo>
                <a:lnTo>
                  <a:pt x="5427" y="6985"/>
                </a:lnTo>
                <a:lnTo>
                  <a:pt x="5416" y="7030"/>
                </a:lnTo>
                <a:lnTo>
                  <a:pt x="5416" y="7064"/>
                </a:lnTo>
                <a:lnTo>
                  <a:pt x="5416" y="7110"/>
                </a:lnTo>
                <a:lnTo>
                  <a:pt x="5427" y="7144"/>
                </a:lnTo>
                <a:lnTo>
                  <a:pt x="5473" y="7201"/>
                </a:lnTo>
                <a:lnTo>
                  <a:pt x="5529" y="7246"/>
                </a:lnTo>
                <a:lnTo>
                  <a:pt x="5564" y="7258"/>
                </a:lnTo>
                <a:lnTo>
                  <a:pt x="5598" y="7269"/>
                </a:lnTo>
                <a:lnTo>
                  <a:pt x="5598" y="9624"/>
                </a:lnTo>
                <a:lnTo>
                  <a:pt x="5564" y="9624"/>
                </a:lnTo>
                <a:lnTo>
                  <a:pt x="5529" y="9647"/>
                </a:lnTo>
                <a:lnTo>
                  <a:pt x="5461" y="9692"/>
                </a:lnTo>
                <a:lnTo>
                  <a:pt x="5427" y="9749"/>
                </a:lnTo>
                <a:lnTo>
                  <a:pt x="5416" y="9783"/>
                </a:lnTo>
                <a:lnTo>
                  <a:pt x="5416" y="9829"/>
                </a:lnTo>
                <a:lnTo>
                  <a:pt x="5427" y="9897"/>
                </a:lnTo>
                <a:lnTo>
                  <a:pt x="3470" y="11023"/>
                </a:lnTo>
                <a:lnTo>
                  <a:pt x="3425" y="10978"/>
                </a:lnTo>
                <a:lnTo>
                  <a:pt x="3379" y="10932"/>
                </a:lnTo>
                <a:lnTo>
                  <a:pt x="3311" y="10909"/>
                </a:lnTo>
                <a:lnTo>
                  <a:pt x="3186" y="10909"/>
                </a:lnTo>
                <a:lnTo>
                  <a:pt x="3118" y="10932"/>
                </a:lnTo>
                <a:lnTo>
                  <a:pt x="3072" y="10978"/>
                </a:lnTo>
                <a:lnTo>
                  <a:pt x="3027" y="11023"/>
                </a:lnTo>
                <a:lnTo>
                  <a:pt x="1093" y="9897"/>
                </a:lnTo>
                <a:lnTo>
                  <a:pt x="1104" y="9863"/>
                </a:lnTo>
                <a:lnTo>
                  <a:pt x="1104" y="9829"/>
                </a:lnTo>
                <a:lnTo>
                  <a:pt x="1104" y="9783"/>
                </a:lnTo>
                <a:lnTo>
                  <a:pt x="1093" y="9738"/>
                </a:lnTo>
                <a:lnTo>
                  <a:pt x="1070" y="9704"/>
                </a:lnTo>
                <a:lnTo>
                  <a:pt x="1047" y="9669"/>
                </a:lnTo>
                <a:lnTo>
                  <a:pt x="1013" y="9647"/>
                </a:lnTo>
                <a:lnTo>
                  <a:pt x="979" y="9624"/>
                </a:lnTo>
                <a:lnTo>
                  <a:pt x="945" y="9613"/>
                </a:lnTo>
                <a:lnTo>
                  <a:pt x="900" y="9601"/>
                </a:lnTo>
                <a:lnTo>
                  <a:pt x="900" y="7303"/>
                </a:lnTo>
                <a:lnTo>
                  <a:pt x="945" y="7303"/>
                </a:lnTo>
                <a:lnTo>
                  <a:pt x="991" y="7281"/>
                </a:lnTo>
                <a:lnTo>
                  <a:pt x="1025" y="7258"/>
                </a:lnTo>
                <a:lnTo>
                  <a:pt x="1059" y="7235"/>
                </a:lnTo>
                <a:lnTo>
                  <a:pt x="1082" y="7190"/>
                </a:lnTo>
                <a:lnTo>
                  <a:pt x="1104" y="7155"/>
                </a:lnTo>
                <a:lnTo>
                  <a:pt x="1116" y="7110"/>
                </a:lnTo>
                <a:lnTo>
                  <a:pt x="1116" y="7064"/>
                </a:lnTo>
                <a:lnTo>
                  <a:pt x="1116" y="7019"/>
                </a:lnTo>
                <a:lnTo>
                  <a:pt x="1104" y="6973"/>
                </a:lnTo>
                <a:lnTo>
                  <a:pt x="3061" y="5836"/>
                </a:lnTo>
                <a:lnTo>
                  <a:pt x="3095" y="5881"/>
                </a:lnTo>
                <a:lnTo>
                  <a:pt x="3141" y="5916"/>
                </a:lnTo>
                <a:lnTo>
                  <a:pt x="3186" y="5938"/>
                </a:lnTo>
                <a:lnTo>
                  <a:pt x="3311" y="5938"/>
                </a:lnTo>
                <a:lnTo>
                  <a:pt x="3357" y="5916"/>
                </a:lnTo>
                <a:lnTo>
                  <a:pt x="3402" y="5881"/>
                </a:lnTo>
                <a:lnTo>
                  <a:pt x="3436" y="5836"/>
                </a:lnTo>
                <a:close/>
                <a:moveTo>
                  <a:pt x="17678" y="5847"/>
                </a:moveTo>
                <a:lnTo>
                  <a:pt x="19612" y="6962"/>
                </a:lnTo>
                <a:lnTo>
                  <a:pt x="19589" y="7008"/>
                </a:lnTo>
                <a:lnTo>
                  <a:pt x="19589" y="7064"/>
                </a:lnTo>
                <a:lnTo>
                  <a:pt x="19589" y="7121"/>
                </a:lnTo>
                <a:lnTo>
                  <a:pt x="19601" y="7167"/>
                </a:lnTo>
                <a:lnTo>
                  <a:pt x="19624" y="7201"/>
                </a:lnTo>
                <a:lnTo>
                  <a:pt x="19658" y="7235"/>
                </a:lnTo>
                <a:lnTo>
                  <a:pt x="19692" y="7269"/>
                </a:lnTo>
                <a:lnTo>
                  <a:pt x="19726" y="7292"/>
                </a:lnTo>
                <a:lnTo>
                  <a:pt x="19771" y="7315"/>
                </a:lnTo>
                <a:lnTo>
                  <a:pt x="19817" y="7315"/>
                </a:lnTo>
                <a:lnTo>
                  <a:pt x="19817" y="9635"/>
                </a:lnTo>
                <a:lnTo>
                  <a:pt x="19749" y="9658"/>
                </a:lnTo>
                <a:lnTo>
                  <a:pt x="19692" y="9692"/>
                </a:lnTo>
                <a:lnTo>
                  <a:pt x="19658" y="9749"/>
                </a:lnTo>
                <a:lnTo>
                  <a:pt x="19646" y="9783"/>
                </a:lnTo>
                <a:lnTo>
                  <a:pt x="19646" y="9829"/>
                </a:lnTo>
                <a:lnTo>
                  <a:pt x="19658" y="9886"/>
                </a:lnTo>
                <a:lnTo>
                  <a:pt x="17690" y="11023"/>
                </a:lnTo>
                <a:lnTo>
                  <a:pt x="17644" y="10978"/>
                </a:lnTo>
                <a:lnTo>
                  <a:pt x="17599" y="10943"/>
                </a:lnTo>
                <a:lnTo>
                  <a:pt x="17530" y="10921"/>
                </a:lnTo>
                <a:lnTo>
                  <a:pt x="17474" y="10909"/>
                </a:lnTo>
                <a:lnTo>
                  <a:pt x="17405" y="10921"/>
                </a:lnTo>
                <a:lnTo>
                  <a:pt x="17348" y="10943"/>
                </a:lnTo>
                <a:lnTo>
                  <a:pt x="17292" y="10978"/>
                </a:lnTo>
                <a:lnTo>
                  <a:pt x="17257" y="11023"/>
                </a:lnTo>
                <a:lnTo>
                  <a:pt x="15335" y="9908"/>
                </a:lnTo>
                <a:lnTo>
                  <a:pt x="15346" y="9874"/>
                </a:lnTo>
                <a:lnTo>
                  <a:pt x="15346" y="9829"/>
                </a:lnTo>
                <a:lnTo>
                  <a:pt x="15346" y="9783"/>
                </a:lnTo>
                <a:lnTo>
                  <a:pt x="15324" y="9738"/>
                </a:lnTo>
                <a:lnTo>
                  <a:pt x="15312" y="9692"/>
                </a:lnTo>
                <a:lnTo>
                  <a:pt x="15278" y="9658"/>
                </a:lnTo>
                <a:lnTo>
                  <a:pt x="15244" y="9635"/>
                </a:lnTo>
                <a:lnTo>
                  <a:pt x="15210" y="9601"/>
                </a:lnTo>
                <a:lnTo>
                  <a:pt x="15176" y="9590"/>
                </a:lnTo>
                <a:lnTo>
                  <a:pt x="15130" y="9578"/>
                </a:lnTo>
                <a:lnTo>
                  <a:pt x="15130" y="7246"/>
                </a:lnTo>
                <a:lnTo>
                  <a:pt x="15187" y="7224"/>
                </a:lnTo>
                <a:lnTo>
                  <a:pt x="15233" y="7178"/>
                </a:lnTo>
                <a:lnTo>
                  <a:pt x="15267" y="7133"/>
                </a:lnTo>
                <a:lnTo>
                  <a:pt x="15278" y="7064"/>
                </a:lnTo>
                <a:lnTo>
                  <a:pt x="15267" y="7008"/>
                </a:lnTo>
                <a:lnTo>
                  <a:pt x="17257" y="5847"/>
                </a:lnTo>
                <a:lnTo>
                  <a:pt x="17303" y="5893"/>
                </a:lnTo>
                <a:lnTo>
                  <a:pt x="17348" y="5938"/>
                </a:lnTo>
                <a:lnTo>
                  <a:pt x="17405" y="5961"/>
                </a:lnTo>
                <a:lnTo>
                  <a:pt x="17530" y="5961"/>
                </a:lnTo>
                <a:lnTo>
                  <a:pt x="17587" y="5938"/>
                </a:lnTo>
                <a:lnTo>
                  <a:pt x="17644" y="5893"/>
                </a:lnTo>
                <a:lnTo>
                  <a:pt x="17678" y="5847"/>
                </a:lnTo>
                <a:close/>
                <a:moveTo>
                  <a:pt x="60325" y="5836"/>
                </a:moveTo>
                <a:lnTo>
                  <a:pt x="62327" y="6985"/>
                </a:lnTo>
                <a:lnTo>
                  <a:pt x="62315" y="7030"/>
                </a:lnTo>
                <a:lnTo>
                  <a:pt x="62304" y="7064"/>
                </a:lnTo>
                <a:lnTo>
                  <a:pt x="62304" y="7110"/>
                </a:lnTo>
                <a:lnTo>
                  <a:pt x="62315" y="7144"/>
                </a:lnTo>
                <a:lnTo>
                  <a:pt x="62361" y="7201"/>
                </a:lnTo>
                <a:lnTo>
                  <a:pt x="62418" y="7246"/>
                </a:lnTo>
                <a:lnTo>
                  <a:pt x="62452" y="7258"/>
                </a:lnTo>
                <a:lnTo>
                  <a:pt x="62486" y="7269"/>
                </a:lnTo>
                <a:lnTo>
                  <a:pt x="62486" y="9624"/>
                </a:lnTo>
                <a:lnTo>
                  <a:pt x="62452" y="9624"/>
                </a:lnTo>
                <a:lnTo>
                  <a:pt x="62418" y="9647"/>
                </a:lnTo>
                <a:lnTo>
                  <a:pt x="62361" y="9692"/>
                </a:lnTo>
                <a:lnTo>
                  <a:pt x="62315" y="9749"/>
                </a:lnTo>
                <a:lnTo>
                  <a:pt x="62304" y="9783"/>
                </a:lnTo>
                <a:lnTo>
                  <a:pt x="62304" y="9829"/>
                </a:lnTo>
                <a:lnTo>
                  <a:pt x="62315" y="9897"/>
                </a:lnTo>
                <a:lnTo>
                  <a:pt x="60359" y="11023"/>
                </a:lnTo>
                <a:lnTo>
                  <a:pt x="60325" y="10978"/>
                </a:lnTo>
                <a:lnTo>
                  <a:pt x="60268" y="10932"/>
                </a:lnTo>
                <a:lnTo>
                  <a:pt x="60211" y="10909"/>
                </a:lnTo>
                <a:lnTo>
                  <a:pt x="60074" y="10909"/>
                </a:lnTo>
                <a:lnTo>
                  <a:pt x="60018" y="10932"/>
                </a:lnTo>
                <a:lnTo>
                  <a:pt x="59961" y="10978"/>
                </a:lnTo>
                <a:lnTo>
                  <a:pt x="59915" y="11023"/>
                </a:lnTo>
                <a:lnTo>
                  <a:pt x="57981" y="9897"/>
                </a:lnTo>
                <a:lnTo>
                  <a:pt x="57993" y="9863"/>
                </a:lnTo>
                <a:lnTo>
                  <a:pt x="57993" y="9829"/>
                </a:lnTo>
                <a:lnTo>
                  <a:pt x="57993" y="9783"/>
                </a:lnTo>
                <a:lnTo>
                  <a:pt x="57981" y="9738"/>
                </a:lnTo>
                <a:lnTo>
                  <a:pt x="57959" y="9704"/>
                </a:lnTo>
                <a:lnTo>
                  <a:pt x="57936" y="9669"/>
                </a:lnTo>
                <a:lnTo>
                  <a:pt x="57902" y="9647"/>
                </a:lnTo>
                <a:lnTo>
                  <a:pt x="57868" y="9624"/>
                </a:lnTo>
                <a:lnTo>
                  <a:pt x="57833" y="9613"/>
                </a:lnTo>
                <a:lnTo>
                  <a:pt x="57799" y="9601"/>
                </a:lnTo>
                <a:lnTo>
                  <a:pt x="57799" y="7303"/>
                </a:lnTo>
                <a:lnTo>
                  <a:pt x="57833" y="7303"/>
                </a:lnTo>
                <a:lnTo>
                  <a:pt x="57879" y="7281"/>
                </a:lnTo>
                <a:lnTo>
                  <a:pt x="57913" y="7258"/>
                </a:lnTo>
                <a:lnTo>
                  <a:pt x="57947" y="7235"/>
                </a:lnTo>
                <a:lnTo>
                  <a:pt x="57970" y="7190"/>
                </a:lnTo>
                <a:lnTo>
                  <a:pt x="57993" y="7155"/>
                </a:lnTo>
                <a:lnTo>
                  <a:pt x="58004" y="7110"/>
                </a:lnTo>
                <a:lnTo>
                  <a:pt x="58015" y="7064"/>
                </a:lnTo>
                <a:lnTo>
                  <a:pt x="58004" y="7019"/>
                </a:lnTo>
                <a:lnTo>
                  <a:pt x="57993" y="6973"/>
                </a:lnTo>
                <a:lnTo>
                  <a:pt x="59949" y="5836"/>
                </a:lnTo>
                <a:lnTo>
                  <a:pt x="59983" y="5881"/>
                </a:lnTo>
                <a:lnTo>
                  <a:pt x="60029" y="5916"/>
                </a:lnTo>
                <a:lnTo>
                  <a:pt x="60086" y="5938"/>
                </a:lnTo>
                <a:lnTo>
                  <a:pt x="60200" y="5938"/>
                </a:lnTo>
                <a:lnTo>
                  <a:pt x="60245" y="5916"/>
                </a:lnTo>
                <a:lnTo>
                  <a:pt x="60291" y="5881"/>
                </a:lnTo>
                <a:lnTo>
                  <a:pt x="60325" y="5836"/>
                </a:lnTo>
                <a:close/>
                <a:moveTo>
                  <a:pt x="74567" y="5847"/>
                </a:moveTo>
                <a:lnTo>
                  <a:pt x="76501" y="6962"/>
                </a:lnTo>
                <a:lnTo>
                  <a:pt x="76489" y="7008"/>
                </a:lnTo>
                <a:lnTo>
                  <a:pt x="76478" y="7064"/>
                </a:lnTo>
                <a:lnTo>
                  <a:pt x="76489" y="7121"/>
                </a:lnTo>
                <a:lnTo>
                  <a:pt x="76501" y="7167"/>
                </a:lnTo>
                <a:lnTo>
                  <a:pt x="76523" y="7201"/>
                </a:lnTo>
                <a:lnTo>
                  <a:pt x="76546" y="7235"/>
                </a:lnTo>
                <a:lnTo>
                  <a:pt x="76580" y="7269"/>
                </a:lnTo>
                <a:lnTo>
                  <a:pt x="76626" y="7292"/>
                </a:lnTo>
                <a:lnTo>
                  <a:pt x="76660" y="7315"/>
                </a:lnTo>
                <a:lnTo>
                  <a:pt x="76717" y="7315"/>
                </a:lnTo>
                <a:lnTo>
                  <a:pt x="76717" y="9635"/>
                </a:lnTo>
                <a:lnTo>
                  <a:pt x="76648" y="9658"/>
                </a:lnTo>
                <a:lnTo>
                  <a:pt x="76592" y="9692"/>
                </a:lnTo>
                <a:lnTo>
                  <a:pt x="76546" y="9749"/>
                </a:lnTo>
                <a:lnTo>
                  <a:pt x="76546" y="9783"/>
                </a:lnTo>
                <a:lnTo>
                  <a:pt x="76535" y="9829"/>
                </a:lnTo>
                <a:lnTo>
                  <a:pt x="76546" y="9886"/>
                </a:lnTo>
                <a:lnTo>
                  <a:pt x="74578" y="11023"/>
                </a:lnTo>
                <a:lnTo>
                  <a:pt x="74544" y="10978"/>
                </a:lnTo>
                <a:lnTo>
                  <a:pt x="74487" y="10943"/>
                </a:lnTo>
                <a:lnTo>
                  <a:pt x="74430" y="10921"/>
                </a:lnTo>
                <a:lnTo>
                  <a:pt x="74362" y="10909"/>
                </a:lnTo>
                <a:lnTo>
                  <a:pt x="74294" y="10921"/>
                </a:lnTo>
                <a:lnTo>
                  <a:pt x="74237" y="10943"/>
                </a:lnTo>
                <a:lnTo>
                  <a:pt x="74180" y="10978"/>
                </a:lnTo>
                <a:lnTo>
                  <a:pt x="74146" y="11023"/>
                </a:lnTo>
                <a:lnTo>
                  <a:pt x="72223" y="9908"/>
                </a:lnTo>
                <a:lnTo>
                  <a:pt x="72235" y="9874"/>
                </a:lnTo>
                <a:lnTo>
                  <a:pt x="72235" y="9829"/>
                </a:lnTo>
                <a:lnTo>
                  <a:pt x="72235" y="9783"/>
                </a:lnTo>
                <a:lnTo>
                  <a:pt x="72223" y="9738"/>
                </a:lnTo>
                <a:lnTo>
                  <a:pt x="72201" y="9692"/>
                </a:lnTo>
                <a:lnTo>
                  <a:pt x="72178" y="9658"/>
                </a:lnTo>
                <a:lnTo>
                  <a:pt x="72144" y="9635"/>
                </a:lnTo>
                <a:lnTo>
                  <a:pt x="72098" y="9601"/>
                </a:lnTo>
                <a:lnTo>
                  <a:pt x="72064" y="9590"/>
                </a:lnTo>
                <a:lnTo>
                  <a:pt x="72019" y="9578"/>
                </a:lnTo>
                <a:lnTo>
                  <a:pt x="72019" y="7246"/>
                </a:lnTo>
                <a:lnTo>
                  <a:pt x="72075" y="7224"/>
                </a:lnTo>
                <a:lnTo>
                  <a:pt x="72121" y="7178"/>
                </a:lnTo>
                <a:lnTo>
                  <a:pt x="72155" y="7133"/>
                </a:lnTo>
                <a:lnTo>
                  <a:pt x="72166" y="7064"/>
                </a:lnTo>
                <a:lnTo>
                  <a:pt x="72155" y="7008"/>
                </a:lnTo>
                <a:lnTo>
                  <a:pt x="74157" y="5847"/>
                </a:lnTo>
                <a:lnTo>
                  <a:pt x="74191" y="5893"/>
                </a:lnTo>
                <a:lnTo>
                  <a:pt x="74237" y="5938"/>
                </a:lnTo>
                <a:lnTo>
                  <a:pt x="74294" y="5961"/>
                </a:lnTo>
                <a:lnTo>
                  <a:pt x="74430" y="5961"/>
                </a:lnTo>
                <a:lnTo>
                  <a:pt x="74487" y="5938"/>
                </a:lnTo>
                <a:lnTo>
                  <a:pt x="74533" y="5893"/>
                </a:lnTo>
                <a:lnTo>
                  <a:pt x="74567" y="5847"/>
                </a:lnTo>
                <a:close/>
                <a:moveTo>
                  <a:pt x="36596" y="5825"/>
                </a:moveTo>
                <a:lnTo>
                  <a:pt x="38643" y="7008"/>
                </a:lnTo>
                <a:lnTo>
                  <a:pt x="38632" y="7030"/>
                </a:lnTo>
                <a:lnTo>
                  <a:pt x="38632" y="7064"/>
                </a:lnTo>
                <a:lnTo>
                  <a:pt x="38643" y="7133"/>
                </a:lnTo>
                <a:lnTo>
                  <a:pt x="38677" y="7178"/>
                </a:lnTo>
                <a:lnTo>
                  <a:pt x="38723" y="7212"/>
                </a:lnTo>
                <a:lnTo>
                  <a:pt x="38780" y="7235"/>
                </a:lnTo>
                <a:lnTo>
                  <a:pt x="38780" y="9556"/>
                </a:lnTo>
                <a:lnTo>
                  <a:pt x="38734" y="9567"/>
                </a:lnTo>
                <a:lnTo>
                  <a:pt x="38689" y="9578"/>
                </a:lnTo>
                <a:lnTo>
                  <a:pt x="38643" y="9601"/>
                </a:lnTo>
                <a:lnTo>
                  <a:pt x="38609" y="9635"/>
                </a:lnTo>
                <a:lnTo>
                  <a:pt x="38575" y="9681"/>
                </a:lnTo>
                <a:lnTo>
                  <a:pt x="38552" y="9726"/>
                </a:lnTo>
                <a:lnTo>
                  <a:pt x="38529" y="9772"/>
                </a:lnTo>
                <a:lnTo>
                  <a:pt x="38529" y="9829"/>
                </a:lnTo>
                <a:lnTo>
                  <a:pt x="38529" y="9874"/>
                </a:lnTo>
                <a:lnTo>
                  <a:pt x="38552" y="9931"/>
                </a:lnTo>
                <a:lnTo>
                  <a:pt x="36630" y="11034"/>
                </a:lnTo>
                <a:lnTo>
                  <a:pt x="36596" y="10989"/>
                </a:lnTo>
                <a:lnTo>
                  <a:pt x="36550" y="10955"/>
                </a:lnTo>
                <a:lnTo>
                  <a:pt x="36493" y="10943"/>
                </a:lnTo>
                <a:lnTo>
                  <a:pt x="36425" y="10932"/>
                </a:lnTo>
                <a:lnTo>
                  <a:pt x="36368" y="10943"/>
                </a:lnTo>
                <a:lnTo>
                  <a:pt x="36323" y="10955"/>
                </a:lnTo>
                <a:lnTo>
                  <a:pt x="36266" y="10989"/>
                </a:lnTo>
                <a:lnTo>
                  <a:pt x="36232" y="11034"/>
                </a:lnTo>
                <a:lnTo>
                  <a:pt x="34286" y="9908"/>
                </a:lnTo>
                <a:lnTo>
                  <a:pt x="34298" y="9863"/>
                </a:lnTo>
                <a:lnTo>
                  <a:pt x="34298" y="9829"/>
                </a:lnTo>
                <a:lnTo>
                  <a:pt x="34298" y="9783"/>
                </a:lnTo>
                <a:lnTo>
                  <a:pt x="34286" y="9738"/>
                </a:lnTo>
                <a:lnTo>
                  <a:pt x="34264" y="9704"/>
                </a:lnTo>
                <a:lnTo>
                  <a:pt x="34241" y="9669"/>
                </a:lnTo>
                <a:lnTo>
                  <a:pt x="34207" y="9635"/>
                </a:lnTo>
                <a:lnTo>
                  <a:pt x="34173" y="9613"/>
                </a:lnTo>
                <a:lnTo>
                  <a:pt x="34127" y="9601"/>
                </a:lnTo>
                <a:lnTo>
                  <a:pt x="34093" y="9590"/>
                </a:lnTo>
                <a:lnTo>
                  <a:pt x="34093" y="7269"/>
                </a:lnTo>
                <a:lnTo>
                  <a:pt x="34161" y="7246"/>
                </a:lnTo>
                <a:lnTo>
                  <a:pt x="34207" y="7201"/>
                </a:lnTo>
                <a:lnTo>
                  <a:pt x="34241" y="7144"/>
                </a:lnTo>
                <a:lnTo>
                  <a:pt x="34264" y="7064"/>
                </a:lnTo>
                <a:lnTo>
                  <a:pt x="34252" y="7030"/>
                </a:lnTo>
                <a:lnTo>
                  <a:pt x="34241" y="6996"/>
                </a:lnTo>
                <a:lnTo>
                  <a:pt x="36266" y="5825"/>
                </a:lnTo>
                <a:lnTo>
                  <a:pt x="36300" y="5859"/>
                </a:lnTo>
                <a:lnTo>
                  <a:pt x="36334" y="5893"/>
                </a:lnTo>
                <a:lnTo>
                  <a:pt x="36379" y="5916"/>
                </a:lnTo>
                <a:lnTo>
                  <a:pt x="36482" y="5916"/>
                </a:lnTo>
                <a:lnTo>
                  <a:pt x="36527" y="5893"/>
                </a:lnTo>
                <a:lnTo>
                  <a:pt x="36573" y="5859"/>
                </a:lnTo>
                <a:lnTo>
                  <a:pt x="36596" y="5825"/>
                </a:lnTo>
                <a:close/>
                <a:moveTo>
                  <a:pt x="41362" y="5836"/>
                </a:moveTo>
                <a:lnTo>
                  <a:pt x="43330" y="6973"/>
                </a:lnTo>
                <a:lnTo>
                  <a:pt x="43307" y="7019"/>
                </a:lnTo>
                <a:lnTo>
                  <a:pt x="43307" y="7064"/>
                </a:lnTo>
                <a:lnTo>
                  <a:pt x="43307" y="7110"/>
                </a:lnTo>
                <a:lnTo>
                  <a:pt x="43318" y="7155"/>
                </a:lnTo>
                <a:lnTo>
                  <a:pt x="43341" y="7190"/>
                </a:lnTo>
                <a:lnTo>
                  <a:pt x="43364" y="7224"/>
                </a:lnTo>
                <a:lnTo>
                  <a:pt x="43398" y="7258"/>
                </a:lnTo>
                <a:lnTo>
                  <a:pt x="43444" y="7281"/>
                </a:lnTo>
                <a:lnTo>
                  <a:pt x="43478" y="7292"/>
                </a:lnTo>
                <a:lnTo>
                  <a:pt x="43523" y="7303"/>
                </a:lnTo>
                <a:lnTo>
                  <a:pt x="43523" y="9578"/>
                </a:lnTo>
                <a:lnTo>
                  <a:pt x="43478" y="9578"/>
                </a:lnTo>
                <a:lnTo>
                  <a:pt x="43432" y="9601"/>
                </a:lnTo>
                <a:lnTo>
                  <a:pt x="43398" y="9624"/>
                </a:lnTo>
                <a:lnTo>
                  <a:pt x="43353" y="9658"/>
                </a:lnTo>
                <a:lnTo>
                  <a:pt x="43330" y="9692"/>
                </a:lnTo>
                <a:lnTo>
                  <a:pt x="43307" y="9726"/>
                </a:lnTo>
                <a:lnTo>
                  <a:pt x="43296" y="9772"/>
                </a:lnTo>
                <a:lnTo>
                  <a:pt x="43284" y="9829"/>
                </a:lnTo>
                <a:lnTo>
                  <a:pt x="43296" y="9874"/>
                </a:lnTo>
                <a:lnTo>
                  <a:pt x="43307" y="9920"/>
                </a:lnTo>
                <a:lnTo>
                  <a:pt x="41362" y="11046"/>
                </a:lnTo>
                <a:lnTo>
                  <a:pt x="41316" y="11000"/>
                </a:lnTo>
                <a:lnTo>
                  <a:pt x="41282" y="10978"/>
                </a:lnTo>
                <a:lnTo>
                  <a:pt x="41225" y="10955"/>
                </a:lnTo>
                <a:lnTo>
                  <a:pt x="41169" y="10943"/>
                </a:lnTo>
                <a:lnTo>
                  <a:pt x="41112" y="10955"/>
                </a:lnTo>
                <a:lnTo>
                  <a:pt x="41066" y="10978"/>
                </a:lnTo>
                <a:lnTo>
                  <a:pt x="41021" y="11000"/>
                </a:lnTo>
                <a:lnTo>
                  <a:pt x="40987" y="11034"/>
                </a:lnTo>
                <a:lnTo>
                  <a:pt x="39053" y="9920"/>
                </a:lnTo>
                <a:lnTo>
                  <a:pt x="39064" y="9874"/>
                </a:lnTo>
                <a:lnTo>
                  <a:pt x="39064" y="9829"/>
                </a:lnTo>
                <a:lnTo>
                  <a:pt x="39064" y="9772"/>
                </a:lnTo>
                <a:lnTo>
                  <a:pt x="39053" y="9726"/>
                </a:lnTo>
                <a:lnTo>
                  <a:pt x="39030" y="9681"/>
                </a:lnTo>
                <a:lnTo>
                  <a:pt x="38996" y="9647"/>
                </a:lnTo>
                <a:lnTo>
                  <a:pt x="38962" y="9613"/>
                </a:lnTo>
                <a:lnTo>
                  <a:pt x="38928" y="9590"/>
                </a:lnTo>
                <a:lnTo>
                  <a:pt x="38882" y="9567"/>
                </a:lnTo>
                <a:lnTo>
                  <a:pt x="38825" y="9556"/>
                </a:lnTo>
                <a:lnTo>
                  <a:pt x="38825" y="7235"/>
                </a:lnTo>
                <a:lnTo>
                  <a:pt x="38882" y="7212"/>
                </a:lnTo>
                <a:lnTo>
                  <a:pt x="38928" y="7178"/>
                </a:lnTo>
                <a:lnTo>
                  <a:pt x="38962" y="7121"/>
                </a:lnTo>
                <a:lnTo>
                  <a:pt x="38962" y="7064"/>
                </a:lnTo>
                <a:lnTo>
                  <a:pt x="38962" y="7008"/>
                </a:lnTo>
                <a:lnTo>
                  <a:pt x="40987" y="5836"/>
                </a:lnTo>
                <a:lnTo>
                  <a:pt x="41021" y="5881"/>
                </a:lnTo>
                <a:lnTo>
                  <a:pt x="41066" y="5916"/>
                </a:lnTo>
                <a:lnTo>
                  <a:pt x="41112" y="5938"/>
                </a:lnTo>
                <a:lnTo>
                  <a:pt x="41169" y="5950"/>
                </a:lnTo>
                <a:lnTo>
                  <a:pt x="41225" y="5938"/>
                </a:lnTo>
                <a:lnTo>
                  <a:pt x="41282" y="5916"/>
                </a:lnTo>
                <a:lnTo>
                  <a:pt x="41328" y="5881"/>
                </a:lnTo>
                <a:lnTo>
                  <a:pt x="41362" y="5836"/>
                </a:lnTo>
                <a:close/>
                <a:moveTo>
                  <a:pt x="8180" y="5836"/>
                </a:moveTo>
                <a:lnTo>
                  <a:pt x="10136" y="6962"/>
                </a:lnTo>
                <a:lnTo>
                  <a:pt x="10125" y="7019"/>
                </a:lnTo>
                <a:lnTo>
                  <a:pt x="10114" y="7064"/>
                </a:lnTo>
                <a:lnTo>
                  <a:pt x="10114" y="7110"/>
                </a:lnTo>
                <a:lnTo>
                  <a:pt x="10136" y="7155"/>
                </a:lnTo>
                <a:lnTo>
                  <a:pt x="10148" y="7201"/>
                </a:lnTo>
                <a:lnTo>
                  <a:pt x="10182" y="7235"/>
                </a:lnTo>
                <a:lnTo>
                  <a:pt x="10216" y="7258"/>
                </a:lnTo>
                <a:lnTo>
                  <a:pt x="10250" y="7292"/>
                </a:lnTo>
                <a:lnTo>
                  <a:pt x="10296" y="7303"/>
                </a:lnTo>
                <a:lnTo>
                  <a:pt x="10341" y="7315"/>
                </a:lnTo>
                <a:lnTo>
                  <a:pt x="10341" y="9567"/>
                </a:lnTo>
                <a:lnTo>
                  <a:pt x="10296" y="9578"/>
                </a:lnTo>
                <a:lnTo>
                  <a:pt x="10250" y="9601"/>
                </a:lnTo>
                <a:lnTo>
                  <a:pt x="10205" y="9624"/>
                </a:lnTo>
                <a:lnTo>
                  <a:pt x="10171" y="9647"/>
                </a:lnTo>
                <a:lnTo>
                  <a:pt x="10148" y="9692"/>
                </a:lnTo>
                <a:lnTo>
                  <a:pt x="10125" y="9726"/>
                </a:lnTo>
                <a:lnTo>
                  <a:pt x="10114" y="9772"/>
                </a:lnTo>
                <a:lnTo>
                  <a:pt x="10102" y="9829"/>
                </a:lnTo>
                <a:lnTo>
                  <a:pt x="10114" y="9874"/>
                </a:lnTo>
                <a:lnTo>
                  <a:pt x="10125" y="9920"/>
                </a:lnTo>
                <a:lnTo>
                  <a:pt x="8157" y="11057"/>
                </a:lnTo>
                <a:lnTo>
                  <a:pt x="8123" y="11023"/>
                </a:lnTo>
                <a:lnTo>
                  <a:pt x="8077" y="10989"/>
                </a:lnTo>
                <a:lnTo>
                  <a:pt x="8043" y="10978"/>
                </a:lnTo>
                <a:lnTo>
                  <a:pt x="7986" y="10966"/>
                </a:lnTo>
                <a:lnTo>
                  <a:pt x="7941" y="10978"/>
                </a:lnTo>
                <a:lnTo>
                  <a:pt x="7895" y="10989"/>
                </a:lnTo>
                <a:lnTo>
                  <a:pt x="7861" y="11023"/>
                </a:lnTo>
                <a:lnTo>
                  <a:pt x="7827" y="11057"/>
                </a:lnTo>
                <a:lnTo>
                  <a:pt x="5814" y="9897"/>
                </a:lnTo>
                <a:lnTo>
                  <a:pt x="5825" y="9829"/>
                </a:lnTo>
                <a:lnTo>
                  <a:pt x="5825" y="9783"/>
                </a:lnTo>
                <a:lnTo>
                  <a:pt x="5814" y="9749"/>
                </a:lnTo>
                <a:lnTo>
                  <a:pt x="5768" y="9692"/>
                </a:lnTo>
                <a:lnTo>
                  <a:pt x="5711" y="9647"/>
                </a:lnTo>
                <a:lnTo>
                  <a:pt x="5677" y="9635"/>
                </a:lnTo>
                <a:lnTo>
                  <a:pt x="5643" y="9624"/>
                </a:lnTo>
                <a:lnTo>
                  <a:pt x="5643" y="7269"/>
                </a:lnTo>
                <a:lnTo>
                  <a:pt x="5677" y="7258"/>
                </a:lnTo>
                <a:lnTo>
                  <a:pt x="5711" y="7246"/>
                </a:lnTo>
                <a:lnTo>
                  <a:pt x="5768" y="7201"/>
                </a:lnTo>
                <a:lnTo>
                  <a:pt x="5814" y="7144"/>
                </a:lnTo>
                <a:lnTo>
                  <a:pt x="5825" y="7110"/>
                </a:lnTo>
                <a:lnTo>
                  <a:pt x="5825" y="7064"/>
                </a:lnTo>
                <a:lnTo>
                  <a:pt x="5825" y="7030"/>
                </a:lnTo>
                <a:lnTo>
                  <a:pt x="5802" y="6985"/>
                </a:lnTo>
                <a:lnTo>
                  <a:pt x="7793" y="5836"/>
                </a:lnTo>
                <a:lnTo>
                  <a:pt x="7827" y="5881"/>
                </a:lnTo>
                <a:lnTo>
                  <a:pt x="7873" y="5916"/>
                </a:lnTo>
                <a:lnTo>
                  <a:pt x="7930" y="5938"/>
                </a:lnTo>
                <a:lnTo>
                  <a:pt x="7986" y="5950"/>
                </a:lnTo>
                <a:lnTo>
                  <a:pt x="8043" y="5938"/>
                </a:lnTo>
                <a:lnTo>
                  <a:pt x="8100" y="5916"/>
                </a:lnTo>
                <a:lnTo>
                  <a:pt x="8146" y="5881"/>
                </a:lnTo>
                <a:lnTo>
                  <a:pt x="8180" y="5836"/>
                </a:lnTo>
                <a:close/>
                <a:moveTo>
                  <a:pt x="12912" y="5836"/>
                </a:moveTo>
                <a:lnTo>
                  <a:pt x="14937" y="6996"/>
                </a:lnTo>
                <a:lnTo>
                  <a:pt x="14925" y="7030"/>
                </a:lnTo>
                <a:lnTo>
                  <a:pt x="14925" y="7064"/>
                </a:lnTo>
                <a:lnTo>
                  <a:pt x="14937" y="7133"/>
                </a:lnTo>
                <a:lnTo>
                  <a:pt x="14971" y="7190"/>
                </a:lnTo>
                <a:lnTo>
                  <a:pt x="15016" y="7224"/>
                </a:lnTo>
                <a:lnTo>
                  <a:pt x="15085" y="7246"/>
                </a:lnTo>
                <a:lnTo>
                  <a:pt x="15085" y="9578"/>
                </a:lnTo>
                <a:lnTo>
                  <a:pt x="15039" y="9590"/>
                </a:lnTo>
                <a:lnTo>
                  <a:pt x="14994" y="9601"/>
                </a:lnTo>
                <a:lnTo>
                  <a:pt x="14948" y="9624"/>
                </a:lnTo>
                <a:lnTo>
                  <a:pt x="14914" y="9658"/>
                </a:lnTo>
                <a:lnTo>
                  <a:pt x="14891" y="9692"/>
                </a:lnTo>
                <a:lnTo>
                  <a:pt x="14869" y="9738"/>
                </a:lnTo>
                <a:lnTo>
                  <a:pt x="14857" y="9783"/>
                </a:lnTo>
                <a:lnTo>
                  <a:pt x="14857" y="9829"/>
                </a:lnTo>
                <a:lnTo>
                  <a:pt x="14857" y="9874"/>
                </a:lnTo>
                <a:lnTo>
                  <a:pt x="14869" y="9920"/>
                </a:lnTo>
                <a:lnTo>
                  <a:pt x="12889" y="11057"/>
                </a:lnTo>
                <a:lnTo>
                  <a:pt x="12855" y="11023"/>
                </a:lnTo>
                <a:lnTo>
                  <a:pt x="12821" y="11000"/>
                </a:lnTo>
                <a:lnTo>
                  <a:pt x="12776" y="10989"/>
                </a:lnTo>
                <a:lnTo>
                  <a:pt x="12730" y="10978"/>
                </a:lnTo>
                <a:lnTo>
                  <a:pt x="12685" y="10989"/>
                </a:lnTo>
                <a:lnTo>
                  <a:pt x="12639" y="11000"/>
                </a:lnTo>
                <a:lnTo>
                  <a:pt x="12605" y="11023"/>
                </a:lnTo>
                <a:lnTo>
                  <a:pt x="12571" y="11057"/>
                </a:lnTo>
                <a:lnTo>
                  <a:pt x="10603" y="9920"/>
                </a:lnTo>
                <a:lnTo>
                  <a:pt x="10614" y="9874"/>
                </a:lnTo>
                <a:lnTo>
                  <a:pt x="10614" y="9829"/>
                </a:lnTo>
                <a:lnTo>
                  <a:pt x="10614" y="9772"/>
                </a:lnTo>
                <a:lnTo>
                  <a:pt x="10591" y="9726"/>
                </a:lnTo>
                <a:lnTo>
                  <a:pt x="10580" y="9692"/>
                </a:lnTo>
                <a:lnTo>
                  <a:pt x="10546" y="9658"/>
                </a:lnTo>
                <a:lnTo>
                  <a:pt x="10512" y="9624"/>
                </a:lnTo>
                <a:lnTo>
                  <a:pt x="10478" y="9601"/>
                </a:lnTo>
                <a:lnTo>
                  <a:pt x="10432" y="9578"/>
                </a:lnTo>
                <a:lnTo>
                  <a:pt x="10387" y="9567"/>
                </a:lnTo>
                <a:lnTo>
                  <a:pt x="10387" y="7315"/>
                </a:lnTo>
                <a:lnTo>
                  <a:pt x="10432" y="7303"/>
                </a:lnTo>
                <a:lnTo>
                  <a:pt x="10466" y="7281"/>
                </a:lnTo>
                <a:lnTo>
                  <a:pt x="10512" y="7258"/>
                </a:lnTo>
                <a:lnTo>
                  <a:pt x="10546" y="7235"/>
                </a:lnTo>
                <a:lnTo>
                  <a:pt x="10569" y="7201"/>
                </a:lnTo>
                <a:lnTo>
                  <a:pt x="10591" y="7155"/>
                </a:lnTo>
                <a:lnTo>
                  <a:pt x="10603" y="7110"/>
                </a:lnTo>
                <a:lnTo>
                  <a:pt x="10603" y="7064"/>
                </a:lnTo>
                <a:lnTo>
                  <a:pt x="10603" y="7019"/>
                </a:lnTo>
                <a:lnTo>
                  <a:pt x="10580" y="6973"/>
                </a:lnTo>
                <a:lnTo>
                  <a:pt x="12548" y="5836"/>
                </a:lnTo>
                <a:lnTo>
                  <a:pt x="12582" y="5881"/>
                </a:lnTo>
                <a:lnTo>
                  <a:pt x="12628" y="5904"/>
                </a:lnTo>
                <a:lnTo>
                  <a:pt x="12673" y="5927"/>
                </a:lnTo>
                <a:lnTo>
                  <a:pt x="12730" y="5938"/>
                </a:lnTo>
                <a:lnTo>
                  <a:pt x="12787" y="5927"/>
                </a:lnTo>
                <a:lnTo>
                  <a:pt x="12832" y="5904"/>
                </a:lnTo>
                <a:lnTo>
                  <a:pt x="12878" y="5870"/>
                </a:lnTo>
                <a:lnTo>
                  <a:pt x="12912" y="5836"/>
                </a:lnTo>
                <a:close/>
                <a:moveTo>
                  <a:pt x="22410" y="5847"/>
                </a:moveTo>
                <a:lnTo>
                  <a:pt x="24378" y="6985"/>
                </a:lnTo>
                <a:lnTo>
                  <a:pt x="24367" y="7019"/>
                </a:lnTo>
                <a:lnTo>
                  <a:pt x="24367" y="7064"/>
                </a:lnTo>
                <a:lnTo>
                  <a:pt x="24367" y="7110"/>
                </a:lnTo>
                <a:lnTo>
                  <a:pt x="24378" y="7144"/>
                </a:lnTo>
                <a:lnTo>
                  <a:pt x="24401" y="7178"/>
                </a:lnTo>
                <a:lnTo>
                  <a:pt x="24424" y="7212"/>
                </a:lnTo>
                <a:lnTo>
                  <a:pt x="24447" y="7235"/>
                </a:lnTo>
                <a:lnTo>
                  <a:pt x="24481" y="7258"/>
                </a:lnTo>
                <a:lnTo>
                  <a:pt x="24526" y="7269"/>
                </a:lnTo>
                <a:lnTo>
                  <a:pt x="24560" y="7281"/>
                </a:lnTo>
                <a:lnTo>
                  <a:pt x="24560" y="9647"/>
                </a:lnTo>
                <a:lnTo>
                  <a:pt x="24504" y="9669"/>
                </a:lnTo>
                <a:lnTo>
                  <a:pt x="24447" y="9704"/>
                </a:lnTo>
                <a:lnTo>
                  <a:pt x="24413" y="9760"/>
                </a:lnTo>
                <a:lnTo>
                  <a:pt x="24401" y="9829"/>
                </a:lnTo>
                <a:lnTo>
                  <a:pt x="24413" y="9874"/>
                </a:lnTo>
                <a:lnTo>
                  <a:pt x="22376" y="11057"/>
                </a:lnTo>
                <a:lnTo>
                  <a:pt x="22342" y="11012"/>
                </a:lnTo>
                <a:lnTo>
                  <a:pt x="22308" y="10989"/>
                </a:lnTo>
                <a:lnTo>
                  <a:pt x="22263" y="10966"/>
                </a:lnTo>
                <a:lnTo>
                  <a:pt x="22160" y="10966"/>
                </a:lnTo>
                <a:lnTo>
                  <a:pt x="22115" y="10989"/>
                </a:lnTo>
                <a:lnTo>
                  <a:pt x="22069" y="11012"/>
                </a:lnTo>
                <a:lnTo>
                  <a:pt x="22046" y="11046"/>
                </a:lnTo>
                <a:lnTo>
                  <a:pt x="20022" y="9886"/>
                </a:lnTo>
                <a:lnTo>
                  <a:pt x="20033" y="9829"/>
                </a:lnTo>
                <a:lnTo>
                  <a:pt x="20022" y="9760"/>
                </a:lnTo>
                <a:lnTo>
                  <a:pt x="19988" y="9704"/>
                </a:lnTo>
                <a:lnTo>
                  <a:pt x="19931" y="9658"/>
                </a:lnTo>
                <a:lnTo>
                  <a:pt x="19862" y="9635"/>
                </a:lnTo>
                <a:lnTo>
                  <a:pt x="19862" y="7315"/>
                </a:lnTo>
                <a:lnTo>
                  <a:pt x="19908" y="7303"/>
                </a:lnTo>
                <a:lnTo>
                  <a:pt x="19953" y="7292"/>
                </a:lnTo>
                <a:lnTo>
                  <a:pt x="19988" y="7269"/>
                </a:lnTo>
                <a:lnTo>
                  <a:pt x="20022" y="7235"/>
                </a:lnTo>
                <a:lnTo>
                  <a:pt x="20056" y="7201"/>
                </a:lnTo>
                <a:lnTo>
                  <a:pt x="20079" y="7155"/>
                </a:lnTo>
                <a:lnTo>
                  <a:pt x="20090" y="7110"/>
                </a:lnTo>
                <a:lnTo>
                  <a:pt x="20090" y="7064"/>
                </a:lnTo>
                <a:lnTo>
                  <a:pt x="20090" y="7019"/>
                </a:lnTo>
                <a:lnTo>
                  <a:pt x="20067" y="6962"/>
                </a:lnTo>
                <a:lnTo>
                  <a:pt x="22001" y="5847"/>
                </a:lnTo>
                <a:lnTo>
                  <a:pt x="22046" y="5893"/>
                </a:lnTo>
                <a:lnTo>
                  <a:pt x="22092" y="5927"/>
                </a:lnTo>
                <a:lnTo>
                  <a:pt x="22149" y="5950"/>
                </a:lnTo>
                <a:lnTo>
                  <a:pt x="22206" y="5961"/>
                </a:lnTo>
                <a:lnTo>
                  <a:pt x="22274" y="5950"/>
                </a:lnTo>
                <a:lnTo>
                  <a:pt x="22331" y="5927"/>
                </a:lnTo>
                <a:lnTo>
                  <a:pt x="22376" y="5893"/>
                </a:lnTo>
                <a:lnTo>
                  <a:pt x="22410" y="5847"/>
                </a:lnTo>
                <a:close/>
                <a:moveTo>
                  <a:pt x="27154" y="5847"/>
                </a:moveTo>
                <a:lnTo>
                  <a:pt x="29156" y="6996"/>
                </a:lnTo>
                <a:lnTo>
                  <a:pt x="29156" y="7030"/>
                </a:lnTo>
                <a:lnTo>
                  <a:pt x="29145" y="7064"/>
                </a:lnTo>
                <a:lnTo>
                  <a:pt x="29156" y="7133"/>
                </a:lnTo>
                <a:lnTo>
                  <a:pt x="29190" y="7178"/>
                </a:lnTo>
                <a:lnTo>
                  <a:pt x="29247" y="7224"/>
                </a:lnTo>
                <a:lnTo>
                  <a:pt x="29304" y="7235"/>
                </a:lnTo>
                <a:lnTo>
                  <a:pt x="29304" y="9590"/>
                </a:lnTo>
                <a:lnTo>
                  <a:pt x="29258" y="9590"/>
                </a:lnTo>
                <a:lnTo>
                  <a:pt x="29213" y="9613"/>
                </a:lnTo>
                <a:lnTo>
                  <a:pt x="29179" y="9635"/>
                </a:lnTo>
                <a:lnTo>
                  <a:pt x="29145" y="9658"/>
                </a:lnTo>
                <a:lnTo>
                  <a:pt x="29122" y="9692"/>
                </a:lnTo>
                <a:lnTo>
                  <a:pt x="29099" y="9738"/>
                </a:lnTo>
                <a:lnTo>
                  <a:pt x="29088" y="9783"/>
                </a:lnTo>
                <a:lnTo>
                  <a:pt x="29076" y="9829"/>
                </a:lnTo>
                <a:lnTo>
                  <a:pt x="29088" y="9874"/>
                </a:lnTo>
                <a:lnTo>
                  <a:pt x="29099" y="9908"/>
                </a:lnTo>
                <a:lnTo>
                  <a:pt x="27109" y="11057"/>
                </a:lnTo>
                <a:lnTo>
                  <a:pt x="27074" y="11023"/>
                </a:lnTo>
                <a:lnTo>
                  <a:pt x="27040" y="11000"/>
                </a:lnTo>
                <a:lnTo>
                  <a:pt x="26995" y="10989"/>
                </a:lnTo>
                <a:lnTo>
                  <a:pt x="26949" y="10978"/>
                </a:lnTo>
                <a:lnTo>
                  <a:pt x="26904" y="10989"/>
                </a:lnTo>
                <a:lnTo>
                  <a:pt x="26858" y="11000"/>
                </a:lnTo>
                <a:lnTo>
                  <a:pt x="26824" y="11023"/>
                </a:lnTo>
                <a:lnTo>
                  <a:pt x="26801" y="11057"/>
                </a:lnTo>
                <a:lnTo>
                  <a:pt x="24742" y="9874"/>
                </a:lnTo>
                <a:lnTo>
                  <a:pt x="24754" y="9829"/>
                </a:lnTo>
                <a:lnTo>
                  <a:pt x="24742" y="9760"/>
                </a:lnTo>
                <a:lnTo>
                  <a:pt x="24708" y="9715"/>
                </a:lnTo>
                <a:lnTo>
                  <a:pt x="24663" y="9669"/>
                </a:lnTo>
                <a:lnTo>
                  <a:pt x="24606" y="9658"/>
                </a:lnTo>
                <a:lnTo>
                  <a:pt x="24606" y="7281"/>
                </a:lnTo>
                <a:lnTo>
                  <a:pt x="24640" y="7269"/>
                </a:lnTo>
                <a:lnTo>
                  <a:pt x="24686" y="7258"/>
                </a:lnTo>
                <a:lnTo>
                  <a:pt x="24742" y="7212"/>
                </a:lnTo>
                <a:lnTo>
                  <a:pt x="24765" y="7178"/>
                </a:lnTo>
                <a:lnTo>
                  <a:pt x="24777" y="7144"/>
                </a:lnTo>
                <a:lnTo>
                  <a:pt x="24788" y="7110"/>
                </a:lnTo>
                <a:lnTo>
                  <a:pt x="24799" y="7064"/>
                </a:lnTo>
                <a:lnTo>
                  <a:pt x="24788" y="7030"/>
                </a:lnTo>
                <a:lnTo>
                  <a:pt x="24777" y="6985"/>
                </a:lnTo>
                <a:lnTo>
                  <a:pt x="26745" y="5847"/>
                </a:lnTo>
                <a:lnTo>
                  <a:pt x="26790" y="5893"/>
                </a:lnTo>
                <a:lnTo>
                  <a:pt x="26836" y="5927"/>
                </a:lnTo>
                <a:lnTo>
                  <a:pt x="26892" y="5950"/>
                </a:lnTo>
                <a:lnTo>
                  <a:pt x="26949" y="5961"/>
                </a:lnTo>
                <a:lnTo>
                  <a:pt x="27018" y="5950"/>
                </a:lnTo>
                <a:lnTo>
                  <a:pt x="27063" y="5927"/>
                </a:lnTo>
                <a:lnTo>
                  <a:pt x="27120" y="5893"/>
                </a:lnTo>
                <a:lnTo>
                  <a:pt x="27154" y="5847"/>
                </a:lnTo>
                <a:close/>
                <a:moveTo>
                  <a:pt x="46128" y="5847"/>
                </a:moveTo>
                <a:lnTo>
                  <a:pt x="48085" y="6985"/>
                </a:lnTo>
                <a:lnTo>
                  <a:pt x="48073" y="7019"/>
                </a:lnTo>
                <a:lnTo>
                  <a:pt x="48073" y="7064"/>
                </a:lnTo>
                <a:lnTo>
                  <a:pt x="48073" y="7110"/>
                </a:lnTo>
                <a:lnTo>
                  <a:pt x="48085" y="7144"/>
                </a:lnTo>
                <a:lnTo>
                  <a:pt x="48108" y="7178"/>
                </a:lnTo>
                <a:lnTo>
                  <a:pt x="48130" y="7212"/>
                </a:lnTo>
                <a:lnTo>
                  <a:pt x="48153" y="7235"/>
                </a:lnTo>
                <a:lnTo>
                  <a:pt x="48187" y="7258"/>
                </a:lnTo>
                <a:lnTo>
                  <a:pt x="48221" y="7269"/>
                </a:lnTo>
                <a:lnTo>
                  <a:pt x="48267" y="7281"/>
                </a:lnTo>
                <a:lnTo>
                  <a:pt x="48267" y="9601"/>
                </a:lnTo>
                <a:lnTo>
                  <a:pt x="48221" y="9601"/>
                </a:lnTo>
                <a:lnTo>
                  <a:pt x="48187" y="9613"/>
                </a:lnTo>
                <a:lnTo>
                  <a:pt x="48142" y="9635"/>
                </a:lnTo>
                <a:lnTo>
                  <a:pt x="48108" y="9669"/>
                </a:lnTo>
                <a:lnTo>
                  <a:pt x="48085" y="9704"/>
                </a:lnTo>
                <a:lnTo>
                  <a:pt x="48062" y="9738"/>
                </a:lnTo>
                <a:lnTo>
                  <a:pt x="48051" y="9783"/>
                </a:lnTo>
                <a:lnTo>
                  <a:pt x="48051" y="9829"/>
                </a:lnTo>
                <a:lnTo>
                  <a:pt x="48051" y="9874"/>
                </a:lnTo>
                <a:lnTo>
                  <a:pt x="48062" y="9908"/>
                </a:lnTo>
                <a:lnTo>
                  <a:pt x="46071" y="11057"/>
                </a:lnTo>
                <a:lnTo>
                  <a:pt x="46049" y="11023"/>
                </a:lnTo>
                <a:lnTo>
                  <a:pt x="46003" y="11000"/>
                </a:lnTo>
                <a:lnTo>
                  <a:pt x="45958" y="10978"/>
                </a:lnTo>
                <a:lnTo>
                  <a:pt x="45912" y="10966"/>
                </a:lnTo>
                <a:lnTo>
                  <a:pt x="45867" y="10978"/>
                </a:lnTo>
                <a:lnTo>
                  <a:pt x="45821" y="10989"/>
                </a:lnTo>
                <a:lnTo>
                  <a:pt x="45776" y="11023"/>
                </a:lnTo>
                <a:lnTo>
                  <a:pt x="45753" y="11046"/>
                </a:lnTo>
                <a:lnTo>
                  <a:pt x="43773" y="9908"/>
                </a:lnTo>
                <a:lnTo>
                  <a:pt x="43785" y="9874"/>
                </a:lnTo>
                <a:lnTo>
                  <a:pt x="43785" y="9829"/>
                </a:lnTo>
                <a:lnTo>
                  <a:pt x="43785" y="9783"/>
                </a:lnTo>
                <a:lnTo>
                  <a:pt x="43773" y="9738"/>
                </a:lnTo>
                <a:lnTo>
                  <a:pt x="43751" y="9692"/>
                </a:lnTo>
                <a:lnTo>
                  <a:pt x="43728" y="9658"/>
                </a:lnTo>
                <a:lnTo>
                  <a:pt x="43694" y="9624"/>
                </a:lnTo>
                <a:lnTo>
                  <a:pt x="43660" y="9601"/>
                </a:lnTo>
                <a:lnTo>
                  <a:pt x="43614" y="9590"/>
                </a:lnTo>
                <a:lnTo>
                  <a:pt x="43569" y="9578"/>
                </a:lnTo>
                <a:lnTo>
                  <a:pt x="43569" y="7303"/>
                </a:lnTo>
                <a:lnTo>
                  <a:pt x="43614" y="7292"/>
                </a:lnTo>
                <a:lnTo>
                  <a:pt x="43648" y="7269"/>
                </a:lnTo>
                <a:lnTo>
                  <a:pt x="43682" y="7246"/>
                </a:lnTo>
                <a:lnTo>
                  <a:pt x="43717" y="7224"/>
                </a:lnTo>
                <a:lnTo>
                  <a:pt x="43739" y="7190"/>
                </a:lnTo>
                <a:lnTo>
                  <a:pt x="43762" y="7155"/>
                </a:lnTo>
                <a:lnTo>
                  <a:pt x="43773" y="7110"/>
                </a:lnTo>
                <a:lnTo>
                  <a:pt x="43773" y="7064"/>
                </a:lnTo>
                <a:lnTo>
                  <a:pt x="43773" y="7019"/>
                </a:lnTo>
                <a:lnTo>
                  <a:pt x="43751" y="6973"/>
                </a:lnTo>
                <a:lnTo>
                  <a:pt x="45696" y="5859"/>
                </a:lnTo>
                <a:lnTo>
                  <a:pt x="45730" y="5904"/>
                </a:lnTo>
                <a:lnTo>
                  <a:pt x="45787" y="5938"/>
                </a:lnTo>
                <a:lnTo>
                  <a:pt x="45844" y="5972"/>
                </a:lnTo>
                <a:lnTo>
                  <a:pt x="45912" y="5972"/>
                </a:lnTo>
                <a:lnTo>
                  <a:pt x="45980" y="5961"/>
                </a:lnTo>
                <a:lnTo>
                  <a:pt x="46037" y="5938"/>
                </a:lnTo>
                <a:lnTo>
                  <a:pt x="46094" y="5904"/>
                </a:lnTo>
                <a:lnTo>
                  <a:pt x="46128" y="5847"/>
                </a:lnTo>
                <a:close/>
                <a:moveTo>
                  <a:pt x="55547" y="5813"/>
                </a:moveTo>
                <a:lnTo>
                  <a:pt x="57549" y="6973"/>
                </a:lnTo>
                <a:lnTo>
                  <a:pt x="57538" y="7019"/>
                </a:lnTo>
                <a:lnTo>
                  <a:pt x="57526" y="7064"/>
                </a:lnTo>
                <a:lnTo>
                  <a:pt x="57538" y="7110"/>
                </a:lnTo>
                <a:lnTo>
                  <a:pt x="57549" y="7155"/>
                </a:lnTo>
                <a:lnTo>
                  <a:pt x="57572" y="7201"/>
                </a:lnTo>
                <a:lnTo>
                  <a:pt x="57595" y="7235"/>
                </a:lnTo>
                <a:lnTo>
                  <a:pt x="57629" y="7258"/>
                </a:lnTo>
                <a:lnTo>
                  <a:pt x="57663" y="7281"/>
                </a:lnTo>
                <a:lnTo>
                  <a:pt x="57708" y="7303"/>
                </a:lnTo>
                <a:lnTo>
                  <a:pt x="57754" y="7303"/>
                </a:lnTo>
                <a:lnTo>
                  <a:pt x="57754" y="9601"/>
                </a:lnTo>
                <a:lnTo>
                  <a:pt x="57708" y="9613"/>
                </a:lnTo>
                <a:lnTo>
                  <a:pt x="57674" y="9624"/>
                </a:lnTo>
                <a:lnTo>
                  <a:pt x="57629" y="9647"/>
                </a:lnTo>
                <a:lnTo>
                  <a:pt x="57606" y="9669"/>
                </a:lnTo>
                <a:lnTo>
                  <a:pt x="57583" y="9704"/>
                </a:lnTo>
                <a:lnTo>
                  <a:pt x="57560" y="9738"/>
                </a:lnTo>
                <a:lnTo>
                  <a:pt x="57549" y="9783"/>
                </a:lnTo>
                <a:lnTo>
                  <a:pt x="57549" y="9829"/>
                </a:lnTo>
                <a:lnTo>
                  <a:pt x="57549" y="9863"/>
                </a:lnTo>
                <a:lnTo>
                  <a:pt x="57560" y="9897"/>
                </a:lnTo>
                <a:lnTo>
                  <a:pt x="55570" y="11057"/>
                </a:lnTo>
                <a:lnTo>
                  <a:pt x="55536" y="11012"/>
                </a:lnTo>
                <a:lnTo>
                  <a:pt x="55490" y="10989"/>
                </a:lnTo>
                <a:lnTo>
                  <a:pt x="55445" y="10966"/>
                </a:lnTo>
                <a:lnTo>
                  <a:pt x="55342" y="10966"/>
                </a:lnTo>
                <a:lnTo>
                  <a:pt x="55297" y="10989"/>
                </a:lnTo>
                <a:lnTo>
                  <a:pt x="55263" y="11012"/>
                </a:lnTo>
                <a:lnTo>
                  <a:pt x="55229" y="11046"/>
                </a:lnTo>
                <a:lnTo>
                  <a:pt x="53192" y="9874"/>
                </a:lnTo>
                <a:lnTo>
                  <a:pt x="53204" y="9829"/>
                </a:lnTo>
                <a:lnTo>
                  <a:pt x="53192" y="9760"/>
                </a:lnTo>
                <a:lnTo>
                  <a:pt x="53158" y="9704"/>
                </a:lnTo>
                <a:lnTo>
                  <a:pt x="53113" y="9669"/>
                </a:lnTo>
                <a:lnTo>
                  <a:pt x="53056" y="9647"/>
                </a:lnTo>
                <a:lnTo>
                  <a:pt x="53056" y="7281"/>
                </a:lnTo>
                <a:lnTo>
                  <a:pt x="53124" y="7258"/>
                </a:lnTo>
                <a:lnTo>
                  <a:pt x="53181" y="7201"/>
                </a:lnTo>
                <a:lnTo>
                  <a:pt x="53215" y="7144"/>
                </a:lnTo>
                <a:lnTo>
                  <a:pt x="53226" y="7110"/>
                </a:lnTo>
                <a:lnTo>
                  <a:pt x="53226" y="7064"/>
                </a:lnTo>
                <a:lnTo>
                  <a:pt x="53226" y="7030"/>
                </a:lnTo>
                <a:lnTo>
                  <a:pt x="53215" y="6985"/>
                </a:lnTo>
                <a:lnTo>
                  <a:pt x="55240" y="5825"/>
                </a:lnTo>
                <a:lnTo>
                  <a:pt x="55263" y="5859"/>
                </a:lnTo>
                <a:lnTo>
                  <a:pt x="55297" y="5881"/>
                </a:lnTo>
                <a:lnTo>
                  <a:pt x="55342" y="5904"/>
                </a:lnTo>
                <a:lnTo>
                  <a:pt x="55445" y="5904"/>
                </a:lnTo>
                <a:lnTo>
                  <a:pt x="55490" y="5881"/>
                </a:lnTo>
                <a:lnTo>
                  <a:pt x="55524" y="5847"/>
                </a:lnTo>
                <a:lnTo>
                  <a:pt x="55547" y="5813"/>
                </a:lnTo>
                <a:close/>
                <a:moveTo>
                  <a:pt x="65068" y="5836"/>
                </a:moveTo>
                <a:lnTo>
                  <a:pt x="67025" y="6962"/>
                </a:lnTo>
                <a:lnTo>
                  <a:pt x="67013" y="7019"/>
                </a:lnTo>
                <a:lnTo>
                  <a:pt x="67002" y="7064"/>
                </a:lnTo>
                <a:lnTo>
                  <a:pt x="67013" y="7110"/>
                </a:lnTo>
                <a:lnTo>
                  <a:pt x="67025" y="7155"/>
                </a:lnTo>
                <a:lnTo>
                  <a:pt x="67048" y="7201"/>
                </a:lnTo>
                <a:lnTo>
                  <a:pt x="67070" y="7235"/>
                </a:lnTo>
                <a:lnTo>
                  <a:pt x="67104" y="7258"/>
                </a:lnTo>
                <a:lnTo>
                  <a:pt x="67139" y="7292"/>
                </a:lnTo>
                <a:lnTo>
                  <a:pt x="67184" y="7303"/>
                </a:lnTo>
                <a:lnTo>
                  <a:pt x="67230" y="7315"/>
                </a:lnTo>
                <a:lnTo>
                  <a:pt x="67230" y="9567"/>
                </a:lnTo>
                <a:lnTo>
                  <a:pt x="67184" y="9578"/>
                </a:lnTo>
                <a:lnTo>
                  <a:pt x="67139" y="9601"/>
                </a:lnTo>
                <a:lnTo>
                  <a:pt x="67093" y="9624"/>
                </a:lnTo>
                <a:lnTo>
                  <a:pt x="67059" y="9647"/>
                </a:lnTo>
                <a:lnTo>
                  <a:pt x="67036" y="9692"/>
                </a:lnTo>
                <a:lnTo>
                  <a:pt x="67013" y="9726"/>
                </a:lnTo>
                <a:lnTo>
                  <a:pt x="67002" y="9772"/>
                </a:lnTo>
                <a:lnTo>
                  <a:pt x="66991" y="9829"/>
                </a:lnTo>
                <a:lnTo>
                  <a:pt x="67002" y="9874"/>
                </a:lnTo>
                <a:lnTo>
                  <a:pt x="67013" y="9920"/>
                </a:lnTo>
                <a:lnTo>
                  <a:pt x="65045" y="11057"/>
                </a:lnTo>
                <a:lnTo>
                  <a:pt x="65011" y="11023"/>
                </a:lnTo>
                <a:lnTo>
                  <a:pt x="64977" y="10989"/>
                </a:lnTo>
                <a:lnTo>
                  <a:pt x="64932" y="10978"/>
                </a:lnTo>
                <a:lnTo>
                  <a:pt x="64886" y="10966"/>
                </a:lnTo>
                <a:lnTo>
                  <a:pt x="64829" y="10978"/>
                </a:lnTo>
                <a:lnTo>
                  <a:pt x="64784" y="10989"/>
                </a:lnTo>
                <a:lnTo>
                  <a:pt x="64750" y="11023"/>
                </a:lnTo>
                <a:lnTo>
                  <a:pt x="64716" y="11057"/>
                </a:lnTo>
                <a:lnTo>
                  <a:pt x="62702" y="9897"/>
                </a:lnTo>
                <a:lnTo>
                  <a:pt x="62714" y="9829"/>
                </a:lnTo>
                <a:lnTo>
                  <a:pt x="62714" y="9783"/>
                </a:lnTo>
                <a:lnTo>
                  <a:pt x="62702" y="9749"/>
                </a:lnTo>
                <a:lnTo>
                  <a:pt x="62668" y="9692"/>
                </a:lnTo>
                <a:lnTo>
                  <a:pt x="62611" y="9647"/>
                </a:lnTo>
                <a:lnTo>
                  <a:pt x="62577" y="9635"/>
                </a:lnTo>
                <a:lnTo>
                  <a:pt x="62532" y="9624"/>
                </a:lnTo>
                <a:lnTo>
                  <a:pt x="62532" y="7269"/>
                </a:lnTo>
                <a:lnTo>
                  <a:pt x="62577" y="7258"/>
                </a:lnTo>
                <a:lnTo>
                  <a:pt x="62611" y="7246"/>
                </a:lnTo>
                <a:lnTo>
                  <a:pt x="62668" y="7201"/>
                </a:lnTo>
                <a:lnTo>
                  <a:pt x="62702" y="7144"/>
                </a:lnTo>
                <a:lnTo>
                  <a:pt x="62714" y="7110"/>
                </a:lnTo>
                <a:lnTo>
                  <a:pt x="62714" y="7064"/>
                </a:lnTo>
                <a:lnTo>
                  <a:pt x="62714" y="7030"/>
                </a:lnTo>
                <a:lnTo>
                  <a:pt x="62702" y="6985"/>
                </a:lnTo>
                <a:lnTo>
                  <a:pt x="64693" y="5836"/>
                </a:lnTo>
                <a:lnTo>
                  <a:pt x="64727" y="5881"/>
                </a:lnTo>
                <a:lnTo>
                  <a:pt x="64772" y="5916"/>
                </a:lnTo>
                <a:lnTo>
                  <a:pt x="64818" y="5938"/>
                </a:lnTo>
                <a:lnTo>
                  <a:pt x="64886" y="5950"/>
                </a:lnTo>
                <a:lnTo>
                  <a:pt x="64943" y="5938"/>
                </a:lnTo>
                <a:lnTo>
                  <a:pt x="64989" y="5916"/>
                </a:lnTo>
                <a:lnTo>
                  <a:pt x="65034" y="5881"/>
                </a:lnTo>
                <a:lnTo>
                  <a:pt x="65068" y="5836"/>
                </a:lnTo>
                <a:close/>
                <a:moveTo>
                  <a:pt x="69800" y="5836"/>
                </a:moveTo>
                <a:lnTo>
                  <a:pt x="71825" y="6996"/>
                </a:lnTo>
                <a:lnTo>
                  <a:pt x="71814" y="7030"/>
                </a:lnTo>
                <a:lnTo>
                  <a:pt x="71814" y="7064"/>
                </a:lnTo>
                <a:lnTo>
                  <a:pt x="71825" y="7133"/>
                </a:lnTo>
                <a:lnTo>
                  <a:pt x="71859" y="7190"/>
                </a:lnTo>
                <a:lnTo>
                  <a:pt x="71905" y="7224"/>
                </a:lnTo>
                <a:lnTo>
                  <a:pt x="71973" y="7246"/>
                </a:lnTo>
                <a:lnTo>
                  <a:pt x="71973" y="9578"/>
                </a:lnTo>
                <a:lnTo>
                  <a:pt x="71928" y="9590"/>
                </a:lnTo>
                <a:lnTo>
                  <a:pt x="71882" y="9601"/>
                </a:lnTo>
                <a:lnTo>
                  <a:pt x="71848" y="9624"/>
                </a:lnTo>
                <a:lnTo>
                  <a:pt x="71814" y="9658"/>
                </a:lnTo>
                <a:lnTo>
                  <a:pt x="71780" y="9692"/>
                </a:lnTo>
                <a:lnTo>
                  <a:pt x="71757" y="9738"/>
                </a:lnTo>
                <a:lnTo>
                  <a:pt x="71746" y="9783"/>
                </a:lnTo>
                <a:lnTo>
                  <a:pt x="71746" y="9829"/>
                </a:lnTo>
                <a:lnTo>
                  <a:pt x="71746" y="9874"/>
                </a:lnTo>
                <a:lnTo>
                  <a:pt x="71757" y="9920"/>
                </a:lnTo>
                <a:lnTo>
                  <a:pt x="69778" y="11057"/>
                </a:lnTo>
                <a:lnTo>
                  <a:pt x="69744" y="11023"/>
                </a:lnTo>
                <a:lnTo>
                  <a:pt x="69709" y="11000"/>
                </a:lnTo>
                <a:lnTo>
                  <a:pt x="69664" y="10989"/>
                </a:lnTo>
                <a:lnTo>
                  <a:pt x="69618" y="10978"/>
                </a:lnTo>
                <a:lnTo>
                  <a:pt x="69573" y="10989"/>
                </a:lnTo>
                <a:lnTo>
                  <a:pt x="69527" y="11000"/>
                </a:lnTo>
                <a:lnTo>
                  <a:pt x="69493" y="11023"/>
                </a:lnTo>
                <a:lnTo>
                  <a:pt x="69471" y="11057"/>
                </a:lnTo>
                <a:lnTo>
                  <a:pt x="67491" y="9920"/>
                </a:lnTo>
                <a:lnTo>
                  <a:pt x="67503" y="9874"/>
                </a:lnTo>
                <a:lnTo>
                  <a:pt x="67503" y="9829"/>
                </a:lnTo>
                <a:lnTo>
                  <a:pt x="67503" y="9772"/>
                </a:lnTo>
                <a:lnTo>
                  <a:pt x="67491" y="9726"/>
                </a:lnTo>
                <a:lnTo>
                  <a:pt x="67468" y="9692"/>
                </a:lnTo>
                <a:lnTo>
                  <a:pt x="67434" y="9658"/>
                </a:lnTo>
                <a:lnTo>
                  <a:pt x="67400" y="9624"/>
                </a:lnTo>
                <a:lnTo>
                  <a:pt x="67366" y="9601"/>
                </a:lnTo>
                <a:lnTo>
                  <a:pt x="67321" y="9578"/>
                </a:lnTo>
                <a:lnTo>
                  <a:pt x="67275" y="9567"/>
                </a:lnTo>
                <a:lnTo>
                  <a:pt x="67275" y="7315"/>
                </a:lnTo>
                <a:lnTo>
                  <a:pt x="67321" y="7303"/>
                </a:lnTo>
                <a:lnTo>
                  <a:pt x="67366" y="7281"/>
                </a:lnTo>
                <a:lnTo>
                  <a:pt x="67400" y="7258"/>
                </a:lnTo>
                <a:lnTo>
                  <a:pt x="67434" y="7235"/>
                </a:lnTo>
                <a:lnTo>
                  <a:pt x="67457" y="7201"/>
                </a:lnTo>
                <a:lnTo>
                  <a:pt x="67480" y="7155"/>
                </a:lnTo>
                <a:lnTo>
                  <a:pt x="67491" y="7110"/>
                </a:lnTo>
                <a:lnTo>
                  <a:pt x="67491" y="7064"/>
                </a:lnTo>
                <a:lnTo>
                  <a:pt x="67491" y="7019"/>
                </a:lnTo>
                <a:lnTo>
                  <a:pt x="67480" y="6973"/>
                </a:lnTo>
                <a:lnTo>
                  <a:pt x="69436" y="5836"/>
                </a:lnTo>
                <a:lnTo>
                  <a:pt x="69471" y="5881"/>
                </a:lnTo>
                <a:lnTo>
                  <a:pt x="69516" y="5904"/>
                </a:lnTo>
                <a:lnTo>
                  <a:pt x="69562" y="5927"/>
                </a:lnTo>
                <a:lnTo>
                  <a:pt x="69618" y="5938"/>
                </a:lnTo>
                <a:lnTo>
                  <a:pt x="69675" y="5927"/>
                </a:lnTo>
                <a:lnTo>
                  <a:pt x="69732" y="5904"/>
                </a:lnTo>
                <a:lnTo>
                  <a:pt x="69766" y="5870"/>
                </a:lnTo>
                <a:lnTo>
                  <a:pt x="69800" y="5836"/>
                </a:lnTo>
                <a:close/>
                <a:moveTo>
                  <a:pt x="79310" y="5847"/>
                </a:moveTo>
                <a:lnTo>
                  <a:pt x="81278" y="6985"/>
                </a:lnTo>
                <a:lnTo>
                  <a:pt x="81255" y="7019"/>
                </a:lnTo>
                <a:lnTo>
                  <a:pt x="81255" y="7064"/>
                </a:lnTo>
                <a:lnTo>
                  <a:pt x="81255" y="7110"/>
                </a:lnTo>
                <a:lnTo>
                  <a:pt x="81267" y="7144"/>
                </a:lnTo>
                <a:lnTo>
                  <a:pt x="81290" y="7178"/>
                </a:lnTo>
                <a:lnTo>
                  <a:pt x="81312" y="7212"/>
                </a:lnTo>
                <a:lnTo>
                  <a:pt x="81346" y="7235"/>
                </a:lnTo>
                <a:lnTo>
                  <a:pt x="81381" y="7258"/>
                </a:lnTo>
                <a:lnTo>
                  <a:pt x="81415" y="7269"/>
                </a:lnTo>
                <a:lnTo>
                  <a:pt x="81449" y="7281"/>
                </a:lnTo>
                <a:lnTo>
                  <a:pt x="81449" y="9647"/>
                </a:lnTo>
                <a:lnTo>
                  <a:pt x="81392" y="9669"/>
                </a:lnTo>
                <a:lnTo>
                  <a:pt x="81346" y="9704"/>
                </a:lnTo>
                <a:lnTo>
                  <a:pt x="81312" y="9760"/>
                </a:lnTo>
                <a:lnTo>
                  <a:pt x="81301" y="9829"/>
                </a:lnTo>
                <a:lnTo>
                  <a:pt x="81301" y="9874"/>
                </a:lnTo>
                <a:lnTo>
                  <a:pt x="79276" y="11057"/>
                </a:lnTo>
                <a:lnTo>
                  <a:pt x="79242" y="11012"/>
                </a:lnTo>
                <a:lnTo>
                  <a:pt x="79196" y="10989"/>
                </a:lnTo>
                <a:lnTo>
                  <a:pt x="79151" y="10966"/>
                </a:lnTo>
                <a:lnTo>
                  <a:pt x="79049" y="10966"/>
                </a:lnTo>
                <a:lnTo>
                  <a:pt x="79003" y="10989"/>
                </a:lnTo>
                <a:lnTo>
                  <a:pt x="78969" y="11012"/>
                </a:lnTo>
                <a:lnTo>
                  <a:pt x="78935" y="11046"/>
                </a:lnTo>
                <a:lnTo>
                  <a:pt x="76910" y="9886"/>
                </a:lnTo>
                <a:lnTo>
                  <a:pt x="76921" y="9829"/>
                </a:lnTo>
                <a:lnTo>
                  <a:pt x="76910" y="9760"/>
                </a:lnTo>
                <a:lnTo>
                  <a:pt x="76876" y="9704"/>
                </a:lnTo>
                <a:lnTo>
                  <a:pt x="76819" y="9658"/>
                </a:lnTo>
                <a:lnTo>
                  <a:pt x="76762" y="9635"/>
                </a:lnTo>
                <a:lnTo>
                  <a:pt x="76762" y="7315"/>
                </a:lnTo>
                <a:lnTo>
                  <a:pt x="76808" y="7303"/>
                </a:lnTo>
                <a:lnTo>
                  <a:pt x="76842" y="7292"/>
                </a:lnTo>
                <a:lnTo>
                  <a:pt x="76887" y="7269"/>
                </a:lnTo>
                <a:lnTo>
                  <a:pt x="76921" y="7235"/>
                </a:lnTo>
                <a:lnTo>
                  <a:pt x="76944" y="7201"/>
                </a:lnTo>
                <a:lnTo>
                  <a:pt x="76967" y="7155"/>
                </a:lnTo>
                <a:lnTo>
                  <a:pt x="76978" y="7110"/>
                </a:lnTo>
                <a:lnTo>
                  <a:pt x="76978" y="7064"/>
                </a:lnTo>
                <a:lnTo>
                  <a:pt x="76978" y="7019"/>
                </a:lnTo>
                <a:lnTo>
                  <a:pt x="76956" y="6962"/>
                </a:lnTo>
                <a:lnTo>
                  <a:pt x="78901" y="5847"/>
                </a:lnTo>
                <a:lnTo>
                  <a:pt x="78935" y="5893"/>
                </a:lnTo>
                <a:lnTo>
                  <a:pt x="78980" y="5927"/>
                </a:lnTo>
                <a:lnTo>
                  <a:pt x="79037" y="5950"/>
                </a:lnTo>
                <a:lnTo>
                  <a:pt x="79105" y="5961"/>
                </a:lnTo>
                <a:lnTo>
                  <a:pt x="79162" y="5950"/>
                </a:lnTo>
                <a:lnTo>
                  <a:pt x="79219" y="5927"/>
                </a:lnTo>
                <a:lnTo>
                  <a:pt x="79265" y="5893"/>
                </a:lnTo>
                <a:lnTo>
                  <a:pt x="79310" y="5847"/>
                </a:lnTo>
                <a:close/>
                <a:moveTo>
                  <a:pt x="84042" y="5847"/>
                </a:moveTo>
                <a:lnTo>
                  <a:pt x="86056" y="6996"/>
                </a:lnTo>
                <a:lnTo>
                  <a:pt x="86044" y="7030"/>
                </a:lnTo>
                <a:lnTo>
                  <a:pt x="86033" y="7064"/>
                </a:lnTo>
                <a:lnTo>
                  <a:pt x="86056" y="7133"/>
                </a:lnTo>
                <a:lnTo>
                  <a:pt x="86079" y="7178"/>
                </a:lnTo>
                <a:lnTo>
                  <a:pt x="86135" y="7224"/>
                </a:lnTo>
                <a:lnTo>
                  <a:pt x="86192" y="7235"/>
                </a:lnTo>
                <a:lnTo>
                  <a:pt x="86192" y="9590"/>
                </a:lnTo>
                <a:lnTo>
                  <a:pt x="86147" y="9590"/>
                </a:lnTo>
                <a:lnTo>
                  <a:pt x="86101" y="9613"/>
                </a:lnTo>
                <a:lnTo>
                  <a:pt x="86067" y="9635"/>
                </a:lnTo>
                <a:lnTo>
                  <a:pt x="86033" y="9658"/>
                </a:lnTo>
                <a:lnTo>
                  <a:pt x="86010" y="9692"/>
                </a:lnTo>
                <a:lnTo>
                  <a:pt x="85988" y="9738"/>
                </a:lnTo>
                <a:lnTo>
                  <a:pt x="85976" y="9783"/>
                </a:lnTo>
                <a:lnTo>
                  <a:pt x="85965" y="9829"/>
                </a:lnTo>
                <a:lnTo>
                  <a:pt x="85976" y="9874"/>
                </a:lnTo>
                <a:lnTo>
                  <a:pt x="85988" y="9908"/>
                </a:lnTo>
                <a:lnTo>
                  <a:pt x="83997" y="11057"/>
                </a:lnTo>
                <a:lnTo>
                  <a:pt x="83963" y="11023"/>
                </a:lnTo>
                <a:lnTo>
                  <a:pt x="83929" y="11000"/>
                </a:lnTo>
                <a:lnTo>
                  <a:pt x="83883" y="10989"/>
                </a:lnTo>
                <a:lnTo>
                  <a:pt x="83838" y="10978"/>
                </a:lnTo>
                <a:lnTo>
                  <a:pt x="83792" y="10989"/>
                </a:lnTo>
                <a:lnTo>
                  <a:pt x="83758" y="11000"/>
                </a:lnTo>
                <a:lnTo>
                  <a:pt x="83713" y="11023"/>
                </a:lnTo>
                <a:lnTo>
                  <a:pt x="83690" y="11057"/>
                </a:lnTo>
                <a:lnTo>
                  <a:pt x="81642" y="9874"/>
                </a:lnTo>
                <a:lnTo>
                  <a:pt x="81642" y="9829"/>
                </a:lnTo>
                <a:lnTo>
                  <a:pt x="81631" y="9760"/>
                </a:lnTo>
                <a:lnTo>
                  <a:pt x="81608" y="9715"/>
                </a:lnTo>
                <a:lnTo>
                  <a:pt x="81551" y="9669"/>
                </a:lnTo>
                <a:lnTo>
                  <a:pt x="81494" y="9658"/>
                </a:lnTo>
                <a:lnTo>
                  <a:pt x="81494" y="7281"/>
                </a:lnTo>
                <a:lnTo>
                  <a:pt x="81540" y="7269"/>
                </a:lnTo>
                <a:lnTo>
                  <a:pt x="81574" y="7258"/>
                </a:lnTo>
                <a:lnTo>
                  <a:pt x="81631" y="7212"/>
                </a:lnTo>
                <a:lnTo>
                  <a:pt x="81654" y="7178"/>
                </a:lnTo>
                <a:lnTo>
                  <a:pt x="81676" y="7144"/>
                </a:lnTo>
                <a:lnTo>
                  <a:pt x="81676" y="7110"/>
                </a:lnTo>
                <a:lnTo>
                  <a:pt x="81688" y="7064"/>
                </a:lnTo>
                <a:lnTo>
                  <a:pt x="81676" y="7030"/>
                </a:lnTo>
                <a:lnTo>
                  <a:pt x="81665" y="6985"/>
                </a:lnTo>
                <a:lnTo>
                  <a:pt x="83644" y="5847"/>
                </a:lnTo>
                <a:lnTo>
                  <a:pt x="83678" y="5893"/>
                </a:lnTo>
                <a:lnTo>
                  <a:pt x="83724" y="5927"/>
                </a:lnTo>
                <a:lnTo>
                  <a:pt x="83781" y="5950"/>
                </a:lnTo>
                <a:lnTo>
                  <a:pt x="83838" y="5961"/>
                </a:lnTo>
                <a:lnTo>
                  <a:pt x="83906" y="5950"/>
                </a:lnTo>
                <a:lnTo>
                  <a:pt x="83963" y="5927"/>
                </a:lnTo>
                <a:lnTo>
                  <a:pt x="84008" y="5893"/>
                </a:lnTo>
                <a:lnTo>
                  <a:pt x="84042" y="5847"/>
                </a:lnTo>
                <a:close/>
                <a:moveTo>
                  <a:pt x="31886" y="5836"/>
                </a:moveTo>
                <a:lnTo>
                  <a:pt x="33877" y="6985"/>
                </a:lnTo>
                <a:lnTo>
                  <a:pt x="33866" y="7030"/>
                </a:lnTo>
                <a:lnTo>
                  <a:pt x="33854" y="7064"/>
                </a:lnTo>
                <a:lnTo>
                  <a:pt x="33866" y="7110"/>
                </a:lnTo>
                <a:lnTo>
                  <a:pt x="33877" y="7144"/>
                </a:lnTo>
                <a:lnTo>
                  <a:pt x="33911" y="7201"/>
                </a:lnTo>
                <a:lnTo>
                  <a:pt x="33968" y="7246"/>
                </a:lnTo>
                <a:lnTo>
                  <a:pt x="34002" y="7258"/>
                </a:lnTo>
                <a:lnTo>
                  <a:pt x="34048" y="7269"/>
                </a:lnTo>
                <a:lnTo>
                  <a:pt x="34048" y="9590"/>
                </a:lnTo>
                <a:lnTo>
                  <a:pt x="34002" y="9590"/>
                </a:lnTo>
                <a:lnTo>
                  <a:pt x="33957" y="9613"/>
                </a:lnTo>
                <a:lnTo>
                  <a:pt x="33922" y="9635"/>
                </a:lnTo>
                <a:lnTo>
                  <a:pt x="33888" y="9658"/>
                </a:lnTo>
                <a:lnTo>
                  <a:pt x="33854" y="9692"/>
                </a:lnTo>
                <a:lnTo>
                  <a:pt x="33843" y="9738"/>
                </a:lnTo>
                <a:lnTo>
                  <a:pt x="33820" y="9783"/>
                </a:lnTo>
                <a:lnTo>
                  <a:pt x="33820" y="9829"/>
                </a:lnTo>
                <a:lnTo>
                  <a:pt x="33820" y="9874"/>
                </a:lnTo>
                <a:lnTo>
                  <a:pt x="33843" y="9908"/>
                </a:lnTo>
                <a:lnTo>
                  <a:pt x="31841" y="11069"/>
                </a:lnTo>
                <a:lnTo>
                  <a:pt x="31807" y="11034"/>
                </a:lnTo>
                <a:lnTo>
                  <a:pt x="31772" y="11012"/>
                </a:lnTo>
                <a:lnTo>
                  <a:pt x="31738" y="10989"/>
                </a:lnTo>
                <a:lnTo>
                  <a:pt x="31647" y="10989"/>
                </a:lnTo>
                <a:lnTo>
                  <a:pt x="31602" y="11012"/>
                </a:lnTo>
                <a:lnTo>
                  <a:pt x="31568" y="11034"/>
                </a:lnTo>
                <a:lnTo>
                  <a:pt x="31545" y="11057"/>
                </a:lnTo>
                <a:lnTo>
                  <a:pt x="29543" y="9908"/>
                </a:lnTo>
                <a:lnTo>
                  <a:pt x="29554" y="9863"/>
                </a:lnTo>
                <a:lnTo>
                  <a:pt x="29566" y="9829"/>
                </a:lnTo>
                <a:lnTo>
                  <a:pt x="29554" y="9783"/>
                </a:lnTo>
                <a:lnTo>
                  <a:pt x="29543" y="9738"/>
                </a:lnTo>
                <a:lnTo>
                  <a:pt x="29520" y="9704"/>
                </a:lnTo>
                <a:lnTo>
                  <a:pt x="29497" y="9669"/>
                </a:lnTo>
                <a:lnTo>
                  <a:pt x="29463" y="9635"/>
                </a:lnTo>
                <a:lnTo>
                  <a:pt x="29429" y="9613"/>
                </a:lnTo>
                <a:lnTo>
                  <a:pt x="29395" y="9601"/>
                </a:lnTo>
                <a:lnTo>
                  <a:pt x="29349" y="9590"/>
                </a:lnTo>
                <a:lnTo>
                  <a:pt x="29349" y="7235"/>
                </a:lnTo>
                <a:lnTo>
                  <a:pt x="29406" y="7212"/>
                </a:lnTo>
                <a:lnTo>
                  <a:pt x="29452" y="7178"/>
                </a:lnTo>
                <a:lnTo>
                  <a:pt x="29486" y="7133"/>
                </a:lnTo>
                <a:lnTo>
                  <a:pt x="29486" y="7064"/>
                </a:lnTo>
                <a:lnTo>
                  <a:pt x="29475" y="7008"/>
                </a:lnTo>
                <a:lnTo>
                  <a:pt x="31488" y="5847"/>
                </a:lnTo>
                <a:lnTo>
                  <a:pt x="31522" y="5893"/>
                </a:lnTo>
                <a:lnTo>
                  <a:pt x="31579" y="5927"/>
                </a:lnTo>
                <a:lnTo>
                  <a:pt x="31625" y="5950"/>
                </a:lnTo>
                <a:lnTo>
                  <a:pt x="31693" y="5961"/>
                </a:lnTo>
                <a:lnTo>
                  <a:pt x="31750" y="5950"/>
                </a:lnTo>
                <a:lnTo>
                  <a:pt x="31807" y="5927"/>
                </a:lnTo>
                <a:lnTo>
                  <a:pt x="31852" y="5893"/>
                </a:lnTo>
                <a:lnTo>
                  <a:pt x="31886" y="5836"/>
                </a:lnTo>
                <a:close/>
                <a:moveTo>
                  <a:pt x="50826" y="5825"/>
                </a:moveTo>
                <a:lnTo>
                  <a:pt x="52828" y="6973"/>
                </a:lnTo>
                <a:lnTo>
                  <a:pt x="52817" y="7019"/>
                </a:lnTo>
                <a:lnTo>
                  <a:pt x="52806" y="7064"/>
                </a:lnTo>
                <a:lnTo>
                  <a:pt x="52806" y="7110"/>
                </a:lnTo>
                <a:lnTo>
                  <a:pt x="52828" y="7144"/>
                </a:lnTo>
                <a:lnTo>
                  <a:pt x="52840" y="7178"/>
                </a:lnTo>
                <a:lnTo>
                  <a:pt x="52862" y="7212"/>
                </a:lnTo>
                <a:lnTo>
                  <a:pt x="52897" y="7235"/>
                </a:lnTo>
                <a:lnTo>
                  <a:pt x="52931" y="7258"/>
                </a:lnTo>
                <a:lnTo>
                  <a:pt x="52965" y="7269"/>
                </a:lnTo>
                <a:lnTo>
                  <a:pt x="53010" y="7281"/>
                </a:lnTo>
                <a:lnTo>
                  <a:pt x="53010" y="9647"/>
                </a:lnTo>
                <a:lnTo>
                  <a:pt x="52942" y="9658"/>
                </a:lnTo>
                <a:lnTo>
                  <a:pt x="52885" y="9704"/>
                </a:lnTo>
                <a:lnTo>
                  <a:pt x="52851" y="9760"/>
                </a:lnTo>
                <a:lnTo>
                  <a:pt x="52840" y="9795"/>
                </a:lnTo>
                <a:lnTo>
                  <a:pt x="52840" y="9829"/>
                </a:lnTo>
                <a:lnTo>
                  <a:pt x="52851" y="9886"/>
                </a:lnTo>
                <a:lnTo>
                  <a:pt x="50792" y="11069"/>
                </a:lnTo>
                <a:lnTo>
                  <a:pt x="50769" y="11034"/>
                </a:lnTo>
                <a:lnTo>
                  <a:pt x="50735" y="11012"/>
                </a:lnTo>
                <a:lnTo>
                  <a:pt x="50690" y="11000"/>
                </a:lnTo>
                <a:lnTo>
                  <a:pt x="50644" y="10989"/>
                </a:lnTo>
                <a:lnTo>
                  <a:pt x="50610" y="11000"/>
                </a:lnTo>
                <a:lnTo>
                  <a:pt x="50565" y="11012"/>
                </a:lnTo>
                <a:lnTo>
                  <a:pt x="50542" y="11034"/>
                </a:lnTo>
                <a:lnTo>
                  <a:pt x="50508" y="11057"/>
                </a:lnTo>
                <a:lnTo>
                  <a:pt x="48494" y="9897"/>
                </a:lnTo>
                <a:lnTo>
                  <a:pt x="48506" y="9863"/>
                </a:lnTo>
                <a:lnTo>
                  <a:pt x="48506" y="9829"/>
                </a:lnTo>
                <a:lnTo>
                  <a:pt x="48506" y="9783"/>
                </a:lnTo>
                <a:lnTo>
                  <a:pt x="48494" y="9738"/>
                </a:lnTo>
                <a:lnTo>
                  <a:pt x="48472" y="9704"/>
                </a:lnTo>
                <a:lnTo>
                  <a:pt x="48449" y="9669"/>
                </a:lnTo>
                <a:lnTo>
                  <a:pt x="48426" y="9647"/>
                </a:lnTo>
                <a:lnTo>
                  <a:pt x="48392" y="9624"/>
                </a:lnTo>
                <a:lnTo>
                  <a:pt x="48358" y="9613"/>
                </a:lnTo>
                <a:lnTo>
                  <a:pt x="48312" y="9601"/>
                </a:lnTo>
                <a:lnTo>
                  <a:pt x="48312" y="7281"/>
                </a:lnTo>
                <a:lnTo>
                  <a:pt x="48381" y="7246"/>
                </a:lnTo>
                <a:lnTo>
                  <a:pt x="48437" y="7201"/>
                </a:lnTo>
                <a:lnTo>
                  <a:pt x="48472" y="7144"/>
                </a:lnTo>
                <a:lnTo>
                  <a:pt x="48483" y="7110"/>
                </a:lnTo>
                <a:lnTo>
                  <a:pt x="48494" y="7064"/>
                </a:lnTo>
                <a:lnTo>
                  <a:pt x="48483" y="7030"/>
                </a:lnTo>
                <a:lnTo>
                  <a:pt x="48472" y="6985"/>
                </a:lnTo>
                <a:lnTo>
                  <a:pt x="50474" y="5836"/>
                </a:lnTo>
                <a:lnTo>
                  <a:pt x="50508" y="5870"/>
                </a:lnTo>
                <a:lnTo>
                  <a:pt x="50553" y="5904"/>
                </a:lnTo>
                <a:lnTo>
                  <a:pt x="50599" y="5927"/>
                </a:lnTo>
                <a:lnTo>
                  <a:pt x="50644" y="5927"/>
                </a:lnTo>
                <a:lnTo>
                  <a:pt x="50701" y="5916"/>
                </a:lnTo>
                <a:lnTo>
                  <a:pt x="50758" y="5904"/>
                </a:lnTo>
                <a:lnTo>
                  <a:pt x="50792" y="5870"/>
                </a:lnTo>
                <a:lnTo>
                  <a:pt x="50826" y="5825"/>
                </a:lnTo>
                <a:close/>
                <a:moveTo>
                  <a:pt x="5791" y="9931"/>
                </a:moveTo>
                <a:lnTo>
                  <a:pt x="7804" y="11091"/>
                </a:lnTo>
                <a:lnTo>
                  <a:pt x="7793" y="11137"/>
                </a:lnTo>
                <a:lnTo>
                  <a:pt x="7782" y="11171"/>
                </a:lnTo>
                <a:lnTo>
                  <a:pt x="7793" y="11217"/>
                </a:lnTo>
                <a:lnTo>
                  <a:pt x="7804" y="11251"/>
                </a:lnTo>
                <a:lnTo>
                  <a:pt x="7839" y="11308"/>
                </a:lnTo>
                <a:lnTo>
                  <a:pt x="7895" y="11353"/>
                </a:lnTo>
                <a:lnTo>
                  <a:pt x="7930" y="11364"/>
                </a:lnTo>
                <a:lnTo>
                  <a:pt x="7964" y="11376"/>
                </a:lnTo>
                <a:lnTo>
                  <a:pt x="7964" y="13662"/>
                </a:lnTo>
                <a:lnTo>
                  <a:pt x="7918" y="13674"/>
                </a:lnTo>
                <a:lnTo>
                  <a:pt x="7873" y="13696"/>
                </a:lnTo>
                <a:lnTo>
                  <a:pt x="7827" y="13719"/>
                </a:lnTo>
                <a:lnTo>
                  <a:pt x="7793" y="13753"/>
                </a:lnTo>
                <a:lnTo>
                  <a:pt x="7759" y="13787"/>
                </a:lnTo>
                <a:lnTo>
                  <a:pt x="7748" y="13833"/>
                </a:lnTo>
                <a:lnTo>
                  <a:pt x="7725" y="13878"/>
                </a:lnTo>
                <a:lnTo>
                  <a:pt x="7725" y="13935"/>
                </a:lnTo>
                <a:lnTo>
                  <a:pt x="7725" y="13981"/>
                </a:lnTo>
                <a:lnTo>
                  <a:pt x="7748" y="14026"/>
                </a:lnTo>
                <a:lnTo>
                  <a:pt x="5837" y="15130"/>
                </a:lnTo>
                <a:lnTo>
                  <a:pt x="5791" y="15084"/>
                </a:lnTo>
                <a:lnTo>
                  <a:pt x="5746" y="15050"/>
                </a:lnTo>
                <a:lnTo>
                  <a:pt x="5689" y="15027"/>
                </a:lnTo>
                <a:lnTo>
                  <a:pt x="5620" y="15016"/>
                </a:lnTo>
                <a:lnTo>
                  <a:pt x="5552" y="15027"/>
                </a:lnTo>
                <a:lnTo>
                  <a:pt x="5495" y="15050"/>
                </a:lnTo>
                <a:lnTo>
                  <a:pt x="5438" y="15084"/>
                </a:lnTo>
                <a:lnTo>
                  <a:pt x="5404" y="15130"/>
                </a:lnTo>
                <a:lnTo>
                  <a:pt x="3414" y="13981"/>
                </a:lnTo>
                <a:lnTo>
                  <a:pt x="3425" y="13935"/>
                </a:lnTo>
                <a:lnTo>
                  <a:pt x="3414" y="13867"/>
                </a:lnTo>
                <a:lnTo>
                  <a:pt x="3379" y="13821"/>
                </a:lnTo>
                <a:lnTo>
                  <a:pt x="3334" y="13787"/>
                </a:lnTo>
                <a:lnTo>
                  <a:pt x="3277" y="13765"/>
                </a:lnTo>
                <a:lnTo>
                  <a:pt x="3277" y="11444"/>
                </a:lnTo>
                <a:lnTo>
                  <a:pt x="3323" y="11433"/>
                </a:lnTo>
                <a:lnTo>
                  <a:pt x="3368" y="11410"/>
                </a:lnTo>
                <a:lnTo>
                  <a:pt x="3414" y="11387"/>
                </a:lnTo>
                <a:lnTo>
                  <a:pt x="3448" y="11353"/>
                </a:lnTo>
                <a:lnTo>
                  <a:pt x="3482" y="11319"/>
                </a:lnTo>
                <a:lnTo>
                  <a:pt x="3505" y="11273"/>
                </a:lnTo>
                <a:lnTo>
                  <a:pt x="3516" y="11228"/>
                </a:lnTo>
                <a:lnTo>
                  <a:pt x="3516" y="11171"/>
                </a:lnTo>
                <a:lnTo>
                  <a:pt x="3516" y="11114"/>
                </a:lnTo>
                <a:lnTo>
                  <a:pt x="3493" y="11057"/>
                </a:lnTo>
                <a:lnTo>
                  <a:pt x="5450" y="9931"/>
                </a:lnTo>
                <a:lnTo>
                  <a:pt x="5473" y="9977"/>
                </a:lnTo>
                <a:lnTo>
                  <a:pt x="5518" y="9999"/>
                </a:lnTo>
                <a:lnTo>
                  <a:pt x="5564" y="10022"/>
                </a:lnTo>
                <a:lnTo>
                  <a:pt x="5620" y="10033"/>
                </a:lnTo>
                <a:lnTo>
                  <a:pt x="5677" y="10022"/>
                </a:lnTo>
                <a:lnTo>
                  <a:pt x="5723" y="9999"/>
                </a:lnTo>
                <a:lnTo>
                  <a:pt x="5757" y="9977"/>
                </a:lnTo>
                <a:lnTo>
                  <a:pt x="5791" y="9931"/>
                </a:lnTo>
                <a:close/>
                <a:moveTo>
                  <a:pt x="10580" y="9954"/>
                </a:moveTo>
                <a:lnTo>
                  <a:pt x="12548" y="11103"/>
                </a:lnTo>
                <a:lnTo>
                  <a:pt x="12537" y="11137"/>
                </a:lnTo>
                <a:lnTo>
                  <a:pt x="12537" y="11171"/>
                </a:lnTo>
                <a:lnTo>
                  <a:pt x="12537" y="11205"/>
                </a:lnTo>
                <a:lnTo>
                  <a:pt x="12548" y="11239"/>
                </a:lnTo>
                <a:lnTo>
                  <a:pt x="12582" y="11308"/>
                </a:lnTo>
                <a:lnTo>
                  <a:pt x="12639" y="11342"/>
                </a:lnTo>
                <a:lnTo>
                  <a:pt x="12707" y="11364"/>
                </a:lnTo>
                <a:lnTo>
                  <a:pt x="12707" y="13696"/>
                </a:lnTo>
                <a:lnTo>
                  <a:pt x="12662" y="13708"/>
                </a:lnTo>
                <a:lnTo>
                  <a:pt x="12628" y="13719"/>
                </a:lnTo>
                <a:lnTo>
                  <a:pt x="12582" y="13742"/>
                </a:lnTo>
                <a:lnTo>
                  <a:pt x="12559" y="13765"/>
                </a:lnTo>
                <a:lnTo>
                  <a:pt x="12525" y="13799"/>
                </a:lnTo>
                <a:lnTo>
                  <a:pt x="12503" y="13844"/>
                </a:lnTo>
                <a:lnTo>
                  <a:pt x="12491" y="13890"/>
                </a:lnTo>
                <a:lnTo>
                  <a:pt x="12491" y="13935"/>
                </a:lnTo>
                <a:lnTo>
                  <a:pt x="12491" y="13981"/>
                </a:lnTo>
                <a:lnTo>
                  <a:pt x="12503" y="14015"/>
                </a:lnTo>
                <a:lnTo>
                  <a:pt x="10580" y="15130"/>
                </a:lnTo>
                <a:lnTo>
                  <a:pt x="10535" y="15084"/>
                </a:lnTo>
                <a:lnTo>
                  <a:pt x="10489" y="15039"/>
                </a:lnTo>
                <a:lnTo>
                  <a:pt x="10421" y="15016"/>
                </a:lnTo>
                <a:lnTo>
                  <a:pt x="10296" y="15016"/>
                </a:lnTo>
                <a:lnTo>
                  <a:pt x="10239" y="15039"/>
                </a:lnTo>
                <a:lnTo>
                  <a:pt x="10182" y="15084"/>
                </a:lnTo>
                <a:lnTo>
                  <a:pt x="10136" y="15130"/>
                </a:lnTo>
                <a:lnTo>
                  <a:pt x="8237" y="14026"/>
                </a:lnTo>
                <a:lnTo>
                  <a:pt x="8248" y="13981"/>
                </a:lnTo>
                <a:lnTo>
                  <a:pt x="8259" y="13935"/>
                </a:lnTo>
                <a:lnTo>
                  <a:pt x="8248" y="13878"/>
                </a:lnTo>
                <a:lnTo>
                  <a:pt x="8237" y="13833"/>
                </a:lnTo>
                <a:lnTo>
                  <a:pt x="8214" y="13787"/>
                </a:lnTo>
                <a:lnTo>
                  <a:pt x="8180" y="13753"/>
                </a:lnTo>
                <a:lnTo>
                  <a:pt x="8146" y="13719"/>
                </a:lnTo>
                <a:lnTo>
                  <a:pt x="8112" y="13696"/>
                </a:lnTo>
                <a:lnTo>
                  <a:pt x="8066" y="13674"/>
                </a:lnTo>
                <a:lnTo>
                  <a:pt x="8009" y="13662"/>
                </a:lnTo>
                <a:lnTo>
                  <a:pt x="8009" y="11376"/>
                </a:lnTo>
                <a:lnTo>
                  <a:pt x="8089" y="11353"/>
                </a:lnTo>
                <a:lnTo>
                  <a:pt x="8146" y="11308"/>
                </a:lnTo>
                <a:lnTo>
                  <a:pt x="8180" y="11251"/>
                </a:lnTo>
                <a:lnTo>
                  <a:pt x="8191" y="11217"/>
                </a:lnTo>
                <a:lnTo>
                  <a:pt x="8191" y="11171"/>
                </a:lnTo>
                <a:lnTo>
                  <a:pt x="8191" y="11137"/>
                </a:lnTo>
                <a:lnTo>
                  <a:pt x="8180" y="11091"/>
                </a:lnTo>
                <a:lnTo>
                  <a:pt x="10148" y="9965"/>
                </a:lnTo>
                <a:lnTo>
                  <a:pt x="10182" y="10011"/>
                </a:lnTo>
                <a:lnTo>
                  <a:pt x="10239" y="10045"/>
                </a:lnTo>
                <a:lnTo>
                  <a:pt x="10296" y="10068"/>
                </a:lnTo>
                <a:lnTo>
                  <a:pt x="10364" y="10079"/>
                </a:lnTo>
                <a:lnTo>
                  <a:pt x="10421" y="10068"/>
                </a:lnTo>
                <a:lnTo>
                  <a:pt x="10489" y="10045"/>
                </a:lnTo>
                <a:lnTo>
                  <a:pt x="10535" y="10011"/>
                </a:lnTo>
                <a:lnTo>
                  <a:pt x="10580" y="9954"/>
                </a:lnTo>
                <a:close/>
                <a:moveTo>
                  <a:pt x="39030" y="9965"/>
                </a:moveTo>
                <a:lnTo>
                  <a:pt x="40964" y="11080"/>
                </a:lnTo>
                <a:lnTo>
                  <a:pt x="40952" y="11126"/>
                </a:lnTo>
                <a:lnTo>
                  <a:pt x="40941" y="11171"/>
                </a:lnTo>
                <a:lnTo>
                  <a:pt x="40941" y="11217"/>
                </a:lnTo>
                <a:lnTo>
                  <a:pt x="40964" y="11262"/>
                </a:lnTo>
                <a:lnTo>
                  <a:pt x="40975" y="11296"/>
                </a:lnTo>
                <a:lnTo>
                  <a:pt x="41009" y="11330"/>
                </a:lnTo>
                <a:lnTo>
                  <a:pt x="41032" y="11353"/>
                </a:lnTo>
                <a:lnTo>
                  <a:pt x="41066" y="11376"/>
                </a:lnTo>
                <a:lnTo>
                  <a:pt x="41112" y="11387"/>
                </a:lnTo>
                <a:lnTo>
                  <a:pt x="41157" y="11399"/>
                </a:lnTo>
                <a:lnTo>
                  <a:pt x="41157" y="13674"/>
                </a:lnTo>
                <a:lnTo>
                  <a:pt x="41100" y="13674"/>
                </a:lnTo>
                <a:lnTo>
                  <a:pt x="41055" y="13696"/>
                </a:lnTo>
                <a:lnTo>
                  <a:pt x="41021" y="13719"/>
                </a:lnTo>
                <a:lnTo>
                  <a:pt x="40975" y="13753"/>
                </a:lnTo>
                <a:lnTo>
                  <a:pt x="40952" y="13787"/>
                </a:lnTo>
                <a:lnTo>
                  <a:pt x="40930" y="13833"/>
                </a:lnTo>
                <a:lnTo>
                  <a:pt x="40918" y="13878"/>
                </a:lnTo>
                <a:lnTo>
                  <a:pt x="40907" y="13935"/>
                </a:lnTo>
                <a:lnTo>
                  <a:pt x="40918" y="13981"/>
                </a:lnTo>
                <a:lnTo>
                  <a:pt x="40930" y="14026"/>
                </a:lnTo>
                <a:lnTo>
                  <a:pt x="39019" y="15130"/>
                </a:lnTo>
                <a:lnTo>
                  <a:pt x="38973" y="15084"/>
                </a:lnTo>
                <a:lnTo>
                  <a:pt x="38928" y="15050"/>
                </a:lnTo>
                <a:lnTo>
                  <a:pt x="38871" y="15027"/>
                </a:lnTo>
                <a:lnTo>
                  <a:pt x="38802" y="15016"/>
                </a:lnTo>
                <a:lnTo>
                  <a:pt x="38734" y="15027"/>
                </a:lnTo>
                <a:lnTo>
                  <a:pt x="38677" y="15050"/>
                </a:lnTo>
                <a:lnTo>
                  <a:pt x="38620" y="15084"/>
                </a:lnTo>
                <a:lnTo>
                  <a:pt x="38586" y="15130"/>
                </a:lnTo>
                <a:lnTo>
                  <a:pt x="36675" y="14026"/>
                </a:lnTo>
                <a:lnTo>
                  <a:pt x="36687" y="13981"/>
                </a:lnTo>
                <a:lnTo>
                  <a:pt x="36698" y="13935"/>
                </a:lnTo>
                <a:lnTo>
                  <a:pt x="36687" y="13878"/>
                </a:lnTo>
                <a:lnTo>
                  <a:pt x="36675" y="13833"/>
                </a:lnTo>
                <a:lnTo>
                  <a:pt x="36652" y="13787"/>
                </a:lnTo>
                <a:lnTo>
                  <a:pt x="36630" y="13753"/>
                </a:lnTo>
                <a:lnTo>
                  <a:pt x="36596" y="13719"/>
                </a:lnTo>
                <a:lnTo>
                  <a:pt x="36550" y="13696"/>
                </a:lnTo>
                <a:lnTo>
                  <a:pt x="36505" y="13674"/>
                </a:lnTo>
                <a:lnTo>
                  <a:pt x="36459" y="13674"/>
                </a:lnTo>
                <a:lnTo>
                  <a:pt x="36459" y="11410"/>
                </a:lnTo>
                <a:lnTo>
                  <a:pt x="36505" y="11410"/>
                </a:lnTo>
                <a:lnTo>
                  <a:pt x="36539" y="11387"/>
                </a:lnTo>
                <a:lnTo>
                  <a:pt x="36584" y="11364"/>
                </a:lnTo>
                <a:lnTo>
                  <a:pt x="36607" y="11330"/>
                </a:lnTo>
                <a:lnTo>
                  <a:pt x="36641" y="11296"/>
                </a:lnTo>
                <a:lnTo>
                  <a:pt x="36652" y="11262"/>
                </a:lnTo>
                <a:lnTo>
                  <a:pt x="36664" y="11217"/>
                </a:lnTo>
                <a:lnTo>
                  <a:pt x="36675" y="11171"/>
                </a:lnTo>
                <a:lnTo>
                  <a:pt x="36664" y="11126"/>
                </a:lnTo>
                <a:lnTo>
                  <a:pt x="36652" y="11080"/>
                </a:lnTo>
                <a:lnTo>
                  <a:pt x="38575" y="9965"/>
                </a:lnTo>
                <a:lnTo>
                  <a:pt x="38609" y="10022"/>
                </a:lnTo>
                <a:lnTo>
                  <a:pt x="38666" y="10056"/>
                </a:lnTo>
                <a:lnTo>
                  <a:pt x="38734" y="10090"/>
                </a:lnTo>
                <a:lnTo>
                  <a:pt x="38871" y="10090"/>
                </a:lnTo>
                <a:lnTo>
                  <a:pt x="38939" y="10056"/>
                </a:lnTo>
                <a:lnTo>
                  <a:pt x="38984" y="10022"/>
                </a:lnTo>
                <a:lnTo>
                  <a:pt x="39030" y="9965"/>
                </a:lnTo>
                <a:close/>
                <a:moveTo>
                  <a:pt x="43751" y="9954"/>
                </a:moveTo>
                <a:lnTo>
                  <a:pt x="45730" y="11091"/>
                </a:lnTo>
                <a:lnTo>
                  <a:pt x="45707" y="11126"/>
                </a:lnTo>
                <a:lnTo>
                  <a:pt x="45707" y="11171"/>
                </a:lnTo>
                <a:lnTo>
                  <a:pt x="45707" y="11217"/>
                </a:lnTo>
                <a:lnTo>
                  <a:pt x="45719" y="11251"/>
                </a:lnTo>
                <a:lnTo>
                  <a:pt x="45741" y="11285"/>
                </a:lnTo>
                <a:lnTo>
                  <a:pt x="45764" y="11308"/>
                </a:lnTo>
                <a:lnTo>
                  <a:pt x="45787" y="11342"/>
                </a:lnTo>
                <a:lnTo>
                  <a:pt x="45821" y="11353"/>
                </a:lnTo>
                <a:lnTo>
                  <a:pt x="45855" y="11364"/>
                </a:lnTo>
                <a:lnTo>
                  <a:pt x="45901" y="11376"/>
                </a:lnTo>
                <a:lnTo>
                  <a:pt x="45901" y="13696"/>
                </a:lnTo>
                <a:lnTo>
                  <a:pt x="45855" y="13708"/>
                </a:lnTo>
                <a:lnTo>
                  <a:pt x="45810" y="13719"/>
                </a:lnTo>
                <a:lnTo>
                  <a:pt x="45776" y="13742"/>
                </a:lnTo>
                <a:lnTo>
                  <a:pt x="45741" y="13776"/>
                </a:lnTo>
                <a:lnTo>
                  <a:pt x="45707" y="13810"/>
                </a:lnTo>
                <a:lnTo>
                  <a:pt x="45696" y="13844"/>
                </a:lnTo>
                <a:lnTo>
                  <a:pt x="45685" y="13890"/>
                </a:lnTo>
                <a:lnTo>
                  <a:pt x="45673" y="13935"/>
                </a:lnTo>
                <a:lnTo>
                  <a:pt x="45685" y="13981"/>
                </a:lnTo>
                <a:lnTo>
                  <a:pt x="45696" y="14015"/>
                </a:lnTo>
                <a:lnTo>
                  <a:pt x="43762" y="15130"/>
                </a:lnTo>
                <a:lnTo>
                  <a:pt x="43717" y="15084"/>
                </a:lnTo>
                <a:lnTo>
                  <a:pt x="43660" y="15050"/>
                </a:lnTo>
                <a:lnTo>
                  <a:pt x="43603" y="15027"/>
                </a:lnTo>
                <a:lnTo>
                  <a:pt x="43535" y="15016"/>
                </a:lnTo>
                <a:lnTo>
                  <a:pt x="43478" y="15027"/>
                </a:lnTo>
                <a:lnTo>
                  <a:pt x="43421" y="15050"/>
                </a:lnTo>
                <a:lnTo>
                  <a:pt x="43364" y="15084"/>
                </a:lnTo>
                <a:lnTo>
                  <a:pt x="43330" y="15130"/>
                </a:lnTo>
                <a:lnTo>
                  <a:pt x="41419" y="14026"/>
                </a:lnTo>
                <a:lnTo>
                  <a:pt x="41430" y="13981"/>
                </a:lnTo>
                <a:lnTo>
                  <a:pt x="41430" y="13935"/>
                </a:lnTo>
                <a:lnTo>
                  <a:pt x="41430" y="13878"/>
                </a:lnTo>
                <a:lnTo>
                  <a:pt x="41407" y="13833"/>
                </a:lnTo>
                <a:lnTo>
                  <a:pt x="41396" y="13799"/>
                </a:lnTo>
                <a:lnTo>
                  <a:pt x="41362" y="13753"/>
                </a:lnTo>
                <a:lnTo>
                  <a:pt x="41328" y="13730"/>
                </a:lnTo>
                <a:lnTo>
                  <a:pt x="41294" y="13696"/>
                </a:lnTo>
                <a:lnTo>
                  <a:pt x="41248" y="13685"/>
                </a:lnTo>
                <a:lnTo>
                  <a:pt x="41203" y="13674"/>
                </a:lnTo>
                <a:lnTo>
                  <a:pt x="41203" y="11399"/>
                </a:lnTo>
                <a:lnTo>
                  <a:pt x="41237" y="11387"/>
                </a:lnTo>
                <a:lnTo>
                  <a:pt x="41282" y="11376"/>
                </a:lnTo>
                <a:lnTo>
                  <a:pt x="41316" y="11353"/>
                </a:lnTo>
                <a:lnTo>
                  <a:pt x="41339" y="11319"/>
                </a:lnTo>
                <a:lnTo>
                  <a:pt x="41362" y="11296"/>
                </a:lnTo>
                <a:lnTo>
                  <a:pt x="41385" y="11251"/>
                </a:lnTo>
                <a:lnTo>
                  <a:pt x="41396" y="11217"/>
                </a:lnTo>
                <a:lnTo>
                  <a:pt x="41396" y="11171"/>
                </a:lnTo>
                <a:lnTo>
                  <a:pt x="41396" y="11126"/>
                </a:lnTo>
                <a:lnTo>
                  <a:pt x="41373" y="11091"/>
                </a:lnTo>
                <a:lnTo>
                  <a:pt x="43330" y="9965"/>
                </a:lnTo>
                <a:lnTo>
                  <a:pt x="43364" y="10011"/>
                </a:lnTo>
                <a:lnTo>
                  <a:pt x="43421" y="10045"/>
                </a:lnTo>
                <a:lnTo>
                  <a:pt x="43478" y="10068"/>
                </a:lnTo>
                <a:lnTo>
                  <a:pt x="43535" y="10079"/>
                </a:lnTo>
                <a:lnTo>
                  <a:pt x="43603" y="10068"/>
                </a:lnTo>
                <a:lnTo>
                  <a:pt x="43660" y="10045"/>
                </a:lnTo>
                <a:lnTo>
                  <a:pt x="43717" y="9999"/>
                </a:lnTo>
                <a:lnTo>
                  <a:pt x="43751" y="9954"/>
                </a:lnTo>
                <a:close/>
                <a:moveTo>
                  <a:pt x="62691" y="9931"/>
                </a:moveTo>
                <a:lnTo>
                  <a:pt x="64693" y="11091"/>
                </a:lnTo>
                <a:lnTo>
                  <a:pt x="64681" y="11137"/>
                </a:lnTo>
                <a:lnTo>
                  <a:pt x="64681" y="11171"/>
                </a:lnTo>
                <a:lnTo>
                  <a:pt x="64681" y="11217"/>
                </a:lnTo>
                <a:lnTo>
                  <a:pt x="64693" y="11251"/>
                </a:lnTo>
                <a:lnTo>
                  <a:pt x="64727" y="11308"/>
                </a:lnTo>
                <a:lnTo>
                  <a:pt x="64784" y="11353"/>
                </a:lnTo>
                <a:lnTo>
                  <a:pt x="64818" y="11364"/>
                </a:lnTo>
                <a:lnTo>
                  <a:pt x="64863" y="11376"/>
                </a:lnTo>
                <a:lnTo>
                  <a:pt x="64863" y="13662"/>
                </a:lnTo>
                <a:lnTo>
                  <a:pt x="64807" y="13674"/>
                </a:lnTo>
                <a:lnTo>
                  <a:pt x="64761" y="13696"/>
                </a:lnTo>
                <a:lnTo>
                  <a:pt x="64727" y="13719"/>
                </a:lnTo>
                <a:lnTo>
                  <a:pt x="64681" y="13753"/>
                </a:lnTo>
                <a:lnTo>
                  <a:pt x="64659" y="13787"/>
                </a:lnTo>
                <a:lnTo>
                  <a:pt x="64636" y="13833"/>
                </a:lnTo>
                <a:lnTo>
                  <a:pt x="64625" y="13878"/>
                </a:lnTo>
                <a:lnTo>
                  <a:pt x="64613" y="13935"/>
                </a:lnTo>
                <a:lnTo>
                  <a:pt x="64625" y="13981"/>
                </a:lnTo>
                <a:lnTo>
                  <a:pt x="64636" y="14026"/>
                </a:lnTo>
                <a:lnTo>
                  <a:pt x="62725" y="15130"/>
                </a:lnTo>
                <a:lnTo>
                  <a:pt x="62691" y="15084"/>
                </a:lnTo>
                <a:lnTo>
                  <a:pt x="62634" y="15050"/>
                </a:lnTo>
                <a:lnTo>
                  <a:pt x="62577" y="15027"/>
                </a:lnTo>
                <a:lnTo>
                  <a:pt x="62509" y="15016"/>
                </a:lnTo>
                <a:lnTo>
                  <a:pt x="62441" y="15027"/>
                </a:lnTo>
                <a:lnTo>
                  <a:pt x="62384" y="15050"/>
                </a:lnTo>
                <a:lnTo>
                  <a:pt x="62338" y="15084"/>
                </a:lnTo>
                <a:lnTo>
                  <a:pt x="62293" y="15130"/>
                </a:lnTo>
                <a:lnTo>
                  <a:pt x="60302" y="13981"/>
                </a:lnTo>
                <a:lnTo>
                  <a:pt x="60313" y="13935"/>
                </a:lnTo>
                <a:lnTo>
                  <a:pt x="60302" y="13867"/>
                </a:lnTo>
                <a:lnTo>
                  <a:pt x="60268" y="13821"/>
                </a:lnTo>
                <a:lnTo>
                  <a:pt x="60222" y="13787"/>
                </a:lnTo>
                <a:lnTo>
                  <a:pt x="60165" y="13765"/>
                </a:lnTo>
                <a:lnTo>
                  <a:pt x="60165" y="11444"/>
                </a:lnTo>
                <a:lnTo>
                  <a:pt x="60211" y="11433"/>
                </a:lnTo>
                <a:lnTo>
                  <a:pt x="60256" y="11410"/>
                </a:lnTo>
                <a:lnTo>
                  <a:pt x="60302" y="11387"/>
                </a:lnTo>
                <a:lnTo>
                  <a:pt x="60336" y="11353"/>
                </a:lnTo>
                <a:lnTo>
                  <a:pt x="60370" y="11319"/>
                </a:lnTo>
                <a:lnTo>
                  <a:pt x="60393" y="11273"/>
                </a:lnTo>
                <a:lnTo>
                  <a:pt x="60404" y="11228"/>
                </a:lnTo>
                <a:lnTo>
                  <a:pt x="60404" y="11171"/>
                </a:lnTo>
                <a:lnTo>
                  <a:pt x="60404" y="11114"/>
                </a:lnTo>
                <a:lnTo>
                  <a:pt x="60382" y="11057"/>
                </a:lnTo>
                <a:lnTo>
                  <a:pt x="62338" y="9931"/>
                </a:lnTo>
                <a:lnTo>
                  <a:pt x="62372" y="9977"/>
                </a:lnTo>
                <a:lnTo>
                  <a:pt x="62406" y="9999"/>
                </a:lnTo>
                <a:lnTo>
                  <a:pt x="62463" y="10022"/>
                </a:lnTo>
                <a:lnTo>
                  <a:pt x="62509" y="10033"/>
                </a:lnTo>
                <a:lnTo>
                  <a:pt x="62566" y="10022"/>
                </a:lnTo>
                <a:lnTo>
                  <a:pt x="62611" y="9999"/>
                </a:lnTo>
                <a:lnTo>
                  <a:pt x="62657" y="9977"/>
                </a:lnTo>
                <a:lnTo>
                  <a:pt x="62691" y="9931"/>
                </a:lnTo>
                <a:close/>
                <a:moveTo>
                  <a:pt x="67468" y="9954"/>
                </a:moveTo>
                <a:lnTo>
                  <a:pt x="69448" y="11103"/>
                </a:lnTo>
                <a:lnTo>
                  <a:pt x="69436" y="11137"/>
                </a:lnTo>
                <a:lnTo>
                  <a:pt x="69425" y="11171"/>
                </a:lnTo>
                <a:lnTo>
                  <a:pt x="69425" y="11205"/>
                </a:lnTo>
                <a:lnTo>
                  <a:pt x="69436" y="11239"/>
                </a:lnTo>
                <a:lnTo>
                  <a:pt x="69482" y="11308"/>
                </a:lnTo>
                <a:lnTo>
                  <a:pt x="69527" y="11342"/>
                </a:lnTo>
                <a:lnTo>
                  <a:pt x="69596" y="11364"/>
                </a:lnTo>
                <a:lnTo>
                  <a:pt x="69596" y="13696"/>
                </a:lnTo>
                <a:lnTo>
                  <a:pt x="69562" y="13708"/>
                </a:lnTo>
                <a:lnTo>
                  <a:pt x="69516" y="13719"/>
                </a:lnTo>
                <a:lnTo>
                  <a:pt x="69482" y="13742"/>
                </a:lnTo>
                <a:lnTo>
                  <a:pt x="69448" y="13765"/>
                </a:lnTo>
                <a:lnTo>
                  <a:pt x="69414" y="13799"/>
                </a:lnTo>
                <a:lnTo>
                  <a:pt x="69402" y="13844"/>
                </a:lnTo>
                <a:lnTo>
                  <a:pt x="69391" y="13890"/>
                </a:lnTo>
                <a:lnTo>
                  <a:pt x="69380" y="13935"/>
                </a:lnTo>
                <a:lnTo>
                  <a:pt x="69391" y="13981"/>
                </a:lnTo>
                <a:lnTo>
                  <a:pt x="69402" y="14015"/>
                </a:lnTo>
                <a:lnTo>
                  <a:pt x="67468" y="15130"/>
                </a:lnTo>
                <a:lnTo>
                  <a:pt x="67434" y="15084"/>
                </a:lnTo>
                <a:lnTo>
                  <a:pt x="67377" y="15039"/>
                </a:lnTo>
                <a:lnTo>
                  <a:pt x="67321" y="15016"/>
                </a:lnTo>
                <a:lnTo>
                  <a:pt x="67184" y="15016"/>
                </a:lnTo>
                <a:lnTo>
                  <a:pt x="67127" y="15039"/>
                </a:lnTo>
                <a:lnTo>
                  <a:pt x="67070" y="15084"/>
                </a:lnTo>
                <a:lnTo>
                  <a:pt x="67036" y="15130"/>
                </a:lnTo>
                <a:lnTo>
                  <a:pt x="65125" y="14026"/>
                </a:lnTo>
                <a:lnTo>
                  <a:pt x="65136" y="13981"/>
                </a:lnTo>
                <a:lnTo>
                  <a:pt x="65148" y="13935"/>
                </a:lnTo>
                <a:lnTo>
                  <a:pt x="65136" y="13878"/>
                </a:lnTo>
                <a:lnTo>
                  <a:pt x="65125" y="13833"/>
                </a:lnTo>
                <a:lnTo>
                  <a:pt x="65102" y="13787"/>
                </a:lnTo>
                <a:lnTo>
                  <a:pt x="65080" y="13753"/>
                </a:lnTo>
                <a:lnTo>
                  <a:pt x="65045" y="13719"/>
                </a:lnTo>
                <a:lnTo>
                  <a:pt x="65000" y="13696"/>
                </a:lnTo>
                <a:lnTo>
                  <a:pt x="64954" y="13674"/>
                </a:lnTo>
                <a:lnTo>
                  <a:pt x="64909" y="13662"/>
                </a:lnTo>
                <a:lnTo>
                  <a:pt x="64909" y="11376"/>
                </a:lnTo>
                <a:lnTo>
                  <a:pt x="64977" y="11353"/>
                </a:lnTo>
                <a:lnTo>
                  <a:pt x="65034" y="11308"/>
                </a:lnTo>
                <a:lnTo>
                  <a:pt x="65068" y="11251"/>
                </a:lnTo>
                <a:lnTo>
                  <a:pt x="65080" y="11217"/>
                </a:lnTo>
                <a:lnTo>
                  <a:pt x="65080" y="11171"/>
                </a:lnTo>
                <a:lnTo>
                  <a:pt x="65080" y="11137"/>
                </a:lnTo>
                <a:lnTo>
                  <a:pt x="65068" y="11091"/>
                </a:lnTo>
                <a:lnTo>
                  <a:pt x="67036" y="9965"/>
                </a:lnTo>
                <a:lnTo>
                  <a:pt x="67070" y="10011"/>
                </a:lnTo>
                <a:lnTo>
                  <a:pt x="67127" y="10045"/>
                </a:lnTo>
                <a:lnTo>
                  <a:pt x="67184" y="10068"/>
                </a:lnTo>
                <a:lnTo>
                  <a:pt x="67252" y="10079"/>
                </a:lnTo>
                <a:lnTo>
                  <a:pt x="67321" y="10068"/>
                </a:lnTo>
                <a:lnTo>
                  <a:pt x="67377" y="10045"/>
                </a:lnTo>
                <a:lnTo>
                  <a:pt x="67423" y="10011"/>
                </a:lnTo>
                <a:lnTo>
                  <a:pt x="67468" y="9954"/>
                </a:lnTo>
                <a:close/>
                <a:moveTo>
                  <a:pt x="24731" y="9920"/>
                </a:moveTo>
                <a:lnTo>
                  <a:pt x="26767" y="11091"/>
                </a:lnTo>
                <a:lnTo>
                  <a:pt x="26756" y="11137"/>
                </a:lnTo>
                <a:lnTo>
                  <a:pt x="26756" y="11171"/>
                </a:lnTo>
                <a:lnTo>
                  <a:pt x="26756" y="11205"/>
                </a:lnTo>
                <a:lnTo>
                  <a:pt x="26767" y="11251"/>
                </a:lnTo>
                <a:lnTo>
                  <a:pt x="26813" y="11308"/>
                </a:lnTo>
                <a:lnTo>
                  <a:pt x="26858" y="11342"/>
                </a:lnTo>
                <a:lnTo>
                  <a:pt x="26927" y="11364"/>
                </a:lnTo>
                <a:lnTo>
                  <a:pt x="26927" y="13685"/>
                </a:lnTo>
                <a:lnTo>
                  <a:pt x="26881" y="13696"/>
                </a:lnTo>
                <a:lnTo>
                  <a:pt x="26847" y="13708"/>
                </a:lnTo>
                <a:lnTo>
                  <a:pt x="26801" y="13730"/>
                </a:lnTo>
                <a:lnTo>
                  <a:pt x="26767" y="13765"/>
                </a:lnTo>
                <a:lnTo>
                  <a:pt x="26745" y="13799"/>
                </a:lnTo>
                <a:lnTo>
                  <a:pt x="26722" y="13844"/>
                </a:lnTo>
                <a:lnTo>
                  <a:pt x="26710" y="13878"/>
                </a:lnTo>
                <a:lnTo>
                  <a:pt x="26699" y="13935"/>
                </a:lnTo>
                <a:lnTo>
                  <a:pt x="26710" y="13981"/>
                </a:lnTo>
                <a:lnTo>
                  <a:pt x="26722" y="14026"/>
                </a:lnTo>
                <a:lnTo>
                  <a:pt x="24788" y="15141"/>
                </a:lnTo>
                <a:lnTo>
                  <a:pt x="24742" y="15096"/>
                </a:lnTo>
                <a:lnTo>
                  <a:pt x="24697" y="15061"/>
                </a:lnTo>
                <a:lnTo>
                  <a:pt x="24640" y="15039"/>
                </a:lnTo>
                <a:lnTo>
                  <a:pt x="24583" y="15027"/>
                </a:lnTo>
                <a:lnTo>
                  <a:pt x="24515" y="15039"/>
                </a:lnTo>
                <a:lnTo>
                  <a:pt x="24458" y="15061"/>
                </a:lnTo>
                <a:lnTo>
                  <a:pt x="24413" y="15096"/>
                </a:lnTo>
                <a:lnTo>
                  <a:pt x="24378" y="15141"/>
                </a:lnTo>
                <a:lnTo>
                  <a:pt x="22376" y="13981"/>
                </a:lnTo>
                <a:lnTo>
                  <a:pt x="22388" y="13935"/>
                </a:lnTo>
                <a:lnTo>
                  <a:pt x="22376" y="13867"/>
                </a:lnTo>
                <a:lnTo>
                  <a:pt x="22342" y="13810"/>
                </a:lnTo>
                <a:lnTo>
                  <a:pt x="22297" y="13776"/>
                </a:lnTo>
                <a:lnTo>
                  <a:pt x="22240" y="13753"/>
                </a:lnTo>
                <a:lnTo>
                  <a:pt x="22240" y="11376"/>
                </a:lnTo>
                <a:lnTo>
                  <a:pt x="22274" y="11376"/>
                </a:lnTo>
                <a:lnTo>
                  <a:pt x="22308" y="11353"/>
                </a:lnTo>
                <a:lnTo>
                  <a:pt x="22365" y="11308"/>
                </a:lnTo>
                <a:lnTo>
                  <a:pt x="22410" y="11251"/>
                </a:lnTo>
                <a:lnTo>
                  <a:pt x="22410" y="11217"/>
                </a:lnTo>
                <a:lnTo>
                  <a:pt x="22422" y="11171"/>
                </a:lnTo>
                <a:lnTo>
                  <a:pt x="22410" y="11137"/>
                </a:lnTo>
                <a:lnTo>
                  <a:pt x="22399" y="11091"/>
                </a:lnTo>
                <a:lnTo>
                  <a:pt x="24435" y="9920"/>
                </a:lnTo>
                <a:lnTo>
                  <a:pt x="24458" y="9954"/>
                </a:lnTo>
                <a:lnTo>
                  <a:pt x="24492" y="9977"/>
                </a:lnTo>
                <a:lnTo>
                  <a:pt x="24538" y="9999"/>
                </a:lnTo>
                <a:lnTo>
                  <a:pt x="24629" y="9999"/>
                </a:lnTo>
                <a:lnTo>
                  <a:pt x="24663" y="9977"/>
                </a:lnTo>
                <a:lnTo>
                  <a:pt x="24697" y="9954"/>
                </a:lnTo>
                <a:lnTo>
                  <a:pt x="24731" y="9920"/>
                </a:lnTo>
                <a:close/>
                <a:moveTo>
                  <a:pt x="48472" y="9942"/>
                </a:moveTo>
                <a:lnTo>
                  <a:pt x="50485" y="11103"/>
                </a:lnTo>
                <a:lnTo>
                  <a:pt x="50474" y="11137"/>
                </a:lnTo>
                <a:lnTo>
                  <a:pt x="50474" y="11171"/>
                </a:lnTo>
                <a:lnTo>
                  <a:pt x="50485" y="11239"/>
                </a:lnTo>
                <a:lnTo>
                  <a:pt x="50519" y="11296"/>
                </a:lnTo>
                <a:lnTo>
                  <a:pt x="50576" y="11342"/>
                </a:lnTo>
                <a:lnTo>
                  <a:pt x="50633" y="11353"/>
                </a:lnTo>
                <a:lnTo>
                  <a:pt x="50633" y="13765"/>
                </a:lnTo>
                <a:lnTo>
                  <a:pt x="50576" y="13776"/>
                </a:lnTo>
                <a:lnTo>
                  <a:pt x="50519" y="13810"/>
                </a:lnTo>
                <a:lnTo>
                  <a:pt x="50496" y="13867"/>
                </a:lnTo>
                <a:lnTo>
                  <a:pt x="50474" y="13935"/>
                </a:lnTo>
                <a:lnTo>
                  <a:pt x="50485" y="13981"/>
                </a:lnTo>
                <a:lnTo>
                  <a:pt x="48494" y="15141"/>
                </a:lnTo>
                <a:lnTo>
                  <a:pt x="48449" y="15084"/>
                </a:lnTo>
                <a:lnTo>
                  <a:pt x="48403" y="15050"/>
                </a:lnTo>
                <a:lnTo>
                  <a:pt x="48346" y="15027"/>
                </a:lnTo>
                <a:lnTo>
                  <a:pt x="48278" y="15016"/>
                </a:lnTo>
                <a:lnTo>
                  <a:pt x="48221" y="15027"/>
                </a:lnTo>
                <a:lnTo>
                  <a:pt x="48164" y="15050"/>
                </a:lnTo>
                <a:lnTo>
                  <a:pt x="48108" y="15084"/>
                </a:lnTo>
                <a:lnTo>
                  <a:pt x="48073" y="15130"/>
                </a:lnTo>
                <a:lnTo>
                  <a:pt x="46128" y="14003"/>
                </a:lnTo>
                <a:lnTo>
                  <a:pt x="46140" y="13969"/>
                </a:lnTo>
                <a:lnTo>
                  <a:pt x="46140" y="13935"/>
                </a:lnTo>
                <a:lnTo>
                  <a:pt x="46140" y="13890"/>
                </a:lnTo>
                <a:lnTo>
                  <a:pt x="46128" y="13844"/>
                </a:lnTo>
                <a:lnTo>
                  <a:pt x="46105" y="13810"/>
                </a:lnTo>
                <a:lnTo>
                  <a:pt x="46083" y="13776"/>
                </a:lnTo>
                <a:lnTo>
                  <a:pt x="46060" y="13753"/>
                </a:lnTo>
                <a:lnTo>
                  <a:pt x="46026" y="13730"/>
                </a:lnTo>
                <a:lnTo>
                  <a:pt x="45980" y="13708"/>
                </a:lnTo>
                <a:lnTo>
                  <a:pt x="45946" y="13696"/>
                </a:lnTo>
                <a:lnTo>
                  <a:pt x="45946" y="11376"/>
                </a:lnTo>
                <a:lnTo>
                  <a:pt x="46014" y="11353"/>
                </a:lnTo>
                <a:lnTo>
                  <a:pt x="46060" y="11308"/>
                </a:lnTo>
                <a:lnTo>
                  <a:pt x="46094" y="11251"/>
                </a:lnTo>
                <a:lnTo>
                  <a:pt x="46117" y="11171"/>
                </a:lnTo>
                <a:lnTo>
                  <a:pt x="46105" y="11137"/>
                </a:lnTo>
                <a:lnTo>
                  <a:pt x="46094" y="11103"/>
                </a:lnTo>
                <a:lnTo>
                  <a:pt x="48085" y="9954"/>
                </a:lnTo>
                <a:lnTo>
                  <a:pt x="48119" y="9988"/>
                </a:lnTo>
                <a:lnTo>
                  <a:pt x="48164" y="10022"/>
                </a:lnTo>
                <a:lnTo>
                  <a:pt x="48221" y="10045"/>
                </a:lnTo>
                <a:lnTo>
                  <a:pt x="48278" y="10056"/>
                </a:lnTo>
                <a:lnTo>
                  <a:pt x="48335" y="10045"/>
                </a:lnTo>
                <a:lnTo>
                  <a:pt x="48392" y="10022"/>
                </a:lnTo>
                <a:lnTo>
                  <a:pt x="48437" y="9988"/>
                </a:lnTo>
                <a:lnTo>
                  <a:pt x="48472" y="9942"/>
                </a:lnTo>
                <a:close/>
                <a:moveTo>
                  <a:pt x="81619" y="9920"/>
                </a:moveTo>
                <a:lnTo>
                  <a:pt x="83667" y="11091"/>
                </a:lnTo>
                <a:lnTo>
                  <a:pt x="83656" y="11137"/>
                </a:lnTo>
                <a:lnTo>
                  <a:pt x="83644" y="11171"/>
                </a:lnTo>
                <a:lnTo>
                  <a:pt x="83656" y="11205"/>
                </a:lnTo>
                <a:lnTo>
                  <a:pt x="83667" y="11251"/>
                </a:lnTo>
                <a:lnTo>
                  <a:pt x="83701" y="11308"/>
                </a:lnTo>
                <a:lnTo>
                  <a:pt x="83758" y="11342"/>
                </a:lnTo>
                <a:lnTo>
                  <a:pt x="83826" y="11364"/>
                </a:lnTo>
                <a:lnTo>
                  <a:pt x="83826" y="13685"/>
                </a:lnTo>
                <a:lnTo>
                  <a:pt x="83781" y="13696"/>
                </a:lnTo>
                <a:lnTo>
                  <a:pt x="83735" y="13708"/>
                </a:lnTo>
                <a:lnTo>
                  <a:pt x="83690" y="13730"/>
                </a:lnTo>
                <a:lnTo>
                  <a:pt x="83656" y="13765"/>
                </a:lnTo>
                <a:lnTo>
                  <a:pt x="83633" y="13799"/>
                </a:lnTo>
                <a:lnTo>
                  <a:pt x="83610" y="13844"/>
                </a:lnTo>
                <a:lnTo>
                  <a:pt x="83599" y="13878"/>
                </a:lnTo>
                <a:lnTo>
                  <a:pt x="83599" y="13935"/>
                </a:lnTo>
                <a:lnTo>
                  <a:pt x="83599" y="13981"/>
                </a:lnTo>
                <a:lnTo>
                  <a:pt x="83610" y="14026"/>
                </a:lnTo>
                <a:lnTo>
                  <a:pt x="81676" y="15141"/>
                </a:lnTo>
                <a:lnTo>
                  <a:pt x="81642" y="15096"/>
                </a:lnTo>
                <a:lnTo>
                  <a:pt x="81585" y="15061"/>
                </a:lnTo>
                <a:lnTo>
                  <a:pt x="81528" y="15039"/>
                </a:lnTo>
                <a:lnTo>
                  <a:pt x="81472" y="15027"/>
                </a:lnTo>
                <a:lnTo>
                  <a:pt x="81415" y="15039"/>
                </a:lnTo>
                <a:lnTo>
                  <a:pt x="81358" y="15061"/>
                </a:lnTo>
                <a:lnTo>
                  <a:pt x="81312" y="15096"/>
                </a:lnTo>
                <a:lnTo>
                  <a:pt x="81267" y="15141"/>
                </a:lnTo>
                <a:lnTo>
                  <a:pt x="79276" y="13981"/>
                </a:lnTo>
                <a:lnTo>
                  <a:pt x="79287" y="13935"/>
                </a:lnTo>
                <a:lnTo>
                  <a:pt x="79265" y="13867"/>
                </a:lnTo>
                <a:lnTo>
                  <a:pt x="79242" y="13810"/>
                </a:lnTo>
                <a:lnTo>
                  <a:pt x="79185" y="13776"/>
                </a:lnTo>
                <a:lnTo>
                  <a:pt x="79128" y="13753"/>
                </a:lnTo>
                <a:lnTo>
                  <a:pt x="79128" y="11376"/>
                </a:lnTo>
                <a:lnTo>
                  <a:pt x="79162" y="11376"/>
                </a:lnTo>
                <a:lnTo>
                  <a:pt x="79196" y="11353"/>
                </a:lnTo>
                <a:lnTo>
                  <a:pt x="79253" y="11308"/>
                </a:lnTo>
                <a:lnTo>
                  <a:pt x="79299" y="11251"/>
                </a:lnTo>
                <a:lnTo>
                  <a:pt x="79310" y="11217"/>
                </a:lnTo>
                <a:lnTo>
                  <a:pt x="79310" y="11171"/>
                </a:lnTo>
                <a:lnTo>
                  <a:pt x="79310" y="11137"/>
                </a:lnTo>
                <a:lnTo>
                  <a:pt x="79299" y="11091"/>
                </a:lnTo>
                <a:lnTo>
                  <a:pt x="81324" y="9920"/>
                </a:lnTo>
                <a:lnTo>
                  <a:pt x="81346" y="9954"/>
                </a:lnTo>
                <a:lnTo>
                  <a:pt x="81392" y="9977"/>
                </a:lnTo>
                <a:lnTo>
                  <a:pt x="81426" y="9999"/>
                </a:lnTo>
                <a:lnTo>
                  <a:pt x="81517" y="9999"/>
                </a:lnTo>
                <a:lnTo>
                  <a:pt x="81563" y="9977"/>
                </a:lnTo>
                <a:lnTo>
                  <a:pt x="81597" y="9954"/>
                </a:lnTo>
                <a:lnTo>
                  <a:pt x="81619" y="9920"/>
                </a:lnTo>
                <a:close/>
                <a:moveTo>
                  <a:pt x="57959" y="9942"/>
                </a:moveTo>
                <a:lnTo>
                  <a:pt x="59892" y="11057"/>
                </a:lnTo>
                <a:lnTo>
                  <a:pt x="59881" y="11114"/>
                </a:lnTo>
                <a:lnTo>
                  <a:pt x="59870" y="11171"/>
                </a:lnTo>
                <a:lnTo>
                  <a:pt x="59881" y="11228"/>
                </a:lnTo>
                <a:lnTo>
                  <a:pt x="59892" y="11273"/>
                </a:lnTo>
                <a:lnTo>
                  <a:pt x="59915" y="11319"/>
                </a:lnTo>
                <a:lnTo>
                  <a:pt x="59938" y="11353"/>
                </a:lnTo>
                <a:lnTo>
                  <a:pt x="59983" y="11387"/>
                </a:lnTo>
                <a:lnTo>
                  <a:pt x="60018" y="11410"/>
                </a:lnTo>
                <a:lnTo>
                  <a:pt x="60063" y="11433"/>
                </a:lnTo>
                <a:lnTo>
                  <a:pt x="60120" y="11444"/>
                </a:lnTo>
                <a:lnTo>
                  <a:pt x="60120" y="13765"/>
                </a:lnTo>
                <a:lnTo>
                  <a:pt x="60063" y="13776"/>
                </a:lnTo>
                <a:lnTo>
                  <a:pt x="60018" y="13821"/>
                </a:lnTo>
                <a:lnTo>
                  <a:pt x="59983" y="13867"/>
                </a:lnTo>
                <a:lnTo>
                  <a:pt x="59972" y="13935"/>
                </a:lnTo>
                <a:lnTo>
                  <a:pt x="59983" y="13981"/>
                </a:lnTo>
                <a:lnTo>
                  <a:pt x="57959" y="15152"/>
                </a:lnTo>
                <a:lnTo>
                  <a:pt x="57924" y="15107"/>
                </a:lnTo>
                <a:lnTo>
                  <a:pt x="57879" y="15073"/>
                </a:lnTo>
                <a:lnTo>
                  <a:pt x="57822" y="15050"/>
                </a:lnTo>
                <a:lnTo>
                  <a:pt x="57708" y="15050"/>
                </a:lnTo>
                <a:lnTo>
                  <a:pt x="57663" y="15073"/>
                </a:lnTo>
                <a:lnTo>
                  <a:pt x="57617" y="15107"/>
                </a:lnTo>
                <a:lnTo>
                  <a:pt x="57583" y="15141"/>
                </a:lnTo>
                <a:lnTo>
                  <a:pt x="55570" y="13981"/>
                </a:lnTo>
                <a:lnTo>
                  <a:pt x="55581" y="13935"/>
                </a:lnTo>
                <a:lnTo>
                  <a:pt x="55570" y="13867"/>
                </a:lnTo>
                <a:lnTo>
                  <a:pt x="55536" y="13810"/>
                </a:lnTo>
                <a:lnTo>
                  <a:pt x="55490" y="13765"/>
                </a:lnTo>
                <a:lnTo>
                  <a:pt x="55422" y="13742"/>
                </a:lnTo>
                <a:lnTo>
                  <a:pt x="55422" y="11376"/>
                </a:lnTo>
                <a:lnTo>
                  <a:pt x="55490" y="11353"/>
                </a:lnTo>
                <a:lnTo>
                  <a:pt x="55547" y="11308"/>
                </a:lnTo>
                <a:lnTo>
                  <a:pt x="55593" y="11251"/>
                </a:lnTo>
                <a:lnTo>
                  <a:pt x="55604" y="11217"/>
                </a:lnTo>
                <a:lnTo>
                  <a:pt x="55604" y="11171"/>
                </a:lnTo>
                <a:lnTo>
                  <a:pt x="55593" y="11137"/>
                </a:lnTo>
                <a:lnTo>
                  <a:pt x="55581" y="11091"/>
                </a:lnTo>
                <a:lnTo>
                  <a:pt x="57583" y="9942"/>
                </a:lnTo>
                <a:lnTo>
                  <a:pt x="57617" y="9988"/>
                </a:lnTo>
                <a:lnTo>
                  <a:pt x="57663" y="10022"/>
                </a:lnTo>
                <a:lnTo>
                  <a:pt x="57708" y="10045"/>
                </a:lnTo>
                <a:lnTo>
                  <a:pt x="57833" y="10045"/>
                </a:lnTo>
                <a:lnTo>
                  <a:pt x="57879" y="10022"/>
                </a:lnTo>
                <a:lnTo>
                  <a:pt x="57924" y="9988"/>
                </a:lnTo>
                <a:lnTo>
                  <a:pt x="57959" y="9942"/>
                </a:lnTo>
                <a:close/>
                <a:moveTo>
                  <a:pt x="34264" y="9942"/>
                </a:moveTo>
                <a:lnTo>
                  <a:pt x="36209" y="11069"/>
                </a:lnTo>
                <a:lnTo>
                  <a:pt x="36197" y="11126"/>
                </a:lnTo>
                <a:lnTo>
                  <a:pt x="36186" y="11171"/>
                </a:lnTo>
                <a:lnTo>
                  <a:pt x="36186" y="11217"/>
                </a:lnTo>
                <a:lnTo>
                  <a:pt x="36209" y="11262"/>
                </a:lnTo>
                <a:lnTo>
                  <a:pt x="36220" y="11308"/>
                </a:lnTo>
                <a:lnTo>
                  <a:pt x="36254" y="11342"/>
                </a:lnTo>
                <a:lnTo>
                  <a:pt x="36288" y="11364"/>
                </a:lnTo>
                <a:lnTo>
                  <a:pt x="36323" y="11387"/>
                </a:lnTo>
                <a:lnTo>
                  <a:pt x="36368" y="11410"/>
                </a:lnTo>
                <a:lnTo>
                  <a:pt x="36414" y="11421"/>
                </a:lnTo>
                <a:lnTo>
                  <a:pt x="36414" y="13662"/>
                </a:lnTo>
                <a:lnTo>
                  <a:pt x="36368" y="13674"/>
                </a:lnTo>
                <a:lnTo>
                  <a:pt x="36311" y="13696"/>
                </a:lnTo>
                <a:lnTo>
                  <a:pt x="36277" y="13719"/>
                </a:lnTo>
                <a:lnTo>
                  <a:pt x="36232" y="13753"/>
                </a:lnTo>
                <a:lnTo>
                  <a:pt x="36209" y="13787"/>
                </a:lnTo>
                <a:lnTo>
                  <a:pt x="36186" y="13833"/>
                </a:lnTo>
                <a:lnTo>
                  <a:pt x="36175" y="13878"/>
                </a:lnTo>
                <a:lnTo>
                  <a:pt x="36163" y="13935"/>
                </a:lnTo>
                <a:lnTo>
                  <a:pt x="36175" y="13981"/>
                </a:lnTo>
                <a:lnTo>
                  <a:pt x="36186" y="14038"/>
                </a:lnTo>
                <a:lnTo>
                  <a:pt x="34218" y="15164"/>
                </a:lnTo>
                <a:lnTo>
                  <a:pt x="34184" y="15130"/>
                </a:lnTo>
                <a:lnTo>
                  <a:pt x="34150" y="15107"/>
                </a:lnTo>
                <a:lnTo>
                  <a:pt x="34104" y="15084"/>
                </a:lnTo>
                <a:lnTo>
                  <a:pt x="34013" y="15084"/>
                </a:lnTo>
                <a:lnTo>
                  <a:pt x="33968" y="15107"/>
                </a:lnTo>
                <a:lnTo>
                  <a:pt x="33934" y="15130"/>
                </a:lnTo>
                <a:lnTo>
                  <a:pt x="33900" y="15164"/>
                </a:lnTo>
                <a:lnTo>
                  <a:pt x="31920" y="14015"/>
                </a:lnTo>
                <a:lnTo>
                  <a:pt x="31932" y="13981"/>
                </a:lnTo>
                <a:lnTo>
                  <a:pt x="31943" y="13935"/>
                </a:lnTo>
                <a:lnTo>
                  <a:pt x="31932" y="13890"/>
                </a:lnTo>
                <a:lnTo>
                  <a:pt x="31920" y="13844"/>
                </a:lnTo>
                <a:lnTo>
                  <a:pt x="31909" y="13799"/>
                </a:lnTo>
                <a:lnTo>
                  <a:pt x="31875" y="13765"/>
                </a:lnTo>
                <a:lnTo>
                  <a:pt x="31841" y="13730"/>
                </a:lnTo>
                <a:lnTo>
                  <a:pt x="31807" y="13708"/>
                </a:lnTo>
                <a:lnTo>
                  <a:pt x="31761" y="13696"/>
                </a:lnTo>
                <a:lnTo>
                  <a:pt x="31716" y="13685"/>
                </a:lnTo>
                <a:lnTo>
                  <a:pt x="31716" y="11353"/>
                </a:lnTo>
                <a:lnTo>
                  <a:pt x="31784" y="11330"/>
                </a:lnTo>
                <a:lnTo>
                  <a:pt x="31829" y="11296"/>
                </a:lnTo>
                <a:lnTo>
                  <a:pt x="31863" y="11239"/>
                </a:lnTo>
                <a:lnTo>
                  <a:pt x="31875" y="11171"/>
                </a:lnTo>
                <a:lnTo>
                  <a:pt x="31875" y="11137"/>
                </a:lnTo>
                <a:lnTo>
                  <a:pt x="31863" y="11103"/>
                </a:lnTo>
                <a:lnTo>
                  <a:pt x="33854" y="9954"/>
                </a:lnTo>
                <a:lnTo>
                  <a:pt x="33900" y="9999"/>
                </a:lnTo>
                <a:lnTo>
                  <a:pt x="33945" y="10033"/>
                </a:lnTo>
                <a:lnTo>
                  <a:pt x="34002" y="10056"/>
                </a:lnTo>
                <a:lnTo>
                  <a:pt x="34059" y="10068"/>
                </a:lnTo>
                <a:lnTo>
                  <a:pt x="34127" y="10056"/>
                </a:lnTo>
                <a:lnTo>
                  <a:pt x="34184" y="10033"/>
                </a:lnTo>
                <a:lnTo>
                  <a:pt x="34230" y="9999"/>
                </a:lnTo>
                <a:lnTo>
                  <a:pt x="34264" y="9942"/>
                </a:lnTo>
                <a:close/>
                <a:moveTo>
                  <a:pt x="53181" y="9920"/>
                </a:moveTo>
                <a:lnTo>
                  <a:pt x="55206" y="11091"/>
                </a:lnTo>
                <a:lnTo>
                  <a:pt x="55183" y="11126"/>
                </a:lnTo>
                <a:lnTo>
                  <a:pt x="55183" y="11171"/>
                </a:lnTo>
                <a:lnTo>
                  <a:pt x="55183" y="11217"/>
                </a:lnTo>
                <a:lnTo>
                  <a:pt x="55194" y="11251"/>
                </a:lnTo>
                <a:lnTo>
                  <a:pt x="55217" y="11285"/>
                </a:lnTo>
                <a:lnTo>
                  <a:pt x="55240" y="11319"/>
                </a:lnTo>
                <a:lnTo>
                  <a:pt x="55263" y="11342"/>
                </a:lnTo>
                <a:lnTo>
                  <a:pt x="55297" y="11364"/>
                </a:lnTo>
                <a:lnTo>
                  <a:pt x="55342" y="11376"/>
                </a:lnTo>
                <a:lnTo>
                  <a:pt x="55376" y="11387"/>
                </a:lnTo>
                <a:lnTo>
                  <a:pt x="55376" y="13742"/>
                </a:lnTo>
                <a:lnTo>
                  <a:pt x="55308" y="13765"/>
                </a:lnTo>
                <a:lnTo>
                  <a:pt x="55251" y="13799"/>
                </a:lnTo>
                <a:lnTo>
                  <a:pt x="55217" y="13867"/>
                </a:lnTo>
                <a:lnTo>
                  <a:pt x="55206" y="13890"/>
                </a:lnTo>
                <a:lnTo>
                  <a:pt x="55206" y="13935"/>
                </a:lnTo>
                <a:lnTo>
                  <a:pt x="55217" y="13992"/>
                </a:lnTo>
                <a:lnTo>
                  <a:pt x="53181" y="15164"/>
                </a:lnTo>
                <a:lnTo>
                  <a:pt x="53158" y="15130"/>
                </a:lnTo>
                <a:lnTo>
                  <a:pt x="53113" y="15107"/>
                </a:lnTo>
                <a:lnTo>
                  <a:pt x="53067" y="15084"/>
                </a:lnTo>
                <a:lnTo>
                  <a:pt x="52976" y="15084"/>
                </a:lnTo>
                <a:lnTo>
                  <a:pt x="52931" y="15096"/>
                </a:lnTo>
                <a:lnTo>
                  <a:pt x="52897" y="15130"/>
                </a:lnTo>
                <a:lnTo>
                  <a:pt x="52862" y="15152"/>
                </a:lnTo>
                <a:lnTo>
                  <a:pt x="50815" y="13981"/>
                </a:lnTo>
                <a:lnTo>
                  <a:pt x="50815" y="13935"/>
                </a:lnTo>
                <a:lnTo>
                  <a:pt x="50815" y="13867"/>
                </a:lnTo>
                <a:lnTo>
                  <a:pt x="50781" y="13821"/>
                </a:lnTo>
                <a:lnTo>
                  <a:pt x="50735" y="13787"/>
                </a:lnTo>
                <a:lnTo>
                  <a:pt x="50678" y="13765"/>
                </a:lnTo>
                <a:lnTo>
                  <a:pt x="50678" y="11353"/>
                </a:lnTo>
                <a:lnTo>
                  <a:pt x="50747" y="11330"/>
                </a:lnTo>
                <a:lnTo>
                  <a:pt x="50792" y="11285"/>
                </a:lnTo>
                <a:lnTo>
                  <a:pt x="50815" y="11239"/>
                </a:lnTo>
                <a:lnTo>
                  <a:pt x="50826" y="11171"/>
                </a:lnTo>
                <a:lnTo>
                  <a:pt x="50815" y="11114"/>
                </a:lnTo>
                <a:lnTo>
                  <a:pt x="52874" y="9931"/>
                </a:lnTo>
                <a:lnTo>
                  <a:pt x="52897" y="9954"/>
                </a:lnTo>
                <a:lnTo>
                  <a:pt x="52931" y="9988"/>
                </a:lnTo>
                <a:lnTo>
                  <a:pt x="52976" y="9999"/>
                </a:lnTo>
                <a:lnTo>
                  <a:pt x="53022" y="10011"/>
                </a:lnTo>
                <a:lnTo>
                  <a:pt x="53067" y="9999"/>
                </a:lnTo>
                <a:lnTo>
                  <a:pt x="53113" y="9977"/>
                </a:lnTo>
                <a:lnTo>
                  <a:pt x="53147" y="9954"/>
                </a:lnTo>
                <a:lnTo>
                  <a:pt x="53181" y="9920"/>
                </a:lnTo>
                <a:close/>
                <a:moveTo>
                  <a:pt x="15312" y="9954"/>
                </a:moveTo>
                <a:lnTo>
                  <a:pt x="17235" y="11057"/>
                </a:lnTo>
                <a:lnTo>
                  <a:pt x="17212" y="11114"/>
                </a:lnTo>
                <a:lnTo>
                  <a:pt x="17201" y="11171"/>
                </a:lnTo>
                <a:lnTo>
                  <a:pt x="17212" y="11228"/>
                </a:lnTo>
                <a:lnTo>
                  <a:pt x="17223" y="11273"/>
                </a:lnTo>
                <a:lnTo>
                  <a:pt x="17246" y="11319"/>
                </a:lnTo>
                <a:lnTo>
                  <a:pt x="17280" y="11353"/>
                </a:lnTo>
                <a:lnTo>
                  <a:pt x="17314" y="11387"/>
                </a:lnTo>
                <a:lnTo>
                  <a:pt x="17348" y="11410"/>
                </a:lnTo>
                <a:lnTo>
                  <a:pt x="17405" y="11433"/>
                </a:lnTo>
                <a:lnTo>
                  <a:pt x="17451" y="11444"/>
                </a:lnTo>
                <a:lnTo>
                  <a:pt x="17451" y="13753"/>
                </a:lnTo>
                <a:lnTo>
                  <a:pt x="17383" y="13776"/>
                </a:lnTo>
                <a:lnTo>
                  <a:pt x="17337" y="13810"/>
                </a:lnTo>
                <a:lnTo>
                  <a:pt x="17303" y="13867"/>
                </a:lnTo>
                <a:lnTo>
                  <a:pt x="17292" y="13935"/>
                </a:lnTo>
                <a:lnTo>
                  <a:pt x="17303" y="13992"/>
                </a:lnTo>
                <a:lnTo>
                  <a:pt x="15233" y="15175"/>
                </a:lnTo>
                <a:lnTo>
                  <a:pt x="15210" y="15152"/>
                </a:lnTo>
                <a:lnTo>
                  <a:pt x="15176" y="15130"/>
                </a:lnTo>
                <a:lnTo>
                  <a:pt x="15142" y="15107"/>
                </a:lnTo>
                <a:lnTo>
                  <a:pt x="15062" y="15107"/>
                </a:lnTo>
                <a:lnTo>
                  <a:pt x="15028" y="15130"/>
                </a:lnTo>
                <a:lnTo>
                  <a:pt x="14994" y="15152"/>
                </a:lnTo>
                <a:lnTo>
                  <a:pt x="14960" y="15175"/>
                </a:lnTo>
                <a:lnTo>
                  <a:pt x="12958" y="14015"/>
                </a:lnTo>
                <a:lnTo>
                  <a:pt x="12969" y="13969"/>
                </a:lnTo>
                <a:lnTo>
                  <a:pt x="12969" y="13935"/>
                </a:lnTo>
                <a:lnTo>
                  <a:pt x="12969" y="13890"/>
                </a:lnTo>
                <a:lnTo>
                  <a:pt x="12946" y="13844"/>
                </a:lnTo>
                <a:lnTo>
                  <a:pt x="12935" y="13810"/>
                </a:lnTo>
                <a:lnTo>
                  <a:pt x="12912" y="13776"/>
                </a:lnTo>
                <a:lnTo>
                  <a:pt x="12878" y="13742"/>
                </a:lnTo>
                <a:lnTo>
                  <a:pt x="12844" y="13719"/>
                </a:lnTo>
                <a:lnTo>
                  <a:pt x="12798" y="13708"/>
                </a:lnTo>
                <a:lnTo>
                  <a:pt x="12753" y="13696"/>
                </a:lnTo>
                <a:lnTo>
                  <a:pt x="12753" y="11364"/>
                </a:lnTo>
                <a:lnTo>
                  <a:pt x="12821" y="11342"/>
                </a:lnTo>
                <a:lnTo>
                  <a:pt x="12878" y="11296"/>
                </a:lnTo>
                <a:lnTo>
                  <a:pt x="12912" y="11239"/>
                </a:lnTo>
                <a:lnTo>
                  <a:pt x="12923" y="11171"/>
                </a:lnTo>
                <a:lnTo>
                  <a:pt x="12923" y="11137"/>
                </a:lnTo>
                <a:lnTo>
                  <a:pt x="12912" y="11103"/>
                </a:lnTo>
                <a:lnTo>
                  <a:pt x="14891" y="9954"/>
                </a:lnTo>
                <a:lnTo>
                  <a:pt x="14925" y="9999"/>
                </a:lnTo>
                <a:lnTo>
                  <a:pt x="14982" y="10045"/>
                </a:lnTo>
                <a:lnTo>
                  <a:pt x="15039" y="10068"/>
                </a:lnTo>
                <a:lnTo>
                  <a:pt x="15164" y="10068"/>
                </a:lnTo>
                <a:lnTo>
                  <a:pt x="15221" y="10033"/>
                </a:lnTo>
                <a:lnTo>
                  <a:pt x="15267" y="9999"/>
                </a:lnTo>
                <a:lnTo>
                  <a:pt x="15312" y="9954"/>
                </a:lnTo>
                <a:close/>
                <a:moveTo>
                  <a:pt x="19999" y="9931"/>
                </a:moveTo>
                <a:lnTo>
                  <a:pt x="22012" y="11091"/>
                </a:lnTo>
                <a:lnTo>
                  <a:pt x="22001" y="11126"/>
                </a:lnTo>
                <a:lnTo>
                  <a:pt x="22001" y="11171"/>
                </a:lnTo>
                <a:lnTo>
                  <a:pt x="22001" y="11217"/>
                </a:lnTo>
                <a:lnTo>
                  <a:pt x="22012" y="11251"/>
                </a:lnTo>
                <a:lnTo>
                  <a:pt x="22035" y="11285"/>
                </a:lnTo>
                <a:lnTo>
                  <a:pt x="22058" y="11319"/>
                </a:lnTo>
                <a:lnTo>
                  <a:pt x="22081" y="11342"/>
                </a:lnTo>
                <a:lnTo>
                  <a:pt x="22115" y="11364"/>
                </a:lnTo>
                <a:lnTo>
                  <a:pt x="22149" y="11376"/>
                </a:lnTo>
                <a:lnTo>
                  <a:pt x="22194" y="11387"/>
                </a:lnTo>
                <a:lnTo>
                  <a:pt x="22194" y="13753"/>
                </a:lnTo>
                <a:lnTo>
                  <a:pt x="22126" y="13776"/>
                </a:lnTo>
                <a:lnTo>
                  <a:pt x="22081" y="13810"/>
                </a:lnTo>
                <a:lnTo>
                  <a:pt x="22035" y="13867"/>
                </a:lnTo>
                <a:lnTo>
                  <a:pt x="22024" y="13935"/>
                </a:lnTo>
                <a:lnTo>
                  <a:pt x="22035" y="13992"/>
                </a:lnTo>
                <a:lnTo>
                  <a:pt x="19976" y="15175"/>
                </a:lnTo>
                <a:lnTo>
                  <a:pt x="19953" y="15152"/>
                </a:lnTo>
                <a:lnTo>
                  <a:pt x="19919" y="15130"/>
                </a:lnTo>
                <a:lnTo>
                  <a:pt x="19885" y="15107"/>
                </a:lnTo>
                <a:lnTo>
                  <a:pt x="19794" y="15107"/>
                </a:lnTo>
                <a:lnTo>
                  <a:pt x="19760" y="15130"/>
                </a:lnTo>
                <a:lnTo>
                  <a:pt x="19726" y="15141"/>
                </a:lnTo>
                <a:lnTo>
                  <a:pt x="19703" y="15175"/>
                </a:lnTo>
                <a:lnTo>
                  <a:pt x="17644" y="13981"/>
                </a:lnTo>
                <a:lnTo>
                  <a:pt x="17656" y="13935"/>
                </a:lnTo>
                <a:lnTo>
                  <a:pt x="17633" y="13867"/>
                </a:lnTo>
                <a:lnTo>
                  <a:pt x="17610" y="13810"/>
                </a:lnTo>
                <a:lnTo>
                  <a:pt x="17553" y="13776"/>
                </a:lnTo>
                <a:lnTo>
                  <a:pt x="17496" y="13753"/>
                </a:lnTo>
                <a:lnTo>
                  <a:pt x="17496" y="11433"/>
                </a:lnTo>
                <a:lnTo>
                  <a:pt x="17542" y="11433"/>
                </a:lnTo>
                <a:lnTo>
                  <a:pt x="17587" y="11410"/>
                </a:lnTo>
                <a:lnTo>
                  <a:pt x="17633" y="11387"/>
                </a:lnTo>
                <a:lnTo>
                  <a:pt x="17667" y="11353"/>
                </a:lnTo>
                <a:lnTo>
                  <a:pt x="17690" y="11319"/>
                </a:lnTo>
                <a:lnTo>
                  <a:pt x="17712" y="11273"/>
                </a:lnTo>
                <a:lnTo>
                  <a:pt x="17735" y="11228"/>
                </a:lnTo>
                <a:lnTo>
                  <a:pt x="17735" y="11171"/>
                </a:lnTo>
                <a:lnTo>
                  <a:pt x="17724" y="11114"/>
                </a:lnTo>
                <a:lnTo>
                  <a:pt x="17712" y="11069"/>
                </a:lnTo>
                <a:lnTo>
                  <a:pt x="19680" y="9931"/>
                </a:lnTo>
                <a:lnTo>
                  <a:pt x="19703" y="9965"/>
                </a:lnTo>
                <a:lnTo>
                  <a:pt x="19749" y="9999"/>
                </a:lnTo>
                <a:lnTo>
                  <a:pt x="19794" y="10011"/>
                </a:lnTo>
                <a:lnTo>
                  <a:pt x="19840" y="10022"/>
                </a:lnTo>
                <a:lnTo>
                  <a:pt x="19885" y="10011"/>
                </a:lnTo>
                <a:lnTo>
                  <a:pt x="19931" y="9988"/>
                </a:lnTo>
                <a:lnTo>
                  <a:pt x="19976" y="9965"/>
                </a:lnTo>
                <a:lnTo>
                  <a:pt x="19999" y="9931"/>
                </a:lnTo>
                <a:close/>
                <a:moveTo>
                  <a:pt x="29520" y="9954"/>
                </a:moveTo>
                <a:lnTo>
                  <a:pt x="31522" y="11103"/>
                </a:lnTo>
                <a:lnTo>
                  <a:pt x="31511" y="11137"/>
                </a:lnTo>
                <a:lnTo>
                  <a:pt x="31499" y="11171"/>
                </a:lnTo>
                <a:lnTo>
                  <a:pt x="31511" y="11205"/>
                </a:lnTo>
                <a:lnTo>
                  <a:pt x="31511" y="11239"/>
                </a:lnTo>
                <a:lnTo>
                  <a:pt x="31556" y="11296"/>
                </a:lnTo>
                <a:lnTo>
                  <a:pt x="31602" y="11342"/>
                </a:lnTo>
                <a:lnTo>
                  <a:pt x="31670" y="11353"/>
                </a:lnTo>
                <a:lnTo>
                  <a:pt x="31670" y="13685"/>
                </a:lnTo>
                <a:lnTo>
                  <a:pt x="31625" y="13685"/>
                </a:lnTo>
                <a:lnTo>
                  <a:pt x="31579" y="13708"/>
                </a:lnTo>
                <a:lnTo>
                  <a:pt x="31545" y="13730"/>
                </a:lnTo>
                <a:lnTo>
                  <a:pt x="31511" y="13753"/>
                </a:lnTo>
                <a:lnTo>
                  <a:pt x="31477" y="13799"/>
                </a:lnTo>
                <a:lnTo>
                  <a:pt x="31454" y="13833"/>
                </a:lnTo>
                <a:lnTo>
                  <a:pt x="31443" y="13878"/>
                </a:lnTo>
                <a:lnTo>
                  <a:pt x="31443" y="13935"/>
                </a:lnTo>
                <a:lnTo>
                  <a:pt x="31443" y="13981"/>
                </a:lnTo>
                <a:lnTo>
                  <a:pt x="31454" y="14026"/>
                </a:lnTo>
                <a:lnTo>
                  <a:pt x="29463" y="15175"/>
                </a:lnTo>
                <a:lnTo>
                  <a:pt x="29440" y="15141"/>
                </a:lnTo>
                <a:lnTo>
                  <a:pt x="29406" y="15118"/>
                </a:lnTo>
                <a:lnTo>
                  <a:pt x="29361" y="15107"/>
                </a:lnTo>
                <a:lnTo>
                  <a:pt x="29315" y="15096"/>
                </a:lnTo>
                <a:lnTo>
                  <a:pt x="29281" y="15107"/>
                </a:lnTo>
                <a:lnTo>
                  <a:pt x="29236" y="15118"/>
                </a:lnTo>
                <a:lnTo>
                  <a:pt x="29202" y="15141"/>
                </a:lnTo>
                <a:lnTo>
                  <a:pt x="29179" y="15175"/>
                </a:lnTo>
                <a:lnTo>
                  <a:pt x="27177" y="14015"/>
                </a:lnTo>
                <a:lnTo>
                  <a:pt x="27188" y="13981"/>
                </a:lnTo>
                <a:lnTo>
                  <a:pt x="27200" y="13935"/>
                </a:lnTo>
                <a:lnTo>
                  <a:pt x="27188" y="13890"/>
                </a:lnTo>
                <a:lnTo>
                  <a:pt x="27177" y="13844"/>
                </a:lnTo>
                <a:lnTo>
                  <a:pt x="27165" y="13799"/>
                </a:lnTo>
                <a:lnTo>
                  <a:pt x="27131" y="13765"/>
                </a:lnTo>
                <a:lnTo>
                  <a:pt x="27097" y="13730"/>
                </a:lnTo>
                <a:lnTo>
                  <a:pt x="27063" y="13708"/>
                </a:lnTo>
                <a:lnTo>
                  <a:pt x="27018" y="13696"/>
                </a:lnTo>
                <a:lnTo>
                  <a:pt x="26972" y="13685"/>
                </a:lnTo>
                <a:lnTo>
                  <a:pt x="26972" y="11364"/>
                </a:lnTo>
                <a:lnTo>
                  <a:pt x="27040" y="11342"/>
                </a:lnTo>
                <a:lnTo>
                  <a:pt x="27097" y="11296"/>
                </a:lnTo>
                <a:lnTo>
                  <a:pt x="27131" y="11239"/>
                </a:lnTo>
                <a:lnTo>
                  <a:pt x="27143" y="11171"/>
                </a:lnTo>
                <a:lnTo>
                  <a:pt x="27143" y="11137"/>
                </a:lnTo>
                <a:lnTo>
                  <a:pt x="27131" y="11103"/>
                </a:lnTo>
                <a:lnTo>
                  <a:pt x="29122" y="9954"/>
                </a:lnTo>
                <a:lnTo>
                  <a:pt x="29156" y="9999"/>
                </a:lnTo>
                <a:lnTo>
                  <a:pt x="29202" y="10033"/>
                </a:lnTo>
                <a:lnTo>
                  <a:pt x="29258" y="10056"/>
                </a:lnTo>
                <a:lnTo>
                  <a:pt x="29315" y="10068"/>
                </a:lnTo>
                <a:lnTo>
                  <a:pt x="29384" y="10056"/>
                </a:lnTo>
                <a:lnTo>
                  <a:pt x="29440" y="10033"/>
                </a:lnTo>
                <a:lnTo>
                  <a:pt x="29486" y="9999"/>
                </a:lnTo>
                <a:lnTo>
                  <a:pt x="29520" y="9954"/>
                </a:lnTo>
                <a:close/>
                <a:moveTo>
                  <a:pt x="72201" y="9954"/>
                </a:moveTo>
                <a:lnTo>
                  <a:pt x="74123" y="11057"/>
                </a:lnTo>
                <a:lnTo>
                  <a:pt x="74100" y="11114"/>
                </a:lnTo>
                <a:lnTo>
                  <a:pt x="74100" y="11171"/>
                </a:lnTo>
                <a:lnTo>
                  <a:pt x="74100" y="11228"/>
                </a:lnTo>
                <a:lnTo>
                  <a:pt x="74112" y="11273"/>
                </a:lnTo>
                <a:lnTo>
                  <a:pt x="74134" y="11319"/>
                </a:lnTo>
                <a:lnTo>
                  <a:pt x="74169" y="11353"/>
                </a:lnTo>
                <a:lnTo>
                  <a:pt x="74203" y="11387"/>
                </a:lnTo>
                <a:lnTo>
                  <a:pt x="74248" y="11410"/>
                </a:lnTo>
                <a:lnTo>
                  <a:pt x="74294" y="11433"/>
                </a:lnTo>
                <a:lnTo>
                  <a:pt x="74339" y="11444"/>
                </a:lnTo>
                <a:lnTo>
                  <a:pt x="74339" y="13753"/>
                </a:lnTo>
                <a:lnTo>
                  <a:pt x="74282" y="13776"/>
                </a:lnTo>
                <a:lnTo>
                  <a:pt x="74225" y="13810"/>
                </a:lnTo>
                <a:lnTo>
                  <a:pt x="74191" y="13867"/>
                </a:lnTo>
                <a:lnTo>
                  <a:pt x="74180" y="13935"/>
                </a:lnTo>
                <a:lnTo>
                  <a:pt x="74191" y="13992"/>
                </a:lnTo>
                <a:lnTo>
                  <a:pt x="72132" y="15175"/>
                </a:lnTo>
                <a:lnTo>
                  <a:pt x="72098" y="15152"/>
                </a:lnTo>
                <a:lnTo>
                  <a:pt x="72064" y="15130"/>
                </a:lnTo>
                <a:lnTo>
                  <a:pt x="72030" y="15107"/>
                </a:lnTo>
                <a:lnTo>
                  <a:pt x="71950" y="15107"/>
                </a:lnTo>
                <a:lnTo>
                  <a:pt x="71916" y="15130"/>
                </a:lnTo>
                <a:lnTo>
                  <a:pt x="71882" y="15152"/>
                </a:lnTo>
                <a:lnTo>
                  <a:pt x="71859" y="15175"/>
                </a:lnTo>
                <a:lnTo>
                  <a:pt x="69846" y="14015"/>
                </a:lnTo>
                <a:lnTo>
                  <a:pt x="69857" y="13969"/>
                </a:lnTo>
                <a:lnTo>
                  <a:pt x="69857" y="13935"/>
                </a:lnTo>
                <a:lnTo>
                  <a:pt x="69857" y="13890"/>
                </a:lnTo>
                <a:lnTo>
                  <a:pt x="69846" y="13844"/>
                </a:lnTo>
                <a:lnTo>
                  <a:pt x="69823" y="13810"/>
                </a:lnTo>
                <a:lnTo>
                  <a:pt x="69800" y="13776"/>
                </a:lnTo>
                <a:lnTo>
                  <a:pt x="69766" y="13742"/>
                </a:lnTo>
                <a:lnTo>
                  <a:pt x="69732" y="13719"/>
                </a:lnTo>
                <a:lnTo>
                  <a:pt x="69687" y="13708"/>
                </a:lnTo>
                <a:lnTo>
                  <a:pt x="69641" y="13696"/>
                </a:lnTo>
                <a:lnTo>
                  <a:pt x="69641" y="11364"/>
                </a:lnTo>
                <a:lnTo>
                  <a:pt x="69709" y="11342"/>
                </a:lnTo>
                <a:lnTo>
                  <a:pt x="69766" y="11296"/>
                </a:lnTo>
                <a:lnTo>
                  <a:pt x="69800" y="11239"/>
                </a:lnTo>
                <a:lnTo>
                  <a:pt x="69812" y="11171"/>
                </a:lnTo>
                <a:lnTo>
                  <a:pt x="69812" y="11137"/>
                </a:lnTo>
                <a:lnTo>
                  <a:pt x="69800" y="11103"/>
                </a:lnTo>
                <a:lnTo>
                  <a:pt x="71780" y="9954"/>
                </a:lnTo>
                <a:lnTo>
                  <a:pt x="71825" y="9999"/>
                </a:lnTo>
                <a:lnTo>
                  <a:pt x="71871" y="10045"/>
                </a:lnTo>
                <a:lnTo>
                  <a:pt x="71928" y="10068"/>
                </a:lnTo>
                <a:lnTo>
                  <a:pt x="72053" y="10068"/>
                </a:lnTo>
                <a:lnTo>
                  <a:pt x="72110" y="10033"/>
                </a:lnTo>
                <a:lnTo>
                  <a:pt x="72166" y="9999"/>
                </a:lnTo>
                <a:lnTo>
                  <a:pt x="72201" y="9954"/>
                </a:lnTo>
                <a:close/>
                <a:moveTo>
                  <a:pt x="76899" y="9931"/>
                </a:moveTo>
                <a:lnTo>
                  <a:pt x="78912" y="11091"/>
                </a:lnTo>
                <a:lnTo>
                  <a:pt x="78901" y="11126"/>
                </a:lnTo>
                <a:lnTo>
                  <a:pt x="78889" y="11171"/>
                </a:lnTo>
                <a:lnTo>
                  <a:pt x="78889" y="11217"/>
                </a:lnTo>
                <a:lnTo>
                  <a:pt x="78901" y="11251"/>
                </a:lnTo>
                <a:lnTo>
                  <a:pt x="78923" y="11285"/>
                </a:lnTo>
                <a:lnTo>
                  <a:pt x="78946" y="11319"/>
                </a:lnTo>
                <a:lnTo>
                  <a:pt x="78980" y="11342"/>
                </a:lnTo>
                <a:lnTo>
                  <a:pt x="79003" y="11364"/>
                </a:lnTo>
                <a:lnTo>
                  <a:pt x="79049" y="11376"/>
                </a:lnTo>
                <a:lnTo>
                  <a:pt x="79083" y="11387"/>
                </a:lnTo>
                <a:lnTo>
                  <a:pt x="79083" y="13753"/>
                </a:lnTo>
                <a:lnTo>
                  <a:pt x="79014" y="13776"/>
                </a:lnTo>
                <a:lnTo>
                  <a:pt x="78969" y="13810"/>
                </a:lnTo>
                <a:lnTo>
                  <a:pt x="78935" y="13867"/>
                </a:lnTo>
                <a:lnTo>
                  <a:pt x="78923" y="13935"/>
                </a:lnTo>
                <a:lnTo>
                  <a:pt x="78935" y="13992"/>
                </a:lnTo>
                <a:lnTo>
                  <a:pt x="76865" y="15175"/>
                </a:lnTo>
                <a:lnTo>
                  <a:pt x="76842" y="15152"/>
                </a:lnTo>
                <a:lnTo>
                  <a:pt x="76808" y="15130"/>
                </a:lnTo>
                <a:lnTo>
                  <a:pt x="76774" y="15107"/>
                </a:lnTo>
                <a:lnTo>
                  <a:pt x="76694" y="15107"/>
                </a:lnTo>
                <a:lnTo>
                  <a:pt x="76648" y="15130"/>
                </a:lnTo>
                <a:lnTo>
                  <a:pt x="76626" y="15141"/>
                </a:lnTo>
                <a:lnTo>
                  <a:pt x="76592" y="15175"/>
                </a:lnTo>
                <a:lnTo>
                  <a:pt x="74533" y="13981"/>
                </a:lnTo>
                <a:lnTo>
                  <a:pt x="74544" y="13935"/>
                </a:lnTo>
                <a:lnTo>
                  <a:pt x="74533" y="13867"/>
                </a:lnTo>
                <a:lnTo>
                  <a:pt x="74498" y="13810"/>
                </a:lnTo>
                <a:lnTo>
                  <a:pt x="74453" y="13776"/>
                </a:lnTo>
                <a:lnTo>
                  <a:pt x="74385" y="13753"/>
                </a:lnTo>
                <a:lnTo>
                  <a:pt x="74385" y="11433"/>
                </a:lnTo>
                <a:lnTo>
                  <a:pt x="74442" y="11433"/>
                </a:lnTo>
                <a:lnTo>
                  <a:pt x="74476" y="11410"/>
                </a:lnTo>
                <a:lnTo>
                  <a:pt x="74521" y="11387"/>
                </a:lnTo>
                <a:lnTo>
                  <a:pt x="74555" y="11353"/>
                </a:lnTo>
                <a:lnTo>
                  <a:pt x="74589" y="11319"/>
                </a:lnTo>
                <a:lnTo>
                  <a:pt x="74612" y="11273"/>
                </a:lnTo>
                <a:lnTo>
                  <a:pt x="74624" y="11228"/>
                </a:lnTo>
                <a:lnTo>
                  <a:pt x="74624" y="11171"/>
                </a:lnTo>
                <a:lnTo>
                  <a:pt x="74624" y="11114"/>
                </a:lnTo>
                <a:lnTo>
                  <a:pt x="74601" y="11069"/>
                </a:lnTo>
                <a:lnTo>
                  <a:pt x="76569" y="9931"/>
                </a:lnTo>
                <a:lnTo>
                  <a:pt x="76603" y="9965"/>
                </a:lnTo>
                <a:lnTo>
                  <a:pt x="76637" y="9999"/>
                </a:lnTo>
                <a:lnTo>
                  <a:pt x="76683" y="10011"/>
                </a:lnTo>
                <a:lnTo>
                  <a:pt x="76728" y="10022"/>
                </a:lnTo>
                <a:lnTo>
                  <a:pt x="76785" y="10011"/>
                </a:lnTo>
                <a:lnTo>
                  <a:pt x="76830" y="9988"/>
                </a:lnTo>
                <a:lnTo>
                  <a:pt x="76865" y="9965"/>
                </a:lnTo>
                <a:lnTo>
                  <a:pt x="76899" y="9931"/>
                </a:lnTo>
                <a:close/>
                <a:moveTo>
                  <a:pt x="3391" y="14026"/>
                </a:moveTo>
                <a:lnTo>
                  <a:pt x="5382" y="15164"/>
                </a:lnTo>
                <a:lnTo>
                  <a:pt x="5359" y="15221"/>
                </a:lnTo>
                <a:lnTo>
                  <a:pt x="5359" y="15278"/>
                </a:lnTo>
                <a:lnTo>
                  <a:pt x="5359" y="15323"/>
                </a:lnTo>
                <a:lnTo>
                  <a:pt x="5370" y="15380"/>
                </a:lnTo>
                <a:lnTo>
                  <a:pt x="5393" y="15414"/>
                </a:lnTo>
                <a:lnTo>
                  <a:pt x="5427" y="15460"/>
                </a:lnTo>
                <a:lnTo>
                  <a:pt x="5461" y="15494"/>
                </a:lnTo>
                <a:lnTo>
                  <a:pt x="5507" y="15516"/>
                </a:lnTo>
                <a:lnTo>
                  <a:pt x="5552" y="15528"/>
                </a:lnTo>
                <a:lnTo>
                  <a:pt x="5598" y="15539"/>
                </a:lnTo>
                <a:lnTo>
                  <a:pt x="5598" y="17780"/>
                </a:lnTo>
                <a:lnTo>
                  <a:pt x="5552" y="17791"/>
                </a:lnTo>
                <a:lnTo>
                  <a:pt x="5507" y="17803"/>
                </a:lnTo>
                <a:lnTo>
                  <a:pt x="5461" y="17826"/>
                </a:lnTo>
                <a:lnTo>
                  <a:pt x="5427" y="17860"/>
                </a:lnTo>
                <a:lnTo>
                  <a:pt x="5404" y="17894"/>
                </a:lnTo>
                <a:lnTo>
                  <a:pt x="5382" y="17939"/>
                </a:lnTo>
                <a:lnTo>
                  <a:pt x="5370" y="17985"/>
                </a:lnTo>
                <a:lnTo>
                  <a:pt x="5359" y="18030"/>
                </a:lnTo>
                <a:lnTo>
                  <a:pt x="5370" y="18087"/>
                </a:lnTo>
                <a:lnTo>
                  <a:pt x="5382" y="18133"/>
                </a:lnTo>
                <a:lnTo>
                  <a:pt x="3459" y="19236"/>
                </a:lnTo>
                <a:lnTo>
                  <a:pt x="3414" y="19191"/>
                </a:lnTo>
                <a:lnTo>
                  <a:pt x="3368" y="19157"/>
                </a:lnTo>
                <a:lnTo>
                  <a:pt x="3311" y="19134"/>
                </a:lnTo>
                <a:lnTo>
                  <a:pt x="3186" y="19134"/>
                </a:lnTo>
                <a:lnTo>
                  <a:pt x="3129" y="19157"/>
                </a:lnTo>
                <a:lnTo>
                  <a:pt x="3084" y="19191"/>
                </a:lnTo>
                <a:lnTo>
                  <a:pt x="3038" y="19236"/>
                </a:lnTo>
                <a:lnTo>
                  <a:pt x="1116" y="18121"/>
                </a:lnTo>
                <a:lnTo>
                  <a:pt x="1127" y="18087"/>
                </a:lnTo>
                <a:lnTo>
                  <a:pt x="1127" y="18030"/>
                </a:lnTo>
                <a:lnTo>
                  <a:pt x="1127" y="17985"/>
                </a:lnTo>
                <a:lnTo>
                  <a:pt x="1116" y="17939"/>
                </a:lnTo>
                <a:lnTo>
                  <a:pt x="1093" y="17905"/>
                </a:lnTo>
                <a:lnTo>
                  <a:pt x="1059" y="17871"/>
                </a:lnTo>
                <a:lnTo>
                  <a:pt x="1025" y="17837"/>
                </a:lnTo>
                <a:lnTo>
                  <a:pt x="991" y="17814"/>
                </a:lnTo>
                <a:lnTo>
                  <a:pt x="945" y="17791"/>
                </a:lnTo>
                <a:lnTo>
                  <a:pt x="900" y="17791"/>
                </a:lnTo>
                <a:lnTo>
                  <a:pt x="900" y="15505"/>
                </a:lnTo>
                <a:lnTo>
                  <a:pt x="945" y="15494"/>
                </a:lnTo>
                <a:lnTo>
                  <a:pt x="979" y="15482"/>
                </a:lnTo>
                <a:lnTo>
                  <a:pt x="1013" y="15460"/>
                </a:lnTo>
                <a:lnTo>
                  <a:pt x="1047" y="15437"/>
                </a:lnTo>
                <a:lnTo>
                  <a:pt x="1070" y="15403"/>
                </a:lnTo>
                <a:lnTo>
                  <a:pt x="1093" y="15357"/>
                </a:lnTo>
                <a:lnTo>
                  <a:pt x="1104" y="15323"/>
                </a:lnTo>
                <a:lnTo>
                  <a:pt x="1104" y="15278"/>
                </a:lnTo>
                <a:lnTo>
                  <a:pt x="1104" y="15232"/>
                </a:lnTo>
                <a:lnTo>
                  <a:pt x="1093" y="15187"/>
                </a:lnTo>
                <a:lnTo>
                  <a:pt x="3106" y="14026"/>
                </a:lnTo>
                <a:lnTo>
                  <a:pt x="3129" y="14060"/>
                </a:lnTo>
                <a:lnTo>
                  <a:pt x="3163" y="14083"/>
                </a:lnTo>
                <a:lnTo>
                  <a:pt x="3209" y="14094"/>
                </a:lnTo>
                <a:lnTo>
                  <a:pt x="3254" y="14106"/>
                </a:lnTo>
                <a:lnTo>
                  <a:pt x="3288" y="14094"/>
                </a:lnTo>
                <a:lnTo>
                  <a:pt x="3334" y="14083"/>
                </a:lnTo>
                <a:lnTo>
                  <a:pt x="3368" y="14060"/>
                </a:lnTo>
                <a:lnTo>
                  <a:pt x="3391" y="14026"/>
                </a:lnTo>
                <a:close/>
                <a:moveTo>
                  <a:pt x="8214" y="14072"/>
                </a:moveTo>
                <a:lnTo>
                  <a:pt x="10114" y="15164"/>
                </a:lnTo>
                <a:lnTo>
                  <a:pt x="10102" y="15221"/>
                </a:lnTo>
                <a:lnTo>
                  <a:pt x="10091" y="15278"/>
                </a:lnTo>
                <a:lnTo>
                  <a:pt x="10102" y="15334"/>
                </a:lnTo>
                <a:lnTo>
                  <a:pt x="10114" y="15380"/>
                </a:lnTo>
                <a:lnTo>
                  <a:pt x="10136" y="15425"/>
                </a:lnTo>
                <a:lnTo>
                  <a:pt x="10159" y="15460"/>
                </a:lnTo>
                <a:lnTo>
                  <a:pt x="10205" y="15494"/>
                </a:lnTo>
                <a:lnTo>
                  <a:pt x="10239" y="15516"/>
                </a:lnTo>
                <a:lnTo>
                  <a:pt x="10284" y="15539"/>
                </a:lnTo>
                <a:lnTo>
                  <a:pt x="10341" y="15539"/>
                </a:lnTo>
                <a:lnTo>
                  <a:pt x="10341" y="17791"/>
                </a:lnTo>
                <a:lnTo>
                  <a:pt x="10296" y="17803"/>
                </a:lnTo>
                <a:lnTo>
                  <a:pt x="10250" y="17814"/>
                </a:lnTo>
                <a:lnTo>
                  <a:pt x="10216" y="17837"/>
                </a:lnTo>
                <a:lnTo>
                  <a:pt x="10182" y="17871"/>
                </a:lnTo>
                <a:lnTo>
                  <a:pt x="10148" y="17905"/>
                </a:lnTo>
                <a:lnTo>
                  <a:pt x="10125" y="17939"/>
                </a:lnTo>
                <a:lnTo>
                  <a:pt x="10114" y="17985"/>
                </a:lnTo>
                <a:lnTo>
                  <a:pt x="10114" y="18030"/>
                </a:lnTo>
                <a:lnTo>
                  <a:pt x="10114" y="18087"/>
                </a:lnTo>
                <a:lnTo>
                  <a:pt x="10125" y="18121"/>
                </a:lnTo>
                <a:lnTo>
                  <a:pt x="8203" y="19236"/>
                </a:lnTo>
                <a:lnTo>
                  <a:pt x="8168" y="19191"/>
                </a:lnTo>
                <a:lnTo>
                  <a:pt x="8112" y="19157"/>
                </a:lnTo>
                <a:lnTo>
                  <a:pt x="8055" y="19134"/>
                </a:lnTo>
                <a:lnTo>
                  <a:pt x="7986" y="19122"/>
                </a:lnTo>
                <a:lnTo>
                  <a:pt x="7930" y="19134"/>
                </a:lnTo>
                <a:lnTo>
                  <a:pt x="7861" y="19157"/>
                </a:lnTo>
                <a:lnTo>
                  <a:pt x="7816" y="19191"/>
                </a:lnTo>
                <a:lnTo>
                  <a:pt x="7770" y="19236"/>
                </a:lnTo>
                <a:lnTo>
                  <a:pt x="5859" y="18133"/>
                </a:lnTo>
                <a:lnTo>
                  <a:pt x="5871" y="18087"/>
                </a:lnTo>
                <a:lnTo>
                  <a:pt x="5882" y="18030"/>
                </a:lnTo>
                <a:lnTo>
                  <a:pt x="5871" y="17985"/>
                </a:lnTo>
                <a:lnTo>
                  <a:pt x="5859" y="17939"/>
                </a:lnTo>
                <a:lnTo>
                  <a:pt x="5837" y="17894"/>
                </a:lnTo>
                <a:lnTo>
                  <a:pt x="5814" y="17860"/>
                </a:lnTo>
                <a:lnTo>
                  <a:pt x="5780" y="17826"/>
                </a:lnTo>
                <a:lnTo>
                  <a:pt x="5734" y="17803"/>
                </a:lnTo>
                <a:lnTo>
                  <a:pt x="5689" y="17791"/>
                </a:lnTo>
                <a:lnTo>
                  <a:pt x="5643" y="17780"/>
                </a:lnTo>
                <a:lnTo>
                  <a:pt x="5643" y="15539"/>
                </a:lnTo>
                <a:lnTo>
                  <a:pt x="5689" y="15528"/>
                </a:lnTo>
                <a:lnTo>
                  <a:pt x="5734" y="15516"/>
                </a:lnTo>
                <a:lnTo>
                  <a:pt x="5780" y="15494"/>
                </a:lnTo>
                <a:lnTo>
                  <a:pt x="5814" y="15460"/>
                </a:lnTo>
                <a:lnTo>
                  <a:pt x="5848" y="15414"/>
                </a:lnTo>
                <a:lnTo>
                  <a:pt x="5859" y="15380"/>
                </a:lnTo>
                <a:lnTo>
                  <a:pt x="5882" y="15323"/>
                </a:lnTo>
                <a:lnTo>
                  <a:pt x="5882" y="15278"/>
                </a:lnTo>
                <a:lnTo>
                  <a:pt x="5882" y="15221"/>
                </a:lnTo>
                <a:lnTo>
                  <a:pt x="5859" y="15175"/>
                </a:lnTo>
                <a:lnTo>
                  <a:pt x="7759" y="14072"/>
                </a:lnTo>
                <a:lnTo>
                  <a:pt x="7804" y="14117"/>
                </a:lnTo>
                <a:lnTo>
                  <a:pt x="7861" y="14163"/>
                </a:lnTo>
                <a:lnTo>
                  <a:pt x="7918" y="14185"/>
                </a:lnTo>
                <a:lnTo>
                  <a:pt x="7986" y="14197"/>
                </a:lnTo>
                <a:lnTo>
                  <a:pt x="8055" y="14185"/>
                </a:lnTo>
                <a:lnTo>
                  <a:pt x="8123" y="14163"/>
                </a:lnTo>
                <a:lnTo>
                  <a:pt x="8180" y="14117"/>
                </a:lnTo>
                <a:lnTo>
                  <a:pt x="8214" y="14072"/>
                </a:lnTo>
                <a:close/>
                <a:moveTo>
                  <a:pt x="17621" y="14026"/>
                </a:moveTo>
                <a:lnTo>
                  <a:pt x="19680" y="15209"/>
                </a:lnTo>
                <a:lnTo>
                  <a:pt x="19669" y="15278"/>
                </a:lnTo>
                <a:lnTo>
                  <a:pt x="19680" y="15346"/>
                </a:lnTo>
                <a:lnTo>
                  <a:pt x="19715" y="15391"/>
                </a:lnTo>
                <a:lnTo>
                  <a:pt x="19760" y="15425"/>
                </a:lnTo>
                <a:lnTo>
                  <a:pt x="19817" y="15448"/>
                </a:lnTo>
                <a:lnTo>
                  <a:pt x="19817" y="17860"/>
                </a:lnTo>
                <a:lnTo>
                  <a:pt x="19760" y="17882"/>
                </a:lnTo>
                <a:lnTo>
                  <a:pt x="19715" y="17917"/>
                </a:lnTo>
                <a:lnTo>
                  <a:pt x="19680" y="17973"/>
                </a:lnTo>
                <a:lnTo>
                  <a:pt x="19669" y="18030"/>
                </a:lnTo>
                <a:lnTo>
                  <a:pt x="19669" y="18087"/>
                </a:lnTo>
                <a:lnTo>
                  <a:pt x="17690" y="19236"/>
                </a:lnTo>
                <a:lnTo>
                  <a:pt x="17644" y="19191"/>
                </a:lnTo>
                <a:lnTo>
                  <a:pt x="17599" y="19157"/>
                </a:lnTo>
                <a:lnTo>
                  <a:pt x="17530" y="19134"/>
                </a:lnTo>
                <a:lnTo>
                  <a:pt x="17474" y="19122"/>
                </a:lnTo>
                <a:lnTo>
                  <a:pt x="17405" y="19134"/>
                </a:lnTo>
                <a:lnTo>
                  <a:pt x="17348" y="19157"/>
                </a:lnTo>
                <a:lnTo>
                  <a:pt x="17292" y="19191"/>
                </a:lnTo>
                <a:lnTo>
                  <a:pt x="17257" y="19236"/>
                </a:lnTo>
                <a:lnTo>
                  <a:pt x="15335" y="18133"/>
                </a:lnTo>
                <a:lnTo>
                  <a:pt x="15358" y="18087"/>
                </a:lnTo>
                <a:lnTo>
                  <a:pt x="15358" y="18030"/>
                </a:lnTo>
                <a:lnTo>
                  <a:pt x="15358" y="17985"/>
                </a:lnTo>
                <a:lnTo>
                  <a:pt x="15335" y="17939"/>
                </a:lnTo>
                <a:lnTo>
                  <a:pt x="15324" y="17894"/>
                </a:lnTo>
                <a:lnTo>
                  <a:pt x="15289" y="17860"/>
                </a:lnTo>
                <a:lnTo>
                  <a:pt x="15255" y="17826"/>
                </a:lnTo>
                <a:lnTo>
                  <a:pt x="15221" y="17803"/>
                </a:lnTo>
                <a:lnTo>
                  <a:pt x="15176" y="17791"/>
                </a:lnTo>
                <a:lnTo>
                  <a:pt x="15130" y="17780"/>
                </a:lnTo>
                <a:lnTo>
                  <a:pt x="15130" y="15448"/>
                </a:lnTo>
                <a:lnTo>
                  <a:pt x="15187" y="15425"/>
                </a:lnTo>
                <a:lnTo>
                  <a:pt x="15233" y="15391"/>
                </a:lnTo>
                <a:lnTo>
                  <a:pt x="15255" y="15334"/>
                </a:lnTo>
                <a:lnTo>
                  <a:pt x="15267" y="15278"/>
                </a:lnTo>
                <a:lnTo>
                  <a:pt x="15255" y="15221"/>
                </a:lnTo>
                <a:lnTo>
                  <a:pt x="17314" y="14026"/>
                </a:lnTo>
                <a:lnTo>
                  <a:pt x="17348" y="14060"/>
                </a:lnTo>
                <a:lnTo>
                  <a:pt x="17383" y="14094"/>
                </a:lnTo>
                <a:lnTo>
                  <a:pt x="17428" y="14106"/>
                </a:lnTo>
                <a:lnTo>
                  <a:pt x="17474" y="14117"/>
                </a:lnTo>
                <a:lnTo>
                  <a:pt x="17519" y="14106"/>
                </a:lnTo>
                <a:lnTo>
                  <a:pt x="17553" y="14083"/>
                </a:lnTo>
                <a:lnTo>
                  <a:pt x="17599" y="14060"/>
                </a:lnTo>
                <a:lnTo>
                  <a:pt x="17621" y="14026"/>
                </a:lnTo>
                <a:close/>
                <a:moveTo>
                  <a:pt x="60279" y="14026"/>
                </a:moveTo>
                <a:lnTo>
                  <a:pt x="62270" y="15164"/>
                </a:lnTo>
                <a:lnTo>
                  <a:pt x="62259" y="15221"/>
                </a:lnTo>
                <a:lnTo>
                  <a:pt x="62247" y="15278"/>
                </a:lnTo>
                <a:lnTo>
                  <a:pt x="62247" y="15323"/>
                </a:lnTo>
                <a:lnTo>
                  <a:pt x="62270" y="15380"/>
                </a:lnTo>
                <a:lnTo>
                  <a:pt x="62293" y="15414"/>
                </a:lnTo>
                <a:lnTo>
                  <a:pt x="62315" y="15460"/>
                </a:lnTo>
                <a:lnTo>
                  <a:pt x="62350" y="15494"/>
                </a:lnTo>
                <a:lnTo>
                  <a:pt x="62395" y="15516"/>
                </a:lnTo>
                <a:lnTo>
                  <a:pt x="62441" y="15528"/>
                </a:lnTo>
                <a:lnTo>
                  <a:pt x="62486" y="15539"/>
                </a:lnTo>
                <a:lnTo>
                  <a:pt x="62486" y="17780"/>
                </a:lnTo>
                <a:lnTo>
                  <a:pt x="62441" y="17791"/>
                </a:lnTo>
                <a:lnTo>
                  <a:pt x="62395" y="17803"/>
                </a:lnTo>
                <a:lnTo>
                  <a:pt x="62361" y="17826"/>
                </a:lnTo>
                <a:lnTo>
                  <a:pt x="62315" y="17860"/>
                </a:lnTo>
                <a:lnTo>
                  <a:pt x="62293" y="17894"/>
                </a:lnTo>
                <a:lnTo>
                  <a:pt x="62270" y="17939"/>
                </a:lnTo>
                <a:lnTo>
                  <a:pt x="62259" y="17985"/>
                </a:lnTo>
                <a:lnTo>
                  <a:pt x="62247" y="18030"/>
                </a:lnTo>
                <a:lnTo>
                  <a:pt x="62259" y="18087"/>
                </a:lnTo>
                <a:lnTo>
                  <a:pt x="62270" y="18133"/>
                </a:lnTo>
                <a:lnTo>
                  <a:pt x="60347" y="19236"/>
                </a:lnTo>
                <a:lnTo>
                  <a:pt x="60313" y="19191"/>
                </a:lnTo>
                <a:lnTo>
                  <a:pt x="60256" y="19157"/>
                </a:lnTo>
                <a:lnTo>
                  <a:pt x="60200" y="19134"/>
                </a:lnTo>
                <a:lnTo>
                  <a:pt x="60074" y="19134"/>
                </a:lnTo>
                <a:lnTo>
                  <a:pt x="60018" y="19157"/>
                </a:lnTo>
                <a:lnTo>
                  <a:pt x="59972" y="19191"/>
                </a:lnTo>
                <a:lnTo>
                  <a:pt x="59927" y="19236"/>
                </a:lnTo>
                <a:lnTo>
                  <a:pt x="58004" y="18121"/>
                </a:lnTo>
                <a:lnTo>
                  <a:pt x="58015" y="18087"/>
                </a:lnTo>
                <a:lnTo>
                  <a:pt x="58015" y="18030"/>
                </a:lnTo>
                <a:lnTo>
                  <a:pt x="58015" y="17985"/>
                </a:lnTo>
                <a:lnTo>
                  <a:pt x="58004" y="17939"/>
                </a:lnTo>
                <a:lnTo>
                  <a:pt x="57981" y="17905"/>
                </a:lnTo>
                <a:lnTo>
                  <a:pt x="57959" y="17871"/>
                </a:lnTo>
                <a:lnTo>
                  <a:pt x="57924" y="17837"/>
                </a:lnTo>
                <a:lnTo>
                  <a:pt x="57879" y="17814"/>
                </a:lnTo>
                <a:lnTo>
                  <a:pt x="57845" y="17791"/>
                </a:lnTo>
                <a:lnTo>
                  <a:pt x="57799" y="17791"/>
                </a:lnTo>
                <a:lnTo>
                  <a:pt x="57799" y="15505"/>
                </a:lnTo>
                <a:lnTo>
                  <a:pt x="57833" y="15494"/>
                </a:lnTo>
                <a:lnTo>
                  <a:pt x="57879" y="15482"/>
                </a:lnTo>
                <a:lnTo>
                  <a:pt x="57913" y="15460"/>
                </a:lnTo>
                <a:lnTo>
                  <a:pt x="57936" y="15437"/>
                </a:lnTo>
                <a:lnTo>
                  <a:pt x="57970" y="15403"/>
                </a:lnTo>
                <a:lnTo>
                  <a:pt x="57981" y="15357"/>
                </a:lnTo>
                <a:lnTo>
                  <a:pt x="57993" y="15323"/>
                </a:lnTo>
                <a:lnTo>
                  <a:pt x="58004" y="15278"/>
                </a:lnTo>
                <a:lnTo>
                  <a:pt x="57993" y="15232"/>
                </a:lnTo>
                <a:lnTo>
                  <a:pt x="57981" y="15187"/>
                </a:lnTo>
                <a:lnTo>
                  <a:pt x="59995" y="14026"/>
                </a:lnTo>
                <a:lnTo>
                  <a:pt x="60029" y="14060"/>
                </a:lnTo>
                <a:lnTo>
                  <a:pt x="60063" y="14083"/>
                </a:lnTo>
                <a:lnTo>
                  <a:pt x="60097" y="14094"/>
                </a:lnTo>
                <a:lnTo>
                  <a:pt x="60143" y="14106"/>
                </a:lnTo>
                <a:lnTo>
                  <a:pt x="60188" y="14094"/>
                </a:lnTo>
                <a:lnTo>
                  <a:pt x="60222" y="14083"/>
                </a:lnTo>
                <a:lnTo>
                  <a:pt x="60256" y="14060"/>
                </a:lnTo>
                <a:lnTo>
                  <a:pt x="60279" y="14026"/>
                </a:lnTo>
                <a:close/>
                <a:moveTo>
                  <a:pt x="65102" y="14072"/>
                </a:moveTo>
                <a:lnTo>
                  <a:pt x="67013" y="15164"/>
                </a:lnTo>
                <a:lnTo>
                  <a:pt x="66991" y="15221"/>
                </a:lnTo>
                <a:lnTo>
                  <a:pt x="66979" y="15278"/>
                </a:lnTo>
                <a:lnTo>
                  <a:pt x="66991" y="15334"/>
                </a:lnTo>
                <a:lnTo>
                  <a:pt x="67002" y="15380"/>
                </a:lnTo>
                <a:lnTo>
                  <a:pt x="67025" y="15425"/>
                </a:lnTo>
                <a:lnTo>
                  <a:pt x="67059" y="15460"/>
                </a:lnTo>
                <a:lnTo>
                  <a:pt x="67093" y="15494"/>
                </a:lnTo>
                <a:lnTo>
                  <a:pt x="67139" y="15516"/>
                </a:lnTo>
                <a:lnTo>
                  <a:pt x="67184" y="15539"/>
                </a:lnTo>
                <a:lnTo>
                  <a:pt x="67230" y="15539"/>
                </a:lnTo>
                <a:lnTo>
                  <a:pt x="67230" y="17791"/>
                </a:lnTo>
                <a:lnTo>
                  <a:pt x="67184" y="17803"/>
                </a:lnTo>
                <a:lnTo>
                  <a:pt x="67139" y="17814"/>
                </a:lnTo>
                <a:lnTo>
                  <a:pt x="67104" y="17837"/>
                </a:lnTo>
                <a:lnTo>
                  <a:pt x="67070" y="17871"/>
                </a:lnTo>
                <a:lnTo>
                  <a:pt x="67048" y="17905"/>
                </a:lnTo>
                <a:lnTo>
                  <a:pt x="67025" y="17939"/>
                </a:lnTo>
                <a:lnTo>
                  <a:pt x="67013" y="17985"/>
                </a:lnTo>
                <a:lnTo>
                  <a:pt x="67002" y="18030"/>
                </a:lnTo>
                <a:lnTo>
                  <a:pt x="67013" y="18087"/>
                </a:lnTo>
                <a:lnTo>
                  <a:pt x="67025" y="18121"/>
                </a:lnTo>
                <a:lnTo>
                  <a:pt x="65102" y="19236"/>
                </a:lnTo>
                <a:lnTo>
                  <a:pt x="65057" y="19191"/>
                </a:lnTo>
                <a:lnTo>
                  <a:pt x="65000" y="19157"/>
                </a:lnTo>
                <a:lnTo>
                  <a:pt x="64943" y="19134"/>
                </a:lnTo>
                <a:lnTo>
                  <a:pt x="64886" y="19122"/>
                </a:lnTo>
                <a:lnTo>
                  <a:pt x="64818" y="19134"/>
                </a:lnTo>
                <a:lnTo>
                  <a:pt x="64761" y="19157"/>
                </a:lnTo>
                <a:lnTo>
                  <a:pt x="64704" y="19191"/>
                </a:lnTo>
                <a:lnTo>
                  <a:pt x="64670" y="19236"/>
                </a:lnTo>
                <a:lnTo>
                  <a:pt x="62748" y="18133"/>
                </a:lnTo>
                <a:lnTo>
                  <a:pt x="62770" y="18087"/>
                </a:lnTo>
                <a:lnTo>
                  <a:pt x="62770" y="18030"/>
                </a:lnTo>
                <a:lnTo>
                  <a:pt x="62770" y="17985"/>
                </a:lnTo>
                <a:lnTo>
                  <a:pt x="62748" y="17939"/>
                </a:lnTo>
                <a:lnTo>
                  <a:pt x="62725" y="17894"/>
                </a:lnTo>
                <a:lnTo>
                  <a:pt x="62702" y="17860"/>
                </a:lnTo>
                <a:lnTo>
                  <a:pt x="62668" y="17826"/>
                </a:lnTo>
                <a:lnTo>
                  <a:pt x="62623" y="17803"/>
                </a:lnTo>
                <a:lnTo>
                  <a:pt x="62577" y="17791"/>
                </a:lnTo>
                <a:lnTo>
                  <a:pt x="62532" y="17780"/>
                </a:lnTo>
                <a:lnTo>
                  <a:pt x="62532" y="15539"/>
                </a:lnTo>
                <a:lnTo>
                  <a:pt x="62588" y="15528"/>
                </a:lnTo>
                <a:lnTo>
                  <a:pt x="62634" y="15516"/>
                </a:lnTo>
                <a:lnTo>
                  <a:pt x="62668" y="15494"/>
                </a:lnTo>
                <a:lnTo>
                  <a:pt x="62702" y="15460"/>
                </a:lnTo>
                <a:lnTo>
                  <a:pt x="62736" y="15414"/>
                </a:lnTo>
                <a:lnTo>
                  <a:pt x="62759" y="15380"/>
                </a:lnTo>
                <a:lnTo>
                  <a:pt x="62770" y="15323"/>
                </a:lnTo>
                <a:lnTo>
                  <a:pt x="62770" y="15278"/>
                </a:lnTo>
                <a:lnTo>
                  <a:pt x="62770" y="15221"/>
                </a:lnTo>
                <a:lnTo>
                  <a:pt x="62748" y="15175"/>
                </a:lnTo>
                <a:lnTo>
                  <a:pt x="64659" y="14072"/>
                </a:lnTo>
                <a:lnTo>
                  <a:pt x="64693" y="14117"/>
                </a:lnTo>
                <a:lnTo>
                  <a:pt x="64750" y="14163"/>
                </a:lnTo>
                <a:lnTo>
                  <a:pt x="64807" y="14185"/>
                </a:lnTo>
                <a:lnTo>
                  <a:pt x="64886" y="14197"/>
                </a:lnTo>
                <a:lnTo>
                  <a:pt x="64954" y="14185"/>
                </a:lnTo>
                <a:lnTo>
                  <a:pt x="65011" y="14163"/>
                </a:lnTo>
                <a:lnTo>
                  <a:pt x="65068" y="14117"/>
                </a:lnTo>
                <a:lnTo>
                  <a:pt x="65102" y="14072"/>
                </a:lnTo>
                <a:close/>
                <a:moveTo>
                  <a:pt x="74510" y="14026"/>
                </a:moveTo>
                <a:lnTo>
                  <a:pt x="76569" y="15209"/>
                </a:lnTo>
                <a:lnTo>
                  <a:pt x="76557" y="15278"/>
                </a:lnTo>
                <a:lnTo>
                  <a:pt x="76569" y="15346"/>
                </a:lnTo>
                <a:lnTo>
                  <a:pt x="76603" y="15391"/>
                </a:lnTo>
                <a:lnTo>
                  <a:pt x="76648" y="15425"/>
                </a:lnTo>
                <a:lnTo>
                  <a:pt x="76717" y="15448"/>
                </a:lnTo>
                <a:lnTo>
                  <a:pt x="76717" y="17860"/>
                </a:lnTo>
                <a:lnTo>
                  <a:pt x="76648" y="17882"/>
                </a:lnTo>
                <a:lnTo>
                  <a:pt x="76603" y="17917"/>
                </a:lnTo>
                <a:lnTo>
                  <a:pt x="76569" y="17973"/>
                </a:lnTo>
                <a:lnTo>
                  <a:pt x="76557" y="18030"/>
                </a:lnTo>
                <a:lnTo>
                  <a:pt x="76569" y="18087"/>
                </a:lnTo>
                <a:lnTo>
                  <a:pt x="74578" y="19236"/>
                </a:lnTo>
                <a:lnTo>
                  <a:pt x="74533" y="19191"/>
                </a:lnTo>
                <a:lnTo>
                  <a:pt x="74487" y="19157"/>
                </a:lnTo>
                <a:lnTo>
                  <a:pt x="74430" y="19134"/>
                </a:lnTo>
                <a:lnTo>
                  <a:pt x="74362" y="19122"/>
                </a:lnTo>
                <a:lnTo>
                  <a:pt x="74294" y="19134"/>
                </a:lnTo>
                <a:lnTo>
                  <a:pt x="74237" y="19157"/>
                </a:lnTo>
                <a:lnTo>
                  <a:pt x="74180" y="19191"/>
                </a:lnTo>
                <a:lnTo>
                  <a:pt x="74146" y="19236"/>
                </a:lnTo>
                <a:lnTo>
                  <a:pt x="72235" y="18133"/>
                </a:lnTo>
                <a:lnTo>
                  <a:pt x="72246" y="18087"/>
                </a:lnTo>
                <a:lnTo>
                  <a:pt x="72246" y="18030"/>
                </a:lnTo>
                <a:lnTo>
                  <a:pt x="72246" y="17985"/>
                </a:lnTo>
                <a:lnTo>
                  <a:pt x="72235" y="17939"/>
                </a:lnTo>
                <a:lnTo>
                  <a:pt x="72212" y="17894"/>
                </a:lnTo>
                <a:lnTo>
                  <a:pt x="72178" y="17860"/>
                </a:lnTo>
                <a:lnTo>
                  <a:pt x="72144" y="17826"/>
                </a:lnTo>
                <a:lnTo>
                  <a:pt x="72110" y="17803"/>
                </a:lnTo>
                <a:lnTo>
                  <a:pt x="72064" y="17791"/>
                </a:lnTo>
                <a:lnTo>
                  <a:pt x="72019" y="17780"/>
                </a:lnTo>
                <a:lnTo>
                  <a:pt x="72019" y="15448"/>
                </a:lnTo>
                <a:lnTo>
                  <a:pt x="72075" y="15425"/>
                </a:lnTo>
                <a:lnTo>
                  <a:pt x="72121" y="15391"/>
                </a:lnTo>
                <a:lnTo>
                  <a:pt x="72155" y="15334"/>
                </a:lnTo>
                <a:lnTo>
                  <a:pt x="72166" y="15278"/>
                </a:lnTo>
                <a:lnTo>
                  <a:pt x="72155" y="15221"/>
                </a:lnTo>
                <a:lnTo>
                  <a:pt x="74214" y="14026"/>
                </a:lnTo>
                <a:lnTo>
                  <a:pt x="74237" y="14060"/>
                </a:lnTo>
                <a:lnTo>
                  <a:pt x="74271" y="14094"/>
                </a:lnTo>
                <a:lnTo>
                  <a:pt x="74316" y="14106"/>
                </a:lnTo>
                <a:lnTo>
                  <a:pt x="74362" y="14117"/>
                </a:lnTo>
                <a:lnTo>
                  <a:pt x="74407" y="14106"/>
                </a:lnTo>
                <a:lnTo>
                  <a:pt x="74453" y="14083"/>
                </a:lnTo>
                <a:lnTo>
                  <a:pt x="74487" y="14060"/>
                </a:lnTo>
                <a:lnTo>
                  <a:pt x="74510" y="14026"/>
                </a:lnTo>
                <a:close/>
                <a:moveTo>
                  <a:pt x="12935" y="14060"/>
                </a:moveTo>
                <a:lnTo>
                  <a:pt x="14937" y="15209"/>
                </a:lnTo>
                <a:lnTo>
                  <a:pt x="14925" y="15278"/>
                </a:lnTo>
                <a:lnTo>
                  <a:pt x="14937" y="15334"/>
                </a:lnTo>
                <a:lnTo>
                  <a:pt x="14971" y="15391"/>
                </a:lnTo>
                <a:lnTo>
                  <a:pt x="15016" y="15425"/>
                </a:lnTo>
                <a:lnTo>
                  <a:pt x="15085" y="15448"/>
                </a:lnTo>
                <a:lnTo>
                  <a:pt x="15085" y="17780"/>
                </a:lnTo>
                <a:lnTo>
                  <a:pt x="15028" y="17791"/>
                </a:lnTo>
                <a:lnTo>
                  <a:pt x="14982" y="17803"/>
                </a:lnTo>
                <a:lnTo>
                  <a:pt x="14948" y="17826"/>
                </a:lnTo>
                <a:lnTo>
                  <a:pt x="14914" y="17860"/>
                </a:lnTo>
                <a:lnTo>
                  <a:pt x="14880" y="17894"/>
                </a:lnTo>
                <a:lnTo>
                  <a:pt x="14857" y="17939"/>
                </a:lnTo>
                <a:lnTo>
                  <a:pt x="14846" y="17985"/>
                </a:lnTo>
                <a:lnTo>
                  <a:pt x="14846" y="18030"/>
                </a:lnTo>
                <a:lnTo>
                  <a:pt x="14846" y="18087"/>
                </a:lnTo>
                <a:lnTo>
                  <a:pt x="14857" y="18133"/>
                </a:lnTo>
                <a:lnTo>
                  <a:pt x="12912" y="19259"/>
                </a:lnTo>
                <a:lnTo>
                  <a:pt x="12878" y="19225"/>
                </a:lnTo>
                <a:lnTo>
                  <a:pt x="12832" y="19191"/>
                </a:lnTo>
                <a:lnTo>
                  <a:pt x="12787" y="19168"/>
                </a:lnTo>
                <a:lnTo>
                  <a:pt x="12673" y="19168"/>
                </a:lnTo>
                <a:lnTo>
                  <a:pt x="12628" y="19191"/>
                </a:lnTo>
                <a:lnTo>
                  <a:pt x="12582" y="19225"/>
                </a:lnTo>
                <a:lnTo>
                  <a:pt x="12548" y="19259"/>
                </a:lnTo>
                <a:lnTo>
                  <a:pt x="10591" y="18121"/>
                </a:lnTo>
                <a:lnTo>
                  <a:pt x="10603" y="18076"/>
                </a:lnTo>
                <a:lnTo>
                  <a:pt x="10603" y="18030"/>
                </a:lnTo>
                <a:lnTo>
                  <a:pt x="10603" y="17985"/>
                </a:lnTo>
                <a:lnTo>
                  <a:pt x="10591" y="17939"/>
                </a:lnTo>
                <a:lnTo>
                  <a:pt x="10569" y="17905"/>
                </a:lnTo>
                <a:lnTo>
                  <a:pt x="10546" y="17871"/>
                </a:lnTo>
                <a:lnTo>
                  <a:pt x="10512" y="17837"/>
                </a:lnTo>
                <a:lnTo>
                  <a:pt x="10466" y="17814"/>
                </a:lnTo>
                <a:lnTo>
                  <a:pt x="10432" y="17803"/>
                </a:lnTo>
                <a:lnTo>
                  <a:pt x="10387" y="17791"/>
                </a:lnTo>
                <a:lnTo>
                  <a:pt x="10387" y="15539"/>
                </a:lnTo>
                <a:lnTo>
                  <a:pt x="10432" y="15539"/>
                </a:lnTo>
                <a:lnTo>
                  <a:pt x="10478" y="15516"/>
                </a:lnTo>
                <a:lnTo>
                  <a:pt x="10523" y="15494"/>
                </a:lnTo>
                <a:lnTo>
                  <a:pt x="10557" y="15460"/>
                </a:lnTo>
                <a:lnTo>
                  <a:pt x="10580" y="15414"/>
                </a:lnTo>
                <a:lnTo>
                  <a:pt x="10603" y="15380"/>
                </a:lnTo>
                <a:lnTo>
                  <a:pt x="10626" y="15334"/>
                </a:lnTo>
                <a:lnTo>
                  <a:pt x="10626" y="15278"/>
                </a:lnTo>
                <a:lnTo>
                  <a:pt x="10614" y="15221"/>
                </a:lnTo>
                <a:lnTo>
                  <a:pt x="10603" y="15164"/>
                </a:lnTo>
                <a:lnTo>
                  <a:pt x="12525" y="14060"/>
                </a:lnTo>
                <a:lnTo>
                  <a:pt x="12559" y="14106"/>
                </a:lnTo>
                <a:lnTo>
                  <a:pt x="12616" y="14140"/>
                </a:lnTo>
                <a:lnTo>
                  <a:pt x="12673" y="14163"/>
                </a:lnTo>
                <a:lnTo>
                  <a:pt x="12730" y="14174"/>
                </a:lnTo>
                <a:lnTo>
                  <a:pt x="12787" y="14163"/>
                </a:lnTo>
                <a:lnTo>
                  <a:pt x="12844" y="14140"/>
                </a:lnTo>
                <a:lnTo>
                  <a:pt x="12901" y="14106"/>
                </a:lnTo>
                <a:lnTo>
                  <a:pt x="12935" y="14060"/>
                </a:lnTo>
                <a:close/>
                <a:moveTo>
                  <a:pt x="41396" y="14060"/>
                </a:moveTo>
                <a:lnTo>
                  <a:pt x="43307" y="15164"/>
                </a:lnTo>
                <a:lnTo>
                  <a:pt x="43284" y="15221"/>
                </a:lnTo>
                <a:lnTo>
                  <a:pt x="43273" y="15278"/>
                </a:lnTo>
                <a:lnTo>
                  <a:pt x="43284" y="15334"/>
                </a:lnTo>
                <a:lnTo>
                  <a:pt x="43296" y="15380"/>
                </a:lnTo>
                <a:lnTo>
                  <a:pt x="43318" y="15425"/>
                </a:lnTo>
                <a:lnTo>
                  <a:pt x="43353" y="15460"/>
                </a:lnTo>
                <a:lnTo>
                  <a:pt x="43387" y="15494"/>
                </a:lnTo>
                <a:lnTo>
                  <a:pt x="43432" y="15516"/>
                </a:lnTo>
                <a:lnTo>
                  <a:pt x="43478" y="15528"/>
                </a:lnTo>
                <a:lnTo>
                  <a:pt x="43523" y="15539"/>
                </a:lnTo>
                <a:lnTo>
                  <a:pt x="43523" y="17769"/>
                </a:lnTo>
                <a:lnTo>
                  <a:pt x="43478" y="17780"/>
                </a:lnTo>
                <a:lnTo>
                  <a:pt x="43421" y="17791"/>
                </a:lnTo>
                <a:lnTo>
                  <a:pt x="43387" y="17814"/>
                </a:lnTo>
                <a:lnTo>
                  <a:pt x="43341" y="17848"/>
                </a:lnTo>
                <a:lnTo>
                  <a:pt x="43318" y="17894"/>
                </a:lnTo>
                <a:lnTo>
                  <a:pt x="43296" y="17939"/>
                </a:lnTo>
                <a:lnTo>
                  <a:pt x="43273" y="17985"/>
                </a:lnTo>
                <a:lnTo>
                  <a:pt x="43273" y="18030"/>
                </a:lnTo>
                <a:lnTo>
                  <a:pt x="43273" y="18087"/>
                </a:lnTo>
                <a:lnTo>
                  <a:pt x="43296" y="18144"/>
                </a:lnTo>
                <a:lnTo>
                  <a:pt x="41362" y="19259"/>
                </a:lnTo>
                <a:lnTo>
                  <a:pt x="41316" y="19213"/>
                </a:lnTo>
                <a:lnTo>
                  <a:pt x="41282" y="19191"/>
                </a:lnTo>
                <a:lnTo>
                  <a:pt x="41225" y="19168"/>
                </a:lnTo>
                <a:lnTo>
                  <a:pt x="41169" y="19157"/>
                </a:lnTo>
                <a:lnTo>
                  <a:pt x="41112" y="19168"/>
                </a:lnTo>
                <a:lnTo>
                  <a:pt x="41066" y="19179"/>
                </a:lnTo>
                <a:lnTo>
                  <a:pt x="41021" y="19213"/>
                </a:lnTo>
                <a:lnTo>
                  <a:pt x="40987" y="19248"/>
                </a:lnTo>
                <a:lnTo>
                  <a:pt x="39019" y="18121"/>
                </a:lnTo>
                <a:lnTo>
                  <a:pt x="39030" y="18076"/>
                </a:lnTo>
                <a:lnTo>
                  <a:pt x="39041" y="18030"/>
                </a:lnTo>
                <a:lnTo>
                  <a:pt x="39030" y="17996"/>
                </a:lnTo>
                <a:lnTo>
                  <a:pt x="39019" y="17951"/>
                </a:lnTo>
                <a:lnTo>
                  <a:pt x="38996" y="17917"/>
                </a:lnTo>
                <a:lnTo>
                  <a:pt x="38973" y="17882"/>
                </a:lnTo>
                <a:lnTo>
                  <a:pt x="38950" y="17848"/>
                </a:lnTo>
                <a:lnTo>
                  <a:pt x="38916" y="17826"/>
                </a:lnTo>
                <a:lnTo>
                  <a:pt x="38871" y="17814"/>
                </a:lnTo>
                <a:lnTo>
                  <a:pt x="38825" y="17803"/>
                </a:lnTo>
                <a:lnTo>
                  <a:pt x="38825" y="15539"/>
                </a:lnTo>
                <a:lnTo>
                  <a:pt x="38882" y="15528"/>
                </a:lnTo>
                <a:lnTo>
                  <a:pt x="38916" y="15516"/>
                </a:lnTo>
                <a:lnTo>
                  <a:pt x="38962" y="15482"/>
                </a:lnTo>
                <a:lnTo>
                  <a:pt x="38996" y="15448"/>
                </a:lnTo>
                <a:lnTo>
                  <a:pt x="39019" y="15414"/>
                </a:lnTo>
                <a:lnTo>
                  <a:pt x="39041" y="15369"/>
                </a:lnTo>
                <a:lnTo>
                  <a:pt x="39053" y="15323"/>
                </a:lnTo>
                <a:lnTo>
                  <a:pt x="39064" y="15278"/>
                </a:lnTo>
                <a:lnTo>
                  <a:pt x="39053" y="15221"/>
                </a:lnTo>
                <a:lnTo>
                  <a:pt x="39041" y="15175"/>
                </a:lnTo>
                <a:lnTo>
                  <a:pt x="40952" y="14072"/>
                </a:lnTo>
                <a:lnTo>
                  <a:pt x="40987" y="14117"/>
                </a:lnTo>
                <a:lnTo>
                  <a:pt x="41043" y="14163"/>
                </a:lnTo>
                <a:lnTo>
                  <a:pt x="41100" y="14185"/>
                </a:lnTo>
                <a:lnTo>
                  <a:pt x="41169" y="14197"/>
                </a:lnTo>
                <a:lnTo>
                  <a:pt x="41237" y="14185"/>
                </a:lnTo>
                <a:lnTo>
                  <a:pt x="41305" y="14163"/>
                </a:lnTo>
                <a:lnTo>
                  <a:pt x="41351" y="14117"/>
                </a:lnTo>
                <a:lnTo>
                  <a:pt x="41396" y="14060"/>
                </a:lnTo>
                <a:close/>
                <a:moveTo>
                  <a:pt x="46105" y="14049"/>
                </a:moveTo>
                <a:lnTo>
                  <a:pt x="48051" y="15164"/>
                </a:lnTo>
                <a:lnTo>
                  <a:pt x="48028" y="15221"/>
                </a:lnTo>
                <a:lnTo>
                  <a:pt x="48017" y="15278"/>
                </a:lnTo>
                <a:lnTo>
                  <a:pt x="48028" y="15323"/>
                </a:lnTo>
                <a:lnTo>
                  <a:pt x="48039" y="15380"/>
                </a:lnTo>
                <a:lnTo>
                  <a:pt x="48062" y="15414"/>
                </a:lnTo>
                <a:lnTo>
                  <a:pt x="48096" y="15460"/>
                </a:lnTo>
                <a:lnTo>
                  <a:pt x="48130" y="15482"/>
                </a:lnTo>
                <a:lnTo>
                  <a:pt x="48176" y="15516"/>
                </a:lnTo>
                <a:lnTo>
                  <a:pt x="48221" y="15528"/>
                </a:lnTo>
                <a:lnTo>
                  <a:pt x="48267" y="15539"/>
                </a:lnTo>
                <a:lnTo>
                  <a:pt x="48267" y="17780"/>
                </a:lnTo>
                <a:lnTo>
                  <a:pt x="48221" y="17791"/>
                </a:lnTo>
                <a:lnTo>
                  <a:pt x="48176" y="17803"/>
                </a:lnTo>
                <a:lnTo>
                  <a:pt x="48130" y="17826"/>
                </a:lnTo>
                <a:lnTo>
                  <a:pt x="48096" y="17860"/>
                </a:lnTo>
                <a:lnTo>
                  <a:pt x="48062" y="17894"/>
                </a:lnTo>
                <a:lnTo>
                  <a:pt x="48051" y="17939"/>
                </a:lnTo>
                <a:lnTo>
                  <a:pt x="48028" y="17985"/>
                </a:lnTo>
                <a:lnTo>
                  <a:pt x="48028" y="18030"/>
                </a:lnTo>
                <a:lnTo>
                  <a:pt x="48028" y="18087"/>
                </a:lnTo>
                <a:lnTo>
                  <a:pt x="48051" y="18133"/>
                </a:lnTo>
                <a:lnTo>
                  <a:pt x="46094" y="19259"/>
                </a:lnTo>
                <a:lnTo>
                  <a:pt x="46060" y="19225"/>
                </a:lnTo>
                <a:lnTo>
                  <a:pt x="46014" y="19191"/>
                </a:lnTo>
                <a:lnTo>
                  <a:pt x="45969" y="19168"/>
                </a:lnTo>
                <a:lnTo>
                  <a:pt x="45855" y="19168"/>
                </a:lnTo>
                <a:lnTo>
                  <a:pt x="45810" y="19191"/>
                </a:lnTo>
                <a:lnTo>
                  <a:pt x="45764" y="19213"/>
                </a:lnTo>
                <a:lnTo>
                  <a:pt x="45730" y="19259"/>
                </a:lnTo>
                <a:lnTo>
                  <a:pt x="43785" y="18133"/>
                </a:lnTo>
                <a:lnTo>
                  <a:pt x="43808" y="18087"/>
                </a:lnTo>
                <a:lnTo>
                  <a:pt x="43808" y="18030"/>
                </a:lnTo>
                <a:lnTo>
                  <a:pt x="43808" y="17985"/>
                </a:lnTo>
                <a:lnTo>
                  <a:pt x="43785" y="17939"/>
                </a:lnTo>
                <a:lnTo>
                  <a:pt x="43773" y="17894"/>
                </a:lnTo>
                <a:lnTo>
                  <a:pt x="43739" y="17860"/>
                </a:lnTo>
                <a:lnTo>
                  <a:pt x="43705" y="17826"/>
                </a:lnTo>
                <a:lnTo>
                  <a:pt x="43660" y="17803"/>
                </a:lnTo>
                <a:lnTo>
                  <a:pt x="43614" y="17780"/>
                </a:lnTo>
                <a:lnTo>
                  <a:pt x="43569" y="17769"/>
                </a:lnTo>
                <a:lnTo>
                  <a:pt x="43569" y="15539"/>
                </a:lnTo>
                <a:lnTo>
                  <a:pt x="43614" y="15528"/>
                </a:lnTo>
                <a:lnTo>
                  <a:pt x="43660" y="15505"/>
                </a:lnTo>
                <a:lnTo>
                  <a:pt x="43705" y="15482"/>
                </a:lnTo>
                <a:lnTo>
                  <a:pt x="43739" y="15448"/>
                </a:lnTo>
                <a:lnTo>
                  <a:pt x="43762" y="15414"/>
                </a:lnTo>
                <a:lnTo>
                  <a:pt x="43785" y="15369"/>
                </a:lnTo>
                <a:lnTo>
                  <a:pt x="43796" y="15323"/>
                </a:lnTo>
                <a:lnTo>
                  <a:pt x="43796" y="15278"/>
                </a:lnTo>
                <a:lnTo>
                  <a:pt x="43796" y="15221"/>
                </a:lnTo>
                <a:lnTo>
                  <a:pt x="43785" y="15175"/>
                </a:lnTo>
                <a:lnTo>
                  <a:pt x="45707" y="14060"/>
                </a:lnTo>
                <a:lnTo>
                  <a:pt x="45753" y="14106"/>
                </a:lnTo>
                <a:lnTo>
                  <a:pt x="45798" y="14140"/>
                </a:lnTo>
                <a:lnTo>
                  <a:pt x="45855" y="14163"/>
                </a:lnTo>
                <a:lnTo>
                  <a:pt x="45969" y="14163"/>
                </a:lnTo>
                <a:lnTo>
                  <a:pt x="46026" y="14129"/>
                </a:lnTo>
                <a:lnTo>
                  <a:pt x="46071" y="14094"/>
                </a:lnTo>
                <a:lnTo>
                  <a:pt x="46105" y="14049"/>
                </a:lnTo>
                <a:close/>
                <a:moveTo>
                  <a:pt x="69823" y="14060"/>
                </a:moveTo>
                <a:lnTo>
                  <a:pt x="71837" y="15209"/>
                </a:lnTo>
                <a:lnTo>
                  <a:pt x="71825" y="15278"/>
                </a:lnTo>
                <a:lnTo>
                  <a:pt x="71837" y="15334"/>
                </a:lnTo>
                <a:lnTo>
                  <a:pt x="71859" y="15391"/>
                </a:lnTo>
                <a:lnTo>
                  <a:pt x="71916" y="15425"/>
                </a:lnTo>
                <a:lnTo>
                  <a:pt x="71973" y="15448"/>
                </a:lnTo>
                <a:lnTo>
                  <a:pt x="71973" y="17780"/>
                </a:lnTo>
                <a:lnTo>
                  <a:pt x="71928" y="17791"/>
                </a:lnTo>
                <a:lnTo>
                  <a:pt x="71882" y="17803"/>
                </a:lnTo>
                <a:lnTo>
                  <a:pt x="71837" y="17826"/>
                </a:lnTo>
                <a:lnTo>
                  <a:pt x="71802" y="17860"/>
                </a:lnTo>
                <a:lnTo>
                  <a:pt x="71768" y="17894"/>
                </a:lnTo>
                <a:lnTo>
                  <a:pt x="71746" y="17939"/>
                </a:lnTo>
                <a:lnTo>
                  <a:pt x="71734" y="17985"/>
                </a:lnTo>
                <a:lnTo>
                  <a:pt x="71734" y="18030"/>
                </a:lnTo>
                <a:lnTo>
                  <a:pt x="71734" y="18087"/>
                </a:lnTo>
                <a:lnTo>
                  <a:pt x="71746" y="18133"/>
                </a:lnTo>
                <a:lnTo>
                  <a:pt x="69800" y="19259"/>
                </a:lnTo>
                <a:lnTo>
                  <a:pt x="69766" y="19225"/>
                </a:lnTo>
                <a:lnTo>
                  <a:pt x="69721" y="19191"/>
                </a:lnTo>
                <a:lnTo>
                  <a:pt x="69675" y="19168"/>
                </a:lnTo>
                <a:lnTo>
                  <a:pt x="69573" y="19168"/>
                </a:lnTo>
                <a:lnTo>
                  <a:pt x="69516" y="19191"/>
                </a:lnTo>
                <a:lnTo>
                  <a:pt x="69482" y="19225"/>
                </a:lnTo>
                <a:lnTo>
                  <a:pt x="69448" y="19259"/>
                </a:lnTo>
                <a:lnTo>
                  <a:pt x="67480" y="18121"/>
                </a:lnTo>
                <a:lnTo>
                  <a:pt x="67491" y="18076"/>
                </a:lnTo>
                <a:lnTo>
                  <a:pt x="67503" y="18030"/>
                </a:lnTo>
                <a:lnTo>
                  <a:pt x="67491" y="17985"/>
                </a:lnTo>
                <a:lnTo>
                  <a:pt x="67480" y="17939"/>
                </a:lnTo>
                <a:lnTo>
                  <a:pt x="67457" y="17905"/>
                </a:lnTo>
                <a:lnTo>
                  <a:pt x="67434" y="17871"/>
                </a:lnTo>
                <a:lnTo>
                  <a:pt x="67400" y="17837"/>
                </a:lnTo>
                <a:lnTo>
                  <a:pt x="67366" y="17814"/>
                </a:lnTo>
                <a:lnTo>
                  <a:pt x="67321" y="17803"/>
                </a:lnTo>
                <a:lnTo>
                  <a:pt x="67275" y="17791"/>
                </a:lnTo>
                <a:lnTo>
                  <a:pt x="67275" y="15539"/>
                </a:lnTo>
                <a:lnTo>
                  <a:pt x="67321" y="15539"/>
                </a:lnTo>
                <a:lnTo>
                  <a:pt x="67366" y="15516"/>
                </a:lnTo>
                <a:lnTo>
                  <a:pt x="67412" y="15494"/>
                </a:lnTo>
                <a:lnTo>
                  <a:pt x="67446" y="15460"/>
                </a:lnTo>
                <a:lnTo>
                  <a:pt x="67480" y="15414"/>
                </a:lnTo>
                <a:lnTo>
                  <a:pt x="67503" y="15380"/>
                </a:lnTo>
                <a:lnTo>
                  <a:pt x="67514" y="15334"/>
                </a:lnTo>
                <a:lnTo>
                  <a:pt x="67514" y="15278"/>
                </a:lnTo>
                <a:lnTo>
                  <a:pt x="67514" y="15221"/>
                </a:lnTo>
                <a:lnTo>
                  <a:pt x="67491" y="15164"/>
                </a:lnTo>
                <a:lnTo>
                  <a:pt x="69414" y="14060"/>
                </a:lnTo>
                <a:lnTo>
                  <a:pt x="69459" y="14106"/>
                </a:lnTo>
                <a:lnTo>
                  <a:pt x="69505" y="14140"/>
                </a:lnTo>
                <a:lnTo>
                  <a:pt x="69562" y="14163"/>
                </a:lnTo>
                <a:lnTo>
                  <a:pt x="69618" y="14174"/>
                </a:lnTo>
                <a:lnTo>
                  <a:pt x="69687" y="14163"/>
                </a:lnTo>
                <a:lnTo>
                  <a:pt x="69744" y="14140"/>
                </a:lnTo>
                <a:lnTo>
                  <a:pt x="69789" y="14106"/>
                </a:lnTo>
                <a:lnTo>
                  <a:pt x="69823" y="14060"/>
                </a:lnTo>
                <a:close/>
                <a:moveTo>
                  <a:pt x="31909" y="14060"/>
                </a:moveTo>
                <a:lnTo>
                  <a:pt x="33877" y="15198"/>
                </a:lnTo>
                <a:lnTo>
                  <a:pt x="33866" y="15243"/>
                </a:lnTo>
                <a:lnTo>
                  <a:pt x="33866" y="15278"/>
                </a:lnTo>
                <a:lnTo>
                  <a:pt x="33866" y="15312"/>
                </a:lnTo>
                <a:lnTo>
                  <a:pt x="33877" y="15346"/>
                </a:lnTo>
                <a:lnTo>
                  <a:pt x="33911" y="15414"/>
                </a:lnTo>
                <a:lnTo>
                  <a:pt x="33968" y="15448"/>
                </a:lnTo>
                <a:lnTo>
                  <a:pt x="34002" y="15471"/>
                </a:lnTo>
                <a:lnTo>
                  <a:pt x="34048" y="15471"/>
                </a:lnTo>
                <a:lnTo>
                  <a:pt x="34048" y="17803"/>
                </a:lnTo>
                <a:lnTo>
                  <a:pt x="34002" y="17814"/>
                </a:lnTo>
                <a:lnTo>
                  <a:pt x="33957" y="17826"/>
                </a:lnTo>
                <a:lnTo>
                  <a:pt x="33922" y="17848"/>
                </a:lnTo>
                <a:lnTo>
                  <a:pt x="33888" y="17871"/>
                </a:lnTo>
                <a:lnTo>
                  <a:pt x="33866" y="17905"/>
                </a:lnTo>
                <a:lnTo>
                  <a:pt x="33843" y="17951"/>
                </a:lnTo>
                <a:lnTo>
                  <a:pt x="33831" y="17985"/>
                </a:lnTo>
                <a:lnTo>
                  <a:pt x="33820" y="18030"/>
                </a:lnTo>
                <a:lnTo>
                  <a:pt x="33831" y="18076"/>
                </a:lnTo>
                <a:lnTo>
                  <a:pt x="33843" y="18121"/>
                </a:lnTo>
                <a:lnTo>
                  <a:pt x="31863" y="19270"/>
                </a:lnTo>
                <a:lnTo>
                  <a:pt x="31829" y="19225"/>
                </a:lnTo>
                <a:lnTo>
                  <a:pt x="31784" y="19202"/>
                </a:lnTo>
                <a:lnTo>
                  <a:pt x="31738" y="19179"/>
                </a:lnTo>
                <a:lnTo>
                  <a:pt x="31636" y="19179"/>
                </a:lnTo>
                <a:lnTo>
                  <a:pt x="31590" y="19202"/>
                </a:lnTo>
                <a:lnTo>
                  <a:pt x="31556" y="19225"/>
                </a:lnTo>
                <a:lnTo>
                  <a:pt x="31522" y="19259"/>
                </a:lnTo>
                <a:lnTo>
                  <a:pt x="29509" y="18099"/>
                </a:lnTo>
                <a:lnTo>
                  <a:pt x="29520" y="18030"/>
                </a:lnTo>
                <a:lnTo>
                  <a:pt x="29520" y="17996"/>
                </a:lnTo>
                <a:lnTo>
                  <a:pt x="29509" y="17962"/>
                </a:lnTo>
                <a:lnTo>
                  <a:pt x="29475" y="17905"/>
                </a:lnTo>
                <a:lnTo>
                  <a:pt x="29418" y="17860"/>
                </a:lnTo>
                <a:lnTo>
                  <a:pt x="29349" y="17837"/>
                </a:lnTo>
                <a:lnTo>
                  <a:pt x="29349" y="15448"/>
                </a:lnTo>
                <a:lnTo>
                  <a:pt x="29406" y="15437"/>
                </a:lnTo>
                <a:lnTo>
                  <a:pt x="29452" y="15391"/>
                </a:lnTo>
                <a:lnTo>
                  <a:pt x="29486" y="15346"/>
                </a:lnTo>
                <a:lnTo>
                  <a:pt x="29497" y="15278"/>
                </a:lnTo>
                <a:lnTo>
                  <a:pt x="29486" y="15221"/>
                </a:lnTo>
                <a:lnTo>
                  <a:pt x="31477" y="14060"/>
                </a:lnTo>
                <a:lnTo>
                  <a:pt x="31511" y="14117"/>
                </a:lnTo>
                <a:lnTo>
                  <a:pt x="31568" y="14151"/>
                </a:lnTo>
                <a:lnTo>
                  <a:pt x="31625" y="14174"/>
                </a:lnTo>
                <a:lnTo>
                  <a:pt x="31693" y="14185"/>
                </a:lnTo>
                <a:lnTo>
                  <a:pt x="31761" y="14174"/>
                </a:lnTo>
                <a:lnTo>
                  <a:pt x="31818" y="14151"/>
                </a:lnTo>
                <a:lnTo>
                  <a:pt x="31863" y="14106"/>
                </a:lnTo>
                <a:lnTo>
                  <a:pt x="31909" y="14060"/>
                </a:lnTo>
                <a:close/>
                <a:moveTo>
                  <a:pt x="36652" y="14072"/>
                </a:moveTo>
                <a:lnTo>
                  <a:pt x="38564" y="15164"/>
                </a:lnTo>
                <a:lnTo>
                  <a:pt x="38541" y="15221"/>
                </a:lnTo>
                <a:lnTo>
                  <a:pt x="38541" y="15278"/>
                </a:lnTo>
                <a:lnTo>
                  <a:pt x="38541" y="15334"/>
                </a:lnTo>
                <a:lnTo>
                  <a:pt x="38552" y="15380"/>
                </a:lnTo>
                <a:lnTo>
                  <a:pt x="38575" y="15425"/>
                </a:lnTo>
                <a:lnTo>
                  <a:pt x="38609" y="15460"/>
                </a:lnTo>
                <a:lnTo>
                  <a:pt x="38643" y="15494"/>
                </a:lnTo>
                <a:lnTo>
                  <a:pt x="38689" y="15516"/>
                </a:lnTo>
                <a:lnTo>
                  <a:pt x="38734" y="15528"/>
                </a:lnTo>
                <a:lnTo>
                  <a:pt x="38780" y="15539"/>
                </a:lnTo>
                <a:lnTo>
                  <a:pt x="38780" y="17803"/>
                </a:lnTo>
                <a:lnTo>
                  <a:pt x="38734" y="17803"/>
                </a:lnTo>
                <a:lnTo>
                  <a:pt x="38700" y="17826"/>
                </a:lnTo>
                <a:lnTo>
                  <a:pt x="38655" y="17848"/>
                </a:lnTo>
                <a:lnTo>
                  <a:pt x="38632" y="17871"/>
                </a:lnTo>
                <a:lnTo>
                  <a:pt x="38598" y="17905"/>
                </a:lnTo>
                <a:lnTo>
                  <a:pt x="38575" y="17951"/>
                </a:lnTo>
                <a:lnTo>
                  <a:pt x="38564" y="17985"/>
                </a:lnTo>
                <a:lnTo>
                  <a:pt x="38564" y="18030"/>
                </a:lnTo>
                <a:lnTo>
                  <a:pt x="38564" y="18076"/>
                </a:lnTo>
                <a:lnTo>
                  <a:pt x="38575" y="18121"/>
                </a:lnTo>
                <a:lnTo>
                  <a:pt x="36596" y="19270"/>
                </a:lnTo>
                <a:lnTo>
                  <a:pt x="36573" y="19225"/>
                </a:lnTo>
                <a:lnTo>
                  <a:pt x="36527" y="19202"/>
                </a:lnTo>
                <a:lnTo>
                  <a:pt x="36482" y="19179"/>
                </a:lnTo>
                <a:lnTo>
                  <a:pt x="36379" y="19179"/>
                </a:lnTo>
                <a:lnTo>
                  <a:pt x="36334" y="19202"/>
                </a:lnTo>
                <a:lnTo>
                  <a:pt x="36300" y="19225"/>
                </a:lnTo>
                <a:lnTo>
                  <a:pt x="36266" y="19259"/>
                </a:lnTo>
                <a:lnTo>
                  <a:pt x="34275" y="18110"/>
                </a:lnTo>
                <a:lnTo>
                  <a:pt x="34286" y="18076"/>
                </a:lnTo>
                <a:lnTo>
                  <a:pt x="34298" y="18030"/>
                </a:lnTo>
                <a:lnTo>
                  <a:pt x="34286" y="17996"/>
                </a:lnTo>
                <a:lnTo>
                  <a:pt x="34275" y="17951"/>
                </a:lnTo>
                <a:lnTo>
                  <a:pt x="34264" y="17917"/>
                </a:lnTo>
                <a:lnTo>
                  <a:pt x="34230" y="17882"/>
                </a:lnTo>
                <a:lnTo>
                  <a:pt x="34207" y="17848"/>
                </a:lnTo>
                <a:lnTo>
                  <a:pt x="34173" y="17826"/>
                </a:lnTo>
                <a:lnTo>
                  <a:pt x="34127" y="17814"/>
                </a:lnTo>
                <a:lnTo>
                  <a:pt x="34093" y="17803"/>
                </a:lnTo>
                <a:lnTo>
                  <a:pt x="34093" y="15471"/>
                </a:lnTo>
                <a:lnTo>
                  <a:pt x="34150" y="15448"/>
                </a:lnTo>
                <a:lnTo>
                  <a:pt x="34207" y="15403"/>
                </a:lnTo>
                <a:lnTo>
                  <a:pt x="34241" y="15346"/>
                </a:lnTo>
                <a:lnTo>
                  <a:pt x="34252" y="15278"/>
                </a:lnTo>
                <a:lnTo>
                  <a:pt x="34252" y="15243"/>
                </a:lnTo>
                <a:lnTo>
                  <a:pt x="34241" y="15209"/>
                </a:lnTo>
                <a:lnTo>
                  <a:pt x="36209" y="14072"/>
                </a:lnTo>
                <a:lnTo>
                  <a:pt x="36243" y="14129"/>
                </a:lnTo>
                <a:lnTo>
                  <a:pt x="36300" y="14163"/>
                </a:lnTo>
                <a:lnTo>
                  <a:pt x="36357" y="14185"/>
                </a:lnTo>
                <a:lnTo>
                  <a:pt x="36425" y="14197"/>
                </a:lnTo>
                <a:lnTo>
                  <a:pt x="36505" y="14185"/>
                </a:lnTo>
                <a:lnTo>
                  <a:pt x="36561" y="14163"/>
                </a:lnTo>
                <a:lnTo>
                  <a:pt x="36618" y="14117"/>
                </a:lnTo>
                <a:lnTo>
                  <a:pt x="36652" y="14072"/>
                </a:lnTo>
                <a:close/>
                <a:moveTo>
                  <a:pt x="22365" y="14026"/>
                </a:moveTo>
                <a:lnTo>
                  <a:pt x="24356" y="15175"/>
                </a:lnTo>
                <a:lnTo>
                  <a:pt x="24333" y="15221"/>
                </a:lnTo>
                <a:lnTo>
                  <a:pt x="24333" y="15278"/>
                </a:lnTo>
                <a:lnTo>
                  <a:pt x="24333" y="15323"/>
                </a:lnTo>
                <a:lnTo>
                  <a:pt x="24344" y="15369"/>
                </a:lnTo>
                <a:lnTo>
                  <a:pt x="24367" y="15414"/>
                </a:lnTo>
                <a:lnTo>
                  <a:pt x="24401" y="15448"/>
                </a:lnTo>
                <a:lnTo>
                  <a:pt x="24435" y="15482"/>
                </a:lnTo>
                <a:lnTo>
                  <a:pt x="24469" y="15505"/>
                </a:lnTo>
                <a:lnTo>
                  <a:pt x="24515" y="15516"/>
                </a:lnTo>
                <a:lnTo>
                  <a:pt x="24560" y="15528"/>
                </a:lnTo>
                <a:lnTo>
                  <a:pt x="24560" y="17837"/>
                </a:lnTo>
                <a:lnTo>
                  <a:pt x="24526" y="17837"/>
                </a:lnTo>
                <a:lnTo>
                  <a:pt x="24492" y="17848"/>
                </a:lnTo>
                <a:lnTo>
                  <a:pt x="24424" y="17894"/>
                </a:lnTo>
                <a:lnTo>
                  <a:pt x="24413" y="17928"/>
                </a:lnTo>
                <a:lnTo>
                  <a:pt x="24390" y="17962"/>
                </a:lnTo>
                <a:lnTo>
                  <a:pt x="24378" y="17996"/>
                </a:lnTo>
                <a:lnTo>
                  <a:pt x="24378" y="18030"/>
                </a:lnTo>
                <a:lnTo>
                  <a:pt x="24378" y="18076"/>
                </a:lnTo>
                <a:lnTo>
                  <a:pt x="24390" y="18110"/>
                </a:lnTo>
                <a:lnTo>
                  <a:pt x="22354" y="19282"/>
                </a:lnTo>
                <a:lnTo>
                  <a:pt x="22319" y="19259"/>
                </a:lnTo>
                <a:lnTo>
                  <a:pt x="22285" y="19236"/>
                </a:lnTo>
                <a:lnTo>
                  <a:pt x="22251" y="19213"/>
                </a:lnTo>
                <a:lnTo>
                  <a:pt x="22172" y="19213"/>
                </a:lnTo>
                <a:lnTo>
                  <a:pt x="22137" y="19236"/>
                </a:lnTo>
                <a:lnTo>
                  <a:pt x="22103" y="19248"/>
                </a:lnTo>
                <a:lnTo>
                  <a:pt x="22069" y="19282"/>
                </a:lnTo>
                <a:lnTo>
                  <a:pt x="20010" y="18087"/>
                </a:lnTo>
                <a:lnTo>
                  <a:pt x="20010" y="18030"/>
                </a:lnTo>
                <a:lnTo>
                  <a:pt x="19999" y="17973"/>
                </a:lnTo>
                <a:lnTo>
                  <a:pt x="19976" y="17917"/>
                </a:lnTo>
                <a:lnTo>
                  <a:pt x="19919" y="17882"/>
                </a:lnTo>
                <a:lnTo>
                  <a:pt x="19862" y="17860"/>
                </a:lnTo>
                <a:lnTo>
                  <a:pt x="19862" y="15448"/>
                </a:lnTo>
                <a:lnTo>
                  <a:pt x="19919" y="15425"/>
                </a:lnTo>
                <a:lnTo>
                  <a:pt x="19965" y="15391"/>
                </a:lnTo>
                <a:lnTo>
                  <a:pt x="19999" y="15334"/>
                </a:lnTo>
                <a:lnTo>
                  <a:pt x="20010" y="15278"/>
                </a:lnTo>
                <a:lnTo>
                  <a:pt x="19999" y="15221"/>
                </a:lnTo>
                <a:lnTo>
                  <a:pt x="22058" y="14026"/>
                </a:lnTo>
                <a:lnTo>
                  <a:pt x="22081" y="14060"/>
                </a:lnTo>
                <a:lnTo>
                  <a:pt x="22126" y="14094"/>
                </a:lnTo>
                <a:lnTo>
                  <a:pt x="22160" y="14106"/>
                </a:lnTo>
                <a:lnTo>
                  <a:pt x="22206" y="14117"/>
                </a:lnTo>
                <a:lnTo>
                  <a:pt x="22251" y="14106"/>
                </a:lnTo>
                <a:lnTo>
                  <a:pt x="22297" y="14083"/>
                </a:lnTo>
                <a:lnTo>
                  <a:pt x="22331" y="14060"/>
                </a:lnTo>
                <a:lnTo>
                  <a:pt x="22365" y="14026"/>
                </a:lnTo>
                <a:close/>
                <a:moveTo>
                  <a:pt x="27165" y="14060"/>
                </a:moveTo>
                <a:lnTo>
                  <a:pt x="29156" y="15209"/>
                </a:lnTo>
                <a:lnTo>
                  <a:pt x="29145" y="15243"/>
                </a:lnTo>
                <a:lnTo>
                  <a:pt x="29145" y="15278"/>
                </a:lnTo>
                <a:lnTo>
                  <a:pt x="29156" y="15346"/>
                </a:lnTo>
                <a:lnTo>
                  <a:pt x="29190" y="15403"/>
                </a:lnTo>
                <a:lnTo>
                  <a:pt x="29236" y="15437"/>
                </a:lnTo>
                <a:lnTo>
                  <a:pt x="29304" y="15460"/>
                </a:lnTo>
                <a:lnTo>
                  <a:pt x="29304" y="17826"/>
                </a:lnTo>
                <a:lnTo>
                  <a:pt x="29258" y="17837"/>
                </a:lnTo>
                <a:lnTo>
                  <a:pt x="29224" y="17848"/>
                </a:lnTo>
                <a:lnTo>
                  <a:pt x="29202" y="17871"/>
                </a:lnTo>
                <a:lnTo>
                  <a:pt x="29167" y="17894"/>
                </a:lnTo>
                <a:lnTo>
                  <a:pt x="29145" y="17928"/>
                </a:lnTo>
                <a:lnTo>
                  <a:pt x="29133" y="17962"/>
                </a:lnTo>
                <a:lnTo>
                  <a:pt x="29122" y="17996"/>
                </a:lnTo>
                <a:lnTo>
                  <a:pt x="29111" y="18030"/>
                </a:lnTo>
                <a:lnTo>
                  <a:pt x="29122" y="18076"/>
                </a:lnTo>
                <a:lnTo>
                  <a:pt x="29122" y="18110"/>
                </a:lnTo>
                <a:lnTo>
                  <a:pt x="27097" y="19282"/>
                </a:lnTo>
                <a:lnTo>
                  <a:pt x="27063" y="19248"/>
                </a:lnTo>
                <a:lnTo>
                  <a:pt x="27029" y="19225"/>
                </a:lnTo>
                <a:lnTo>
                  <a:pt x="26995" y="19213"/>
                </a:lnTo>
                <a:lnTo>
                  <a:pt x="26949" y="19202"/>
                </a:lnTo>
                <a:lnTo>
                  <a:pt x="26904" y="19213"/>
                </a:lnTo>
                <a:lnTo>
                  <a:pt x="26870" y="19225"/>
                </a:lnTo>
                <a:lnTo>
                  <a:pt x="26836" y="19248"/>
                </a:lnTo>
                <a:lnTo>
                  <a:pt x="26813" y="19282"/>
                </a:lnTo>
                <a:lnTo>
                  <a:pt x="24777" y="18099"/>
                </a:lnTo>
                <a:lnTo>
                  <a:pt x="24788" y="18030"/>
                </a:lnTo>
                <a:lnTo>
                  <a:pt x="24777" y="17996"/>
                </a:lnTo>
                <a:lnTo>
                  <a:pt x="24765" y="17962"/>
                </a:lnTo>
                <a:lnTo>
                  <a:pt x="24731" y="17905"/>
                </a:lnTo>
                <a:lnTo>
                  <a:pt x="24674" y="17860"/>
                </a:lnTo>
                <a:lnTo>
                  <a:pt x="24606" y="17837"/>
                </a:lnTo>
                <a:lnTo>
                  <a:pt x="24606" y="15528"/>
                </a:lnTo>
                <a:lnTo>
                  <a:pt x="24651" y="15516"/>
                </a:lnTo>
                <a:lnTo>
                  <a:pt x="24697" y="15494"/>
                </a:lnTo>
                <a:lnTo>
                  <a:pt x="24731" y="15471"/>
                </a:lnTo>
                <a:lnTo>
                  <a:pt x="24765" y="15448"/>
                </a:lnTo>
                <a:lnTo>
                  <a:pt x="24788" y="15403"/>
                </a:lnTo>
                <a:lnTo>
                  <a:pt x="24811" y="15369"/>
                </a:lnTo>
                <a:lnTo>
                  <a:pt x="24822" y="15323"/>
                </a:lnTo>
                <a:lnTo>
                  <a:pt x="24822" y="15278"/>
                </a:lnTo>
                <a:lnTo>
                  <a:pt x="24822" y="15232"/>
                </a:lnTo>
                <a:lnTo>
                  <a:pt x="24811" y="15175"/>
                </a:lnTo>
                <a:lnTo>
                  <a:pt x="26745" y="14060"/>
                </a:lnTo>
                <a:lnTo>
                  <a:pt x="26779" y="14106"/>
                </a:lnTo>
                <a:lnTo>
                  <a:pt x="26824" y="14151"/>
                </a:lnTo>
                <a:lnTo>
                  <a:pt x="26881" y="14174"/>
                </a:lnTo>
                <a:lnTo>
                  <a:pt x="27018" y="14174"/>
                </a:lnTo>
                <a:lnTo>
                  <a:pt x="27074" y="14151"/>
                </a:lnTo>
                <a:lnTo>
                  <a:pt x="27120" y="14106"/>
                </a:lnTo>
                <a:lnTo>
                  <a:pt x="27165" y="14060"/>
                </a:lnTo>
                <a:close/>
                <a:moveTo>
                  <a:pt x="50792" y="14015"/>
                </a:moveTo>
                <a:lnTo>
                  <a:pt x="52840" y="15198"/>
                </a:lnTo>
                <a:lnTo>
                  <a:pt x="52828" y="15232"/>
                </a:lnTo>
                <a:lnTo>
                  <a:pt x="52817" y="15278"/>
                </a:lnTo>
                <a:lnTo>
                  <a:pt x="52828" y="15312"/>
                </a:lnTo>
                <a:lnTo>
                  <a:pt x="52840" y="15357"/>
                </a:lnTo>
                <a:lnTo>
                  <a:pt x="52851" y="15391"/>
                </a:lnTo>
                <a:lnTo>
                  <a:pt x="52874" y="15414"/>
                </a:lnTo>
                <a:lnTo>
                  <a:pt x="52897" y="15437"/>
                </a:lnTo>
                <a:lnTo>
                  <a:pt x="52931" y="15460"/>
                </a:lnTo>
                <a:lnTo>
                  <a:pt x="52965" y="15471"/>
                </a:lnTo>
                <a:lnTo>
                  <a:pt x="53010" y="15471"/>
                </a:lnTo>
                <a:lnTo>
                  <a:pt x="53010" y="17860"/>
                </a:lnTo>
                <a:lnTo>
                  <a:pt x="52942" y="17871"/>
                </a:lnTo>
                <a:lnTo>
                  <a:pt x="52885" y="17917"/>
                </a:lnTo>
                <a:lnTo>
                  <a:pt x="52851" y="17973"/>
                </a:lnTo>
                <a:lnTo>
                  <a:pt x="52840" y="18030"/>
                </a:lnTo>
                <a:lnTo>
                  <a:pt x="52851" y="18099"/>
                </a:lnTo>
                <a:lnTo>
                  <a:pt x="50792" y="19282"/>
                </a:lnTo>
                <a:lnTo>
                  <a:pt x="50758" y="19259"/>
                </a:lnTo>
                <a:lnTo>
                  <a:pt x="50735" y="19236"/>
                </a:lnTo>
                <a:lnTo>
                  <a:pt x="50690" y="19213"/>
                </a:lnTo>
                <a:lnTo>
                  <a:pt x="50610" y="19213"/>
                </a:lnTo>
                <a:lnTo>
                  <a:pt x="50576" y="19236"/>
                </a:lnTo>
                <a:lnTo>
                  <a:pt x="50542" y="19248"/>
                </a:lnTo>
                <a:lnTo>
                  <a:pt x="50519" y="19282"/>
                </a:lnTo>
                <a:lnTo>
                  <a:pt x="48517" y="18121"/>
                </a:lnTo>
                <a:lnTo>
                  <a:pt x="48528" y="18076"/>
                </a:lnTo>
                <a:lnTo>
                  <a:pt x="48528" y="18030"/>
                </a:lnTo>
                <a:lnTo>
                  <a:pt x="48528" y="17985"/>
                </a:lnTo>
                <a:lnTo>
                  <a:pt x="48517" y="17939"/>
                </a:lnTo>
                <a:lnTo>
                  <a:pt x="48494" y="17905"/>
                </a:lnTo>
                <a:lnTo>
                  <a:pt x="48472" y="17871"/>
                </a:lnTo>
                <a:lnTo>
                  <a:pt x="48437" y="17837"/>
                </a:lnTo>
                <a:lnTo>
                  <a:pt x="48403" y="17814"/>
                </a:lnTo>
                <a:lnTo>
                  <a:pt x="48358" y="17791"/>
                </a:lnTo>
                <a:lnTo>
                  <a:pt x="48312" y="17780"/>
                </a:lnTo>
                <a:lnTo>
                  <a:pt x="48312" y="15528"/>
                </a:lnTo>
                <a:lnTo>
                  <a:pt x="48358" y="15528"/>
                </a:lnTo>
                <a:lnTo>
                  <a:pt x="48403" y="15505"/>
                </a:lnTo>
                <a:lnTo>
                  <a:pt x="48437" y="15482"/>
                </a:lnTo>
                <a:lnTo>
                  <a:pt x="48472" y="15448"/>
                </a:lnTo>
                <a:lnTo>
                  <a:pt x="48494" y="15414"/>
                </a:lnTo>
                <a:lnTo>
                  <a:pt x="48517" y="15369"/>
                </a:lnTo>
                <a:lnTo>
                  <a:pt x="48528" y="15323"/>
                </a:lnTo>
                <a:lnTo>
                  <a:pt x="48540" y="15278"/>
                </a:lnTo>
                <a:lnTo>
                  <a:pt x="48528" y="15221"/>
                </a:lnTo>
                <a:lnTo>
                  <a:pt x="48517" y="15175"/>
                </a:lnTo>
                <a:lnTo>
                  <a:pt x="50508" y="14026"/>
                </a:lnTo>
                <a:lnTo>
                  <a:pt x="50530" y="14060"/>
                </a:lnTo>
                <a:lnTo>
                  <a:pt x="50565" y="14083"/>
                </a:lnTo>
                <a:lnTo>
                  <a:pt x="50610" y="14094"/>
                </a:lnTo>
                <a:lnTo>
                  <a:pt x="50644" y="14106"/>
                </a:lnTo>
                <a:lnTo>
                  <a:pt x="50690" y="14094"/>
                </a:lnTo>
                <a:lnTo>
                  <a:pt x="50735" y="14083"/>
                </a:lnTo>
                <a:lnTo>
                  <a:pt x="50769" y="14049"/>
                </a:lnTo>
                <a:lnTo>
                  <a:pt x="50792" y="14015"/>
                </a:lnTo>
                <a:close/>
                <a:moveTo>
                  <a:pt x="55558" y="14026"/>
                </a:moveTo>
                <a:lnTo>
                  <a:pt x="57560" y="15187"/>
                </a:lnTo>
                <a:lnTo>
                  <a:pt x="57549" y="15232"/>
                </a:lnTo>
                <a:lnTo>
                  <a:pt x="57538" y="15278"/>
                </a:lnTo>
                <a:lnTo>
                  <a:pt x="57549" y="15323"/>
                </a:lnTo>
                <a:lnTo>
                  <a:pt x="57560" y="15357"/>
                </a:lnTo>
                <a:lnTo>
                  <a:pt x="57572" y="15403"/>
                </a:lnTo>
                <a:lnTo>
                  <a:pt x="57606" y="15437"/>
                </a:lnTo>
                <a:lnTo>
                  <a:pt x="57629" y="15460"/>
                </a:lnTo>
                <a:lnTo>
                  <a:pt x="57663" y="15482"/>
                </a:lnTo>
                <a:lnTo>
                  <a:pt x="57708" y="15494"/>
                </a:lnTo>
                <a:lnTo>
                  <a:pt x="57754" y="15505"/>
                </a:lnTo>
                <a:lnTo>
                  <a:pt x="57754" y="17791"/>
                </a:lnTo>
                <a:lnTo>
                  <a:pt x="57697" y="17791"/>
                </a:lnTo>
                <a:lnTo>
                  <a:pt x="57663" y="17814"/>
                </a:lnTo>
                <a:lnTo>
                  <a:pt x="57617" y="17837"/>
                </a:lnTo>
                <a:lnTo>
                  <a:pt x="57583" y="17871"/>
                </a:lnTo>
                <a:lnTo>
                  <a:pt x="57560" y="17905"/>
                </a:lnTo>
                <a:lnTo>
                  <a:pt x="57538" y="17939"/>
                </a:lnTo>
                <a:lnTo>
                  <a:pt x="57526" y="17985"/>
                </a:lnTo>
                <a:lnTo>
                  <a:pt x="57515" y="18030"/>
                </a:lnTo>
                <a:lnTo>
                  <a:pt x="57526" y="18087"/>
                </a:lnTo>
                <a:lnTo>
                  <a:pt x="57538" y="18133"/>
                </a:lnTo>
                <a:lnTo>
                  <a:pt x="55547" y="19282"/>
                </a:lnTo>
                <a:lnTo>
                  <a:pt x="55513" y="19248"/>
                </a:lnTo>
                <a:lnTo>
                  <a:pt x="55479" y="19225"/>
                </a:lnTo>
                <a:lnTo>
                  <a:pt x="55433" y="19202"/>
                </a:lnTo>
                <a:lnTo>
                  <a:pt x="55354" y="19202"/>
                </a:lnTo>
                <a:lnTo>
                  <a:pt x="55308" y="19225"/>
                </a:lnTo>
                <a:lnTo>
                  <a:pt x="55274" y="19248"/>
                </a:lnTo>
                <a:lnTo>
                  <a:pt x="55251" y="19270"/>
                </a:lnTo>
                <a:lnTo>
                  <a:pt x="53192" y="18087"/>
                </a:lnTo>
                <a:lnTo>
                  <a:pt x="53192" y="18030"/>
                </a:lnTo>
                <a:lnTo>
                  <a:pt x="53181" y="17973"/>
                </a:lnTo>
                <a:lnTo>
                  <a:pt x="53158" y="17917"/>
                </a:lnTo>
                <a:lnTo>
                  <a:pt x="53113" y="17882"/>
                </a:lnTo>
                <a:lnTo>
                  <a:pt x="53056" y="17860"/>
                </a:lnTo>
                <a:lnTo>
                  <a:pt x="53056" y="15471"/>
                </a:lnTo>
                <a:lnTo>
                  <a:pt x="53124" y="15448"/>
                </a:lnTo>
                <a:lnTo>
                  <a:pt x="53170" y="15403"/>
                </a:lnTo>
                <a:lnTo>
                  <a:pt x="53204" y="15346"/>
                </a:lnTo>
                <a:lnTo>
                  <a:pt x="53215" y="15278"/>
                </a:lnTo>
                <a:lnTo>
                  <a:pt x="53215" y="15243"/>
                </a:lnTo>
                <a:lnTo>
                  <a:pt x="53204" y="15209"/>
                </a:lnTo>
                <a:lnTo>
                  <a:pt x="55240" y="14038"/>
                </a:lnTo>
                <a:lnTo>
                  <a:pt x="55263" y="14072"/>
                </a:lnTo>
                <a:lnTo>
                  <a:pt x="55297" y="14094"/>
                </a:lnTo>
                <a:lnTo>
                  <a:pt x="55342" y="14117"/>
                </a:lnTo>
                <a:lnTo>
                  <a:pt x="55445" y="14117"/>
                </a:lnTo>
                <a:lnTo>
                  <a:pt x="55490" y="14094"/>
                </a:lnTo>
                <a:lnTo>
                  <a:pt x="55524" y="14060"/>
                </a:lnTo>
                <a:lnTo>
                  <a:pt x="55558" y="14026"/>
                </a:lnTo>
                <a:close/>
                <a:moveTo>
                  <a:pt x="79253" y="14026"/>
                </a:moveTo>
                <a:lnTo>
                  <a:pt x="81244" y="15175"/>
                </a:lnTo>
                <a:lnTo>
                  <a:pt x="81233" y="15221"/>
                </a:lnTo>
                <a:lnTo>
                  <a:pt x="81221" y="15278"/>
                </a:lnTo>
                <a:lnTo>
                  <a:pt x="81233" y="15323"/>
                </a:lnTo>
                <a:lnTo>
                  <a:pt x="81244" y="15369"/>
                </a:lnTo>
                <a:lnTo>
                  <a:pt x="81267" y="15414"/>
                </a:lnTo>
                <a:lnTo>
                  <a:pt x="81290" y="15448"/>
                </a:lnTo>
                <a:lnTo>
                  <a:pt x="81324" y="15482"/>
                </a:lnTo>
                <a:lnTo>
                  <a:pt x="81358" y="15505"/>
                </a:lnTo>
                <a:lnTo>
                  <a:pt x="81403" y="15516"/>
                </a:lnTo>
                <a:lnTo>
                  <a:pt x="81449" y="15528"/>
                </a:lnTo>
                <a:lnTo>
                  <a:pt x="81449" y="17837"/>
                </a:lnTo>
                <a:lnTo>
                  <a:pt x="81415" y="17837"/>
                </a:lnTo>
                <a:lnTo>
                  <a:pt x="81381" y="17848"/>
                </a:lnTo>
                <a:lnTo>
                  <a:pt x="81324" y="17894"/>
                </a:lnTo>
                <a:lnTo>
                  <a:pt x="81301" y="17928"/>
                </a:lnTo>
                <a:lnTo>
                  <a:pt x="81278" y="17962"/>
                </a:lnTo>
                <a:lnTo>
                  <a:pt x="81267" y="17996"/>
                </a:lnTo>
                <a:lnTo>
                  <a:pt x="81267" y="18030"/>
                </a:lnTo>
                <a:lnTo>
                  <a:pt x="81267" y="18076"/>
                </a:lnTo>
                <a:lnTo>
                  <a:pt x="81278" y="18110"/>
                </a:lnTo>
                <a:lnTo>
                  <a:pt x="79242" y="19282"/>
                </a:lnTo>
                <a:lnTo>
                  <a:pt x="79208" y="19259"/>
                </a:lnTo>
                <a:lnTo>
                  <a:pt x="79185" y="19236"/>
                </a:lnTo>
                <a:lnTo>
                  <a:pt x="79140" y="19213"/>
                </a:lnTo>
                <a:lnTo>
                  <a:pt x="79060" y="19213"/>
                </a:lnTo>
                <a:lnTo>
                  <a:pt x="79026" y="19236"/>
                </a:lnTo>
                <a:lnTo>
                  <a:pt x="78992" y="19248"/>
                </a:lnTo>
                <a:lnTo>
                  <a:pt x="78969" y="19282"/>
                </a:lnTo>
                <a:lnTo>
                  <a:pt x="76899" y="18087"/>
                </a:lnTo>
                <a:lnTo>
                  <a:pt x="76910" y="18030"/>
                </a:lnTo>
                <a:lnTo>
                  <a:pt x="76899" y="17973"/>
                </a:lnTo>
                <a:lnTo>
                  <a:pt x="76865" y="17917"/>
                </a:lnTo>
                <a:lnTo>
                  <a:pt x="76819" y="17882"/>
                </a:lnTo>
                <a:lnTo>
                  <a:pt x="76762" y="17860"/>
                </a:lnTo>
                <a:lnTo>
                  <a:pt x="76762" y="15448"/>
                </a:lnTo>
                <a:lnTo>
                  <a:pt x="76819" y="15425"/>
                </a:lnTo>
                <a:lnTo>
                  <a:pt x="76865" y="15391"/>
                </a:lnTo>
                <a:lnTo>
                  <a:pt x="76887" y="15334"/>
                </a:lnTo>
                <a:lnTo>
                  <a:pt x="76899" y="15278"/>
                </a:lnTo>
                <a:lnTo>
                  <a:pt x="76887" y="15221"/>
                </a:lnTo>
                <a:lnTo>
                  <a:pt x="78946" y="14026"/>
                </a:lnTo>
                <a:lnTo>
                  <a:pt x="78980" y="14060"/>
                </a:lnTo>
                <a:lnTo>
                  <a:pt x="79014" y="14094"/>
                </a:lnTo>
                <a:lnTo>
                  <a:pt x="79060" y="14106"/>
                </a:lnTo>
                <a:lnTo>
                  <a:pt x="79105" y="14117"/>
                </a:lnTo>
                <a:lnTo>
                  <a:pt x="79151" y="14106"/>
                </a:lnTo>
                <a:lnTo>
                  <a:pt x="79185" y="14083"/>
                </a:lnTo>
                <a:lnTo>
                  <a:pt x="79231" y="14060"/>
                </a:lnTo>
                <a:lnTo>
                  <a:pt x="79253" y="14026"/>
                </a:lnTo>
                <a:close/>
                <a:moveTo>
                  <a:pt x="84054" y="14060"/>
                </a:moveTo>
                <a:lnTo>
                  <a:pt x="86044" y="15209"/>
                </a:lnTo>
                <a:lnTo>
                  <a:pt x="86033" y="15243"/>
                </a:lnTo>
                <a:lnTo>
                  <a:pt x="86033" y="15278"/>
                </a:lnTo>
                <a:lnTo>
                  <a:pt x="86044" y="15346"/>
                </a:lnTo>
                <a:lnTo>
                  <a:pt x="86079" y="15403"/>
                </a:lnTo>
                <a:lnTo>
                  <a:pt x="86135" y="15437"/>
                </a:lnTo>
                <a:lnTo>
                  <a:pt x="86192" y="15460"/>
                </a:lnTo>
                <a:lnTo>
                  <a:pt x="86192" y="17826"/>
                </a:lnTo>
                <a:lnTo>
                  <a:pt x="86158" y="17837"/>
                </a:lnTo>
                <a:lnTo>
                  <a:pt x="86124" y="17848"/>
                </a:lnTo>
                <a:lnTo>
                  <a:pt x="86090" y="17871"/>
                </a:lnTo>
                <a:lnTo>
                  <a:pt x="86056" y="17894"/>
                </a:lnTo>
                <a:lnTo>
                  <a:pt x="86033" y="17928"/>
                </a:lnTo>
                <a:lnTo>
                  <a:pt x="86022" y="17962"/>
                </a:lnTo>
                <a:lnTo>
                  <a:pt x="86010" y="17996"/>
                </a:lnTo>
                <a:lnTo>
                  <a:pt x="86010" y="18030"/>
                </a:lnTo>
                <a:lnTo>
                  <a:pt x="86010" y="18076"/>
                </a:lnTo>
                <a:lnTo>
                  <a:pt x="86022" y="18110"/>
                </a:lnTo>
                <a:lnTo>
                  <a:pt x="83986" y="19282"/>
                </a:lnTo>
                <a:lnTo>
                  <a:pt x="83963" y="19248"/>
                </a:lnTo>
                <a:lnTo>
                  <a:pt x="83929" y="19225"/>
                </a:lnTo>
                <a:lnTo>
                  <a:pt x="83883" y="19213"/>
                </a:lnTo>
                <a:lnTo>
                  <a:pt x="83838" y="19202"/>
                </a:lnTo>
                <a:lnTo>
                  <a:pt x="83804" y="19213"/>
                </a:lnTo>
                <a:lnTo>
                  <a:pt x="83758" y="19225"/>
                </a:lnTo>
                <a:lnTo>
                  <a:pt x="83724" y="19248"/>
                </a:lnTo>
                <a:lnTo>
                  <a:pt x="83701" y="19282"/>
                </a:lnTo>
                <a:lnTo>
                  <a:pt x="81665" y="18099"/>
                </a:lnTo>
                <a:lnTo>
                  <a:pt x="81676" y="18030"/>
                </a:lnTo>
                <a:lnTo>
                  <a:pt x="81676" y="17996"/>
                </a:lnTo>
                <a:lnTo>
                  <a:pt x="81665" y="17962"/>
                </a:lnTo>
                <a:lnTo>
                  <a:pt x="81619" y="17905"/>
                </a:lnTo>
                <a:lnTo>
                  <a:pt x="81563" y="17860"/>
                </a:lnTo>
                <a:lnTo>
                  <a:pt x="81494" y="17837"/>
                </a:lnTo>
                <a:lnTo>
                  <a:pt x="81494" y="15528"/>
                </a:lnTo>
                <a:lnTo>
                  <a:pt x="81540" y="15516"/>
                </a:lnTo>
                <a:lnTo>
                  <a:pt x="81585" y="15494"/>
                </a:lnTo>
                <a:lnTo>
                  <a:pt x="81619" y="15471"/>
                </a:lnTo>
                <a:lnTo>
                  <a:pt x="81654" y="15448"/>
                </a:lnTo>
                <a:lnTo>
                  <a:pt x="81676" y="15403"/>
                </a:lnTo>
                <a:lnTo>
                  <a:pt x="81699" y="15369"/>
                </a:lnTo>
                <a:lnTo>
                  <a:pt x="81710" y="15323"/>
                </a:lnTo>
                <a:lnTo>
                  <a:pt x="81722" y="15278"/>
                </a:lnTo>
                <a:lnTo>
                  <a:pt x="81710" y="15232"/>
                </a:lnTo>
                <a:lnTo>
                  <a:pt x="81699" y="15175"/>
                </a:lnTo>
                <a:lnTo>
                  <a:pt x="83633" y="14060"/>
                </a:lnTo>
                <a:lnTo>
                  <a:pt x="83667" y="14106"/>
                </a:lnTo>
                <a:lnTo>
                  <a:pt x="83724" y="14151"/>
                </a:lnTo>
                <a:lnTo>
                  <a:pt x="83781" y="14174"/>
                </a:lnTo>
                <a:lnTo>
                  <a:pt x="83906" y="14174"/>
                </a:lnTo>
                <a:lnTo>
                  <a:pt x="83963" y="14151"/>
                </a:lnTo>
                <a:lnTo>
                  <a:pt x="84020" y="14106"/>
                </a:lnTo>
                <a:lnTo>
                  <a:pt x="84054" y="14060"/>
                </a:lnTo>
                <a:close/>
                <a:moveTo>
                  <a:pt x="43773" y="18178"/>
                </a:moveTo>
                <a:lnTo>
                  <a:pt x="45707" y="19293"/>
                </a:lnTo>
                <a:lnTo>
                  <a:pt x="45696" y="19339"/>
                </a:lnTo>
                <a:lnTo>
                  <a:pt x="45696" y="19384"/>
                </a:lnTo>
                <a:lnTo>
                  <a:pt x="45696" y="19430"/>
                </a:lnTo>
                <a:lnTo>
                  <a:pt x="45707" y="19464"/>
                </a:lnTo>
                <a:lnTo>
                  <a:pt x="45730" y="19498"/>
                </a:lnTo>
                <a:lnTo>
                  <a:pt x="45753" y="19532"/>
                </a:lnTo>
                <a:lnTo>
                  <a:pt x="45787" y="19555"/>
                </a:lnTo>
                <a:lnTo>
                  <a:pt x="45821" y="19577"/>
                </a:lnTo>
                <a:lnTo>
                  <a:pt x="45855" y="19589"/>
                </a:lnTo>
                <a:lnTo>
                  <a:pt x="45901" y="19600"/>
                </a:lnTo>
                <a:lnTo>
                  <a:pt x="45901" y="21921"/>
                </a:lnTo>
                <a:lnTo>
                  <a:pt x="45855" y="21921"/>
                </a:lnTo>
                <a:lnTo>
                  <a:pt x="45810" y="21943"/>
                </a:lnTo>
                <a:lnTo>
                  <a:pt x="45776" y="21955"/>
                </a:lnTo>
                <a:lnTo>
                  <a:pt x="45741" y="21989"/>
                </a:lnTo>
                <a:lnTo>
                  <a:pt x="45719" y="22023"/>
                </a:lnTo>
                <a:lnTo>
                  <a:pt x="45696" y="22057"/>
                </a:lnTo>
                <a:lnTo>
                  <a:pt x="45685" y="22103"/>
                </a:lnTo>
                <a:lnTo>
                  <a:pt x="45685" y="22137"/>
                </a:lnTo>
                <a:lnTo>
                  <a:pt x="45685" y="22182"/>
                </a:lnTo>
                <a:lnTo>
                  <a:pt x="45696" y="22228"/>
                </a:lnTo>
                <a:lnTo>
                  <a:pt x="43762" y="23343"/>
                </a:lnTo>
                <a:lnTo>
                  <a:pt x="43717" y="23297"/>
                </a:lnTo>
                <a:lnTo>
                  <a:pt x="43671" y="23252"/>
                </a:lnTo>
                <a:lnTo>
                  <a:pt x="43603" y="23229"/>
                </a:lnTo>
                <a:lnTo>
                  <a:pt x="43478" y="23229"/>
                </a:lnTo>
                <a:lnTo>
                  <a:pt x="43421" y="23252"/>
                </a:lnTo>
                <a:lnTo>
                  <a:pt x="43364" y="23286"/>
                </a:lnTo>
                <a:lnTo>
                  <a:pt x="43318" y="23343"/>
                </a:lnTo>
                <a:lnTo>
                  <a:pt x="41373" y="22205"/>
                </a:lnTo>
                <a:lnTo>
                  <a:pt x="41385" y="22137"/>
                </a:lnTo>
                <a:lnTo>
                  <a:pt x="41373" y="22103"/>
                </a:lnTo>
                <a:lnTo>
                  <a:pt x="41373" y="22069"/>
                </a:lnTo>
                <a:lnTo>
                  <a:pt x="41328" y="22000"/>
                </a:lnTo>
                <a:lnTo>
                  <a:pt x="41271" y="21955"/>
                </a:lnTo>
                <a:lnTo>
                  <a:pt x="41237" y="21943"/>
                </a:lnTo>
                <a:lnTo>
                  <a:pt x="41203" y="21932"/>
                </a:lnTo>
                <a:lnTo>
                  <a:pt x="41203" y="19612"/>
                </a:lnTo>
                <a:lnTo>
                  <a:pt x="41237" y="19600"/>
                </a:lnTo>
                <a:lnTo>
                  <a:pt x="41282" y="19577"/>
                </a:lnTo>
                <a:lnTo>
                  <a:pt x="41305" y="19555"/>
                </a:lnTo>
                <a:lnTo>
                  <a:pt x="41339" y="19532"/>
                </a:lnTo>
                <a:lnTo>
                  <a:pt x="41362" y="19498"/>
                </a:lnTo>
                <a:lnTo>
                  <a:pt x="41385" y="19464"/>
                </a:lnTo>
                <a:lnTo>
                  <a:pt x="41396" y="19430"/>
                </a:lnTo>
                <a:lnTo>
                  <a:pt x="41396" y="19384"/>
                </a:lnTo>
                <a:lnTo>
                  <a:pt x="41396" y="19339"/>
                </a:lnTo>
                <a:lnTo>
                  <a:pt x="41373" y="19293"/>
                </a:lnTo>
                <a:lnTo>
                  <a:pt x="43318" y="18178"/>
                </a:lnTo>
                <a:lnTo>
                  <a:pt x="43353" y="18235"/>
                </a:lnTo>
                <a:lnTo>
                  <a:pt x="43409" y="18269"/>
                </a:lnTo>
                <a:lnTo>
                  <a:pt x="43466" y="18292"/>
                </a:lnTo>
                <a:lnTo>
                  <a:pt x="43535" y="18303"/>
                </a:lnTo>
                <a:lnTo>
                  <a:pt x="43614" y="18292"/>
                </a:lnTo>
                <a:lnTo>
                  <a:pt x="43671" y="18269"/>
                </a:lnTo>
                <a:lnTo>
                  <a:pt x="43728" y="18224"/>
                </a:lnTo>
                <a:lnTo>
                  <a:pt x="43773" y="18178"/>
                </a:lnTo>
                <a:close/>
                <a:moveTo>
                  <a:pt x="53170" y="18121"/>
                </a:moveTo>
                <a:lnTo>
                  <a:pt x="55217" y="19316"/>
                </a:lnTo>
                <a:lnTo>
                  <a:pt x="55206" y="19350"/>
                </a:lnTo>
                <a:lnTo>
                  <a:pt x="55206" y="19384"/>
                </a:lnTo>
                <a:lnTo>
                  <a:pt x="55206" y="19418"/>
                </a:lnTo>
                <a:lnTo>
                  <a:pt x="55217" y="19452"/>
                </a:lnTo>
                <a:lnTo>
                  <a:pt x="55263" y="19509"/>
                </a:lnTo>
                <a:lnTo>
                  <a:pt x="55308" y="19555"/>
                </a:lnTo>
                <a:lnTo>
                  <a:pt x="55376" y="19566"/>
                </a:lnTo>
                <a:lnTo>
                  <a:pt x="55376" y="21978"/>
                </a:lnTo>
                <a:lnTo>
                  <a:pt x="55320" y="21989"/>
                </a:lnTo>
                <a:lnTo>
                  <a:pt x="55263" y="22023"/>
                </a:lnTo>
                <a:lnTo>
                  <a:pt x="55240" y="22080"/>
                </a:lnTo>
                <a:lnTo>
                  <a:pt x="55229" y="22137"/>
                </a:lnTo>
                <a:lnTo>
                  <a:pt x="55229" y="22194"/>
                </a:lnTo>
                <a:lnTo>
                  <a:pt x="53249" y="23343"/>
                </a:lnTo>
                <a:lnTo>
                  <a:pt x="53204" y="23297"/>
                </a:lnTo>
                <a:lnTo>
                  <a:pt x="53147" y="23252"/>
                </a:lnTo>
                <a:lnTo>
                  <a:pt x="53090" y="23229"/>
                </a:lnTo>
                <a:lnTo>
                  <a:pt x="53022" y="23218"/>
                </a:lnTo>
                <a:lnTo>
                  <a:pt x="52953" y="23229"/>
                </a:lnTo>
                <a:lnTo>
                  <a:pt x="52897" y="23252"/>
                </a:lnTo>
                <a:lnTo>
                  <a:pt x="52840" y="23286"/>
                </a:lnTo>
                <a:lnTo>
                  <a:pt x="52794" y="23331"/>
                </a:lnTo>
                <a:lnTo>
                  <a:pt x="50906" y="22239"/>
                </a:lnTo>
                <a:lnTo>
                  <a:pt x="50917" y="22194"/>
                </a:lnTo>
                <a:lnTo>
                  <a:pt x="50917" y="22137"/>
                </a:lnTo>
                <a:lnTo>
                  <a:pt x="50917" y="22091"/>
                </a:lnTo>
                <a:lnTo>
                  <a:pt x="50906" y="22046"/>
                </a:lnTo>
                <a:lnTo>
                  <a:pt x="50883" y="22000"/>
                </a:lnTo>
                <a:lnTo>
                  <a:pt x="50849" y="21966"/>
                </a:lnTo>
                <a:lnTo>
                  <a:pt x="50815" y="21932"/>
                </a:lnTo>
                <a:lnTo>
                  <a:pt x="50781" y="21909"/>
                </a:lnTo>
                <a:lnTo>
                  <a:pt x="50735" y="21887"/>
                </a:lnTo>
                <a:lnTo>
                  <a:pt x="50678" y="21875"/>
                </a:lnTo>
                <a:lnTo>
                  <a:pt x="50678" y="19555"/>
                </a:lnTo>
                <a:lnTo>
                  <a:pt x="50735" y="19532"/>
                </a:lnTo>
                <a:lnTo>
                  <a:pt x="50781" y="19498"/>
                </a:lnTo>
                <a:lnTo>
                  <a:pt x="50815" y="19441"/>
                </a:lnTo>
                <a:lnTo>
                  <a:pt x="50815" y="19384"/>
                </a:lnTo>
                <a:lnTo>
                  <a:pt x="50815" y="19327"/>
                </a:lnTo>
                <a:lnTo>
                  <a:pt x="52874" y="18133"/>
                </a:lnTo>
                <a:lnTo>
                  <a:pt x="52897" y="18167"/>
                </a:lnTo>
                <a:lnTo>
                  <a:pt x="52931" y="18190"/>
                </a:lnTo>
                <a:lnTo>
                  <a:pt x="52976" y="18212"/>
                </a:lnTo>
                <a:lnTo>
                  <a:pt x="53067" y="18212"/>
                </a:lnTo>
                <a:lnTo>
                  <a:pt x="53113" y="18190"/>
                </a:lnTo>
                <a:lnTo>
                  <a:pt x="53147" y="18167"/>
                </a:lnTo>
                <a:lnTo>
                  <a:pt x="53170" y="18121"/>
                </a:lnTo>
                <a:close/>
                <a:moveTo>
                  <a:pt x="57981" y="18167"/>
                </a:moveTo>
                <a:lnTo>
                  <a:pt x="59904" y="19282"/>
                </a:lnTo>
                <a:lnTo>
                  <a:pt x="59892" y="19327"/>
                </a:lnTo>
                <a:lnTo>
                  <a:pt x="59881" y="19384"/>
                </a:lnTo>
                <a:lnTo>
                  <a:pt x="59892" y="19430"/>
                </a:lnTo>
                <a:lnTo>
                  <a:pt x="59904" y="19475"/>
                </a:lnTo>
                <a:lnTo>
                  <a:pt x="59927" y="19521"/>
                </a:lnTo>
                <a:lnTo>
                  <a:pt x="59949" y="19555"/>
                </a:lnTo>
                <a:lnTo>
                  <a:pt x="59983" y="19589"/>
                </a:lnTo>
                <a:lnTo>
                  <a:pt x="60029" y="19612"/>
                </a:lnTo>
                <a:lnTo>
                  <a:pt x="60074" y="19623"/>
                </a:lnTo>
                <a:lnTo>
                  <a:pt x="60120" y="19634"/>
                </a:lnTo>
                <a:lnTo>
                  <a:pt x="60120" y="21909"/>
                </a:lnTo>
                <a:lnTo>
                  <a:pt x="60074" y="21921"/>
                </a:lnTo>
                <a:lnTo>
                  <a:pt x="60029" y="21932"/>
                </a:lnTo>
                <a:lnTo>
                  <a:pt x="59995" y="21955"/>
                </a:lnTo>
                <a:lnTo>
                  <a:pt x="59961" y="21978"/>
                </a:lnTo>
                <a:lnTo>
                  <a:pt x="59938" y="22012"/>
                </a:lnTo>
                <a:lnTo>
                  <a:pt x="59915" y="22057"/>
                </a:lnTo>
                <a:lnTo>
                  <a:pt x="59904" y="22091"/>
                </a:lnTo>
                <a:lnTo>
                  <a:pt x="59904" y="22137"/>
                </a:lnTo>
                <a:lnTo>
                  <a:pt x="59904" y="22182"/>
                </a:lnTo>
                <a:lnTo>
                  <a:pt x="59915" y="22228"/>
                </a:lnTo>
                <a:lnTo>
                  <a:pt x="57981" y="23343"/>
                </a:lnTo>
                <a:lnTo>
                  <a:pt x="57936" y="23297"/>
                </a:lnTo>
                <a:lnTo>
                  <a:pt x="57890" y="23263"/>
                </a:lnTo>
                <a:lnTo>
                  <a:pt x="57833" y="23240"/>
                </a:lnTo>
                <a:lnTo>
                  <a:pt x="57708" y="23240"/>
                </a:lnTo>
                <a:lnTo>
                  <a:pt x="57651" y="23263"/>
                </a:lnTo>
                <a:lnTo>
                  <a:pt x="57606" y="23297"/>
                </a:lnTo>
                <a:lnTo>
                  <a:pt x="57560" y="23343"/>
                </a:lnTo>
                <a:lnTo>
                  <a:pt x="55558" y="22182"/>
                </a:lnTo>
                <a:lnTo>
                  <a:pt x="55558" y="22137"/>
                </a:lnTo>
                <a:lnTo>
                  <a:pt x="55547" y="22080"/>
                </a:lnTo>
                <a:lnTo>
                  <a:pt x="55524" y="22034"/>
                </a:lnTo>
                <a:lnTo>
                  <a:pt x="55479" y="22000"/>
                </a:lnTo>
                <a:lnTo>
                  <a:pt x="55422" y="21978"/>
                </a:lnTo>
                <a:lnTo>
                  <a:pt x="55422" y="19566"/>
                </a:lnTo>
                <a:lnTo>
                  <a:pt x="55479" y="19543"/>
                </a:lnTo>
                <a:lnTo>
                  <a:pt x="55536" y="19509"/>
                </a:lnTo>
                <a:lnTo>
                  <a:pt x="55570" y="19452"/>
                </a:lnTo>
                <a:lnTo>
                  <a:pt x="55581" y="19384"/>
                </a:lnTo>
                <a:lnTo>
                  <a:pt x="55570" y="19316"/>
                </a:lnTo>
                <a:lnTo>
                  <a:pt x="57560" y="18167"/>
                </a:lnTo>
                <a:lnTo>
                  <a:pt x="57595" y="18212"/>
                </a:lnTo>
                <a:lnTo>
                  <a:pt x="57651" y="18258"/>
                </a:lnTo>
                <a:lnTo>
                  <a:pt x="57708" y="18281"/>
                </a:lnTo>
                <a:lnTo>
                  <a:pt x="57833" y="18281"/>
                </a:lnTo>
                <a:lnTo>
                  <a:pt x="57890" y="18258"/>
                </a:lnTo>
                <a:lnTo>
                  <a:pt x="57947" y="18212"/>
                </a:lnTo>
                <a:lnTo>
                  <a:pt x="57981" y="18167"/>
                </a:lnTo>
                <a:close/>
                <a:moveTo>
                  <a:pt x="10569" y="18167"/>
                </a:moveTo>
                <a:lnTo>
                  <a:pt x="12525" y="19293"/>
                </a:lnTo>
                <a:lnTo>
                  <a:pt x="12514" y="19339"/>
                </a:lnTo>
                <a:lnTo>
                  <a:pt x="12514" y="19384"/>
                </a:lnTo>
                <a:lnTo>
                  <a:pt x="12514" y="19430"/>
                </a:lnTo>
                <a:lnTo>
                  <a:pt x="12525" y="19464"/>
                </a:lnTo>
                <a:lnTo>
                  <a:pt x="12548" y="19498"/>
                </a:lnTo>
                <a:lnTo>
                  <a:pt x="12571" y="19532"/>
                </a:lnTo>
                <a:lnTo>
                  <a:pt x="12594" y="19555"/>
                </a:lnTo>
                <a:lnTo>
                  <a:pt x="12628" y="19577"/>
                </a:lnTo>
                <a:lnTo>
                  <a:pt x="12673" y="19589"/>
                </a:lnTo>
                <a:lnTo>
                  <a:pt x="12707" y="19600"/>
                </a:lnTo>
                <a:lnTo>
                  <a:pt x="12707" y="21955"/>
                </a:lnTo>
                <a:lnTo>
                  <a:pt x="12639" y="21978"/>
                </a:lnTo>
                <a:lnTo>
                  <a:pt x="12594" y="22012"/>
                </a:lnTo>
                <a:lnTo>
                  <a:pt x="12548" y="22069"/>
                </a:lnTo>
                <a:lnTo>
                  <a:pt x="12537" y="22137"/>
                </a:lnTo>
                <a:lnTo>
                  <a:pt x="12548" y="22205"/>
                </a:lnTo>
                <a:lnTo>
                  <a:pt x="10535" y="23365"/>
                </a:lnTo>
                <a:lnTo>
                  <a:pt x="10500" y="23331"/>
                </a:lnTo>
                <a:lnTo>
                  <a:pt x="10466" y="23297"/>
                </a:lnTo>
                <a:lnTo>
                  <a:pt x="10409" y="23274"/>
                </a:lnTo>
                <a:lnTo>
                  <a:pt x="10307" y="23274"/>
                </a:lnTo>
                <a:lnTo>
                  <a:pt x="10262" y="23297"/>
                </a:lnTo>
                <a:lnTo>
                  <a:pt x="10216" y="23331"/>
                </a:lnTo>
                <a:lnTo>
                  <a:pt x="10182" y="23365"/>
                </a:lnTo>
                <a:lnTo>
                  <a:pt x="8225" y="22239"/>
                </a:lnTo>
                <a:lnTo>
                  <a:pt x="8237" y="22194"/>
                </a:lnTo>
                <a:lnTo>
                  <a:pt x="8237" y="22137"/>
                </a:lnTo>
                <a:lnTo>
                  <a:pt x="8237" y="22091"/>
                </a:lnTo>
                <a:lnTo>
                  <a:pt x="8225" y="22046"/>
                </a:lnTo>
                <a:lnTo>
                  <a:pt x="8203" y="22012"/>
                </a:lnTo>
                <a:lnTo>
                  <a:pt x="8180" y="21966"/>
                </a:lnTo>
                <a:lnTo>
                  <a:pt x="8146" y="21943"/>
                </a:lnTo>
                <a:lnTo>
                  <a:pt x="8100" y="21921"/>
                </a:lnTo>
                <a:lnTo>
                  <a:pt x="8066" y="21898"/>
                </a:lnTo>
                <a:lnTo>
                  <a:pt x="8009" y="21887"/>
                </a:lnTo>
                <a:lnTo>
                  <a:pt x="8009" y="19646"/>
                </a:lnTo>
                <a:lnTo>
                  <a:pt x="8066" y="19634"/>
                </a:lnTo>
                <a:lnTo>
                  <a:pt x="8112" y="19623"/>
                </a:lnTo>
                <a:lnTo>
                  <a:pt x="8146" y="19589"/>
                </a:lnTo>
                <a:lnTo>
                  <a:pt x="8180" y="19566"/>
                </a:lnTo>
                <a:lnTo>
                  <a:pt x="8214" y="19521"/>
                </a:lnTo>
                <a:lnTo>
                  <a:pt x="8237" y="19475"/>
                </a:lnTo>
                <a:lnTo>
                  <a:pt x="8248" y="19430"/>
                </a:lnTo>
                <a:lnTo>
                  <a:pt x="8248" y="19384"/>
                </a:lnTo>
                <a:lnTo>
                  <a:pt x="8248" y="19327"/>
                </a:lnTo>
                <a:lnTo>
                  <a:pt x="8225" y="19282"/>
                </a:lnTo>
                <a:lnTo>
                  <a:pt x="10148" y="18167"/>
                </a:lnTo>
                <a:lnTo>
                  <a:pt x="10193" y="18212"/>
                </a:lnTo>
                <a:lnTo>
                  <a:pt x="10239" y="18246"/>
                </a:lnTo>
                <a:lnTo>
                  <a:pt x="10296" y="18269"/>
                </a:lnTo>
                <a:lnTo>
                  <a:pt x="10364" y="18281"/>
                </a:lnTo>
                <a:lnTo>
                  <a:pt x="10421" y="18269"/>
                </a:lnTo>
                <a:lnTo>
                  <a:pt x="10478" y="18246"/>
                </a:lnTo>
                <a:lnTo>
                  <a:pt x="10535" y="18212"/>
                </a:lnTo>
                <a:lnTo>
                  <a:pt x="10569" y="18167"/>
                </a:lnTo>
                <a:close/>
                <a:moveTo>
                  <a:pt x="34264" y="18155"/>
                </a:moveTo>
                <a:lnTo>
                  <a:pt x="36243" y="19304"/>
                </a:lnTo>
                <a:lnTo>
                  <a:pt x="36220" y="19339"/>
                </a:lnTo>
                <a:lnTo>
                  <a:pt x="36220" y="19384"/>
                </a:lnTo>
                <a:lnTo>
                  <a:pt x="36220" y="19430"/>
                </a:lnTo>
                <a:lnTo>
                  <a:pt x="36232" y="19464"/>
                </a:lnTo>
                <a:lnTo>
                  <a:pt x="36254" y="19498"/>
                </a:lnTo>
                <a:lnTo>
                  <a:pt x="36277" y="19521"/>
                </a:lnTo>
                <a:lnTo>
                  <a:pt x="36311" y="19555"/>
                </a:lnTo>
                <a:lnTo>
                  <a:pt x="36334" y="19566"/>
                </a:lnTo>
                <a:lnTo>
                  <a:pt x="36379" y="19589"/>
                </a:lnTo>
                <a:lnTo>
                  <a:pt x="36414" y="19589"/>
                </a:lnTo>
                <a:lnTo>
                  <a:pt x="36414" y="21887"/>
                </a:lnTo>
                <a:lnTo>
                  <a:pt x="36368" y="21887"/>
                </a:lnTo>
                <a:lnTo>
                  <a:pt x="36323" y="21909"/>
                </a:lnTo>
                <a:lnTo>
                  <a:pt x="36277" y="21932"/>
                </a:lnTo>
                <a:lnTo>
                  <a:pt x="36243" y="21966"/>
                </a:lnTo>
                <a:lnTo>
                  <a:pt x="36209" y="22000"/>
                </a:lnTo>
                <a:lnTo>
                  <a:pt x="36186" y="22046"/>
                </a:lnTo>
                <a:lnTo>
                  <a:pt x="36175" y="22091"/>
                </a:lnTo>
                <a:lnTo>
                  <a:pt x="36175" y="22137"/>
                </a:lnTo>
                <a:lnTo>
                  <a:pt x="36175" y="22194"/>
                </a:lnTo>
                <a:lnTo>
                  <a:pt x="36186" y="22239"/>
                </a:lnTo>
                <a:lnTo>
                  <a:pt x="34241" y="23365"/>
                </a:lnTo>
                <a:lnTo>
                  <a:pt x="34207" y="23331"/>
                </a:lnTo>
                <a:lnTo>
                  <a:pt x="34161" y="23297"/>
                </a:lnTo>
                <a:lnTo>
                  <a:pt x="34116" y="23274"/>
                </a:lnTo>
                <a:lnTo>
                  <a:pt x="34002" y="23274"/>
                </a:lnTo>
                <a:lnTo>
                  <a:pt x="33957" y="23297"/>
                </a:lnTo>
                <a:lnTo>
                  <a:pt x="33922" y="23331"/>
                </a:lnTo>
                <a:lnTo>
                  <a:pt x="33888" y="23365"/>
                </a:lnTo>
                <a:lnTo>
                  <a:pt x="31863" y="22194"/>
                </a:lnTo>
                <a:lnTo>
                  <a:pt x="31875" y="22137"/>
                </a:lnTo>
                <a:lnTo>
                  <a:pt x="31863" y="22080"/>
                </a:lnTo>
                <a:lnTo>
                  <a:pt x="31829" y="22023"/>
                </a:lnTo>
                <a:lnTo>
                  <a:pt x="31784" y="21978"/>
                </a:lnTo>
                <a:lnTo>
                  <a:pt x="31716" y="21955"/>
                </a:lnTo>
                <a:lnTo>
                  <a:pt x="31716" y="19589"/>
                </a:lnTo>
                <a:lnTo>
                  <a:pt x="31784" y="19566"/>
                </a:lnTo>
                <a:lnTo>
                  <a:pt x="31841" y="19521"/>
                </a:lnTo>
                <a:lnTo>
                  <a:pt x="31886" y="19452"/>
                </a:lnTo>
                <a:lnTo>
                  <a:pt x="31898" y="19418"/>
                </a:lnTo>
                <a:lnTo>
                  <a:pt x="31898" y="19384"/>
                </a:lnTo>
                <a:lnTo>
                  <a:pt x="31898" y="19350"/>
                </a:lnTo>
                <a:lnTo>
                  <a:pt x="31886" y="19304"/>
                </a:lnTo>
                <a:lnTo>
                  <a:pt x="33866" y="18167"/>
                </a:lnTo>
                <a:lnTo>
                  <a:pt x="33900" y="18201"/>
                </a:lnTo>
                <a:lnTo>
                  <a:pt x="33945" y="18235"/>
                </a:lnTo>
                <a:lnTo>
                  <a:pt x="34002" y="18258"/>
                </a:lnTo>
                <a:lnTo>
                  <a:pt x="34059" y="18269"/>
                </a:lnTo>
                <a:lnTo>
                  <a:pt x="34116" y="18258"/>
                </a:lnTo>
                <a:lnTo>
                  <a:pt x="34173" y="18235"/>
                </a:lnTo>
                <a:lnTo>
                  <a:pt x="34218" y="18201"/>
                </a:lnTo>
                <a:lnTo>
                  <a:pt x="34264" y="18155"/>
                </a:lnTo>
                <a:close/>
                <a:moveTo>
                  <a:pt x="67457" y="18167"/>
                </a:moveTo>
                <a:lnTo>
                  <a:pt x="69425" y="19293"/>
                </a:lnTo>
                <a:lnTo>
                  <a:pt x="69414" y="19339"/>
                </a:lnTo>
                <a:lnTo>
                  <a:pt x="69402" y="19384"/>
                </a:lnTo>
                <a:lnTo>
                  <a:pt x="69402" y="19430"/>
                </a:lnTo>
                <a:lnTo>
                  <a:pt x="69414" y="19464"/>
                </a:lnTo>
                <a:lnTo>
                  <a:pt x="69436" y="19498"/>
                </a:lnTo>
                <a:lnTo>
                  <a:pt x="69459" y="19532"/>
                </a:lnTo>
                <a:lnTo>
                  <a:pt x="69493" y="19555"/>
                </a:lnTo>
                <a:lnTo>
                  <a:pt x="69527" y="19577"/>
                </a:lnTo>
                <a:lnTo>
                  <a:pt x="69562" y="19589"/>
                </a:lnTo>
                <a:lnTo>
                  <a:pt x="69596" y="19600"/>
                </a:lnTo>
                <a:lnTo>
                  <a:pt x="69596" y="21955"/>
                </a:lnTo>
                <a:lnTo>
                  <a:pt x="69539" y="21978"/>
                </a:lnTo>
                <a:lnTo>
                  <a:pt x="69482" y="22012"/>
                </a:lnTo>
                <a:lnTo>
                  <a:pt x="69448" y="22069"/>
                </a:lnTo>
                <a:lnTo>
                  <a:pt x="69436" y="22137"/>
                </a:lnTo>
                <a:lnTo>
                  <a:pt x="69448" y="22205"/>
                </a:lnTo>
                <a:lnTo>
                  <a:pt x="67434" y="23365"/>
                </a:lnTo>
                <a:lnTo>
                  <a:pt x="67400" y="23331"/>
                </a:lnTo>
                <a:lnTo>
                  <a:pt x="67355" y="23297"/>
                </a:lnTo>
                <a:lnTo>
                  <a:pt x="67309" y="23274"/>
                </a:lnTo>
                <a:lnTo>
                  <a:pt x="67195" y="23274"/>
                </a:lnTo>
                <a:lnTo>
                  <a:pt x="67150" y="23297"/>
                </a:lnTo>
                <a:lnTo>
                  <a:pt x="67104" y="23331"/>
                </a:lnTo>
                <a:lnTo>
                  <a:pt x="67070" y="23365"/>
                </a:lnTo>
                <a:lnTo>
                  <a:pt x="65114" y="22239"/>
                </a:lnTo>
                <a:lnTo>
                  <a:pt x="65125" y="22194"/>
                </a:lnTo>
                <a:lnTo>
                  <a:pt x="65136" y="22137"/>
                </a:lnTo>
                <a:lnTo>
                  <a:pt x="65125" y="22091"/>
                </a:lnTo>
                <a:lnTo>
                  <a:pt x="65114" y="22046"/>
                </a:lnTo>
                <a:lnTo>
                  <a:pt x="65091" y="22012"/>
                </a:lnTo>
                <a:lnTo>
                  <a:pt x="65068" y="21966"/>
                </a:lnTo>
                <a:lnTo>
                  <a:pt x="65034" y="21943"/>
                </a:lnTo>
                <a:lnTo>
                  <a:pt x="65000" y="21921"/>
                </a:lnTo>
                <a:lnTo>
                  <a:pt x="64954" y="21898"/>
                </a:lnTo>
                <a:lnTo>
                  <a:pt x="64909" y="21887"/>
                </a:lnTo>
                <a:lnTo>
                  <a:pt x="64909" y="19646"/>
                </a:lnTo>
                <a:lnTo>
                  <a:pt x="64954" y="19634"/>
                </a:lnTo>
                <a:lnTo>
                  <a:pt x="65000" y="19623"/>
                </a:lnTo>
                <a:lnTo>
                  <a:pt x="65034" y="19589"/>
                </a:lnTo>
                <a:lnTo>
                  <a:pt x="65068" y="19566"/>
                </a:lnTo>
                <a:lnTo>
                  <a:pt x="65102" y="19521"/>
                </a:lnTo>
                <a:lnTo>
                  <a:pt x="65125" y="19475"/>
                </a:lnTo>
                <a:lnTo>
                  <a:pt x="65136" y="19430"/>
                </a:lnTo>
                <a:lnTo>
                  <a:pt x="65136" y="19384"/>
                </a:lnTo>
                <a:lnTo>
                  <a:pt x="65136" y="19327"/>
                </a:lnTo>
                <a:lnTo>
                  <a:pt x="65114" y="19282"/>
                </a:lnTo>
                <a:lnTo>
                  <a:pt x="67048" y="18167"/>
                </a:lnTo>
                <a:lnTo>
                  <a:pt x="67082" y="18212"/>
                </a:lnTo>
                <a:lnTo>
                  <a:pt x="67127" y="18246"/>
                </a:lnTo>
                <a:lnTo>
                  <a:pt x="67184" y="18269"/>
                </a:lnTo>
                <a:lnTo>
                  <a:pt x="67252" y="18281"/>
                </a:lnTo>
                <a:lnTo>
                  <a:pt x="67309" y="18269"/>
                </a:lnTo>
                <a:lnTo>
                  <a:pt x="67377" y="18246"/>
                </a:lnTo>
                <a:lnTo>
                  <a:pt x="67423" y="18212"/>
                </a:lnTo>
                <a:lnTo>
                  <a:pt x="67457" y="18167"/>
                </a:lnTo>
                <a:close/>
                <a:moveTo>
                  <a:pt x="5837" y="18167"/>
                </a:moveTo>
                <a:lnTo>
                  <a:pt x="7748" y="19270"/>
                </a:lnTo>
                <a:lnTo>
                  <a:pt x="7736" y="19327"/>
                </a:lnTo>
                <a:lnTo>
                  <a:pt x="7725" y="19384"/>
                </a:lnTo>
                <a:lnTo>
                  <a:pt x="7736" y="19430"/>
                </a:lnTo>
                <a:lnTo>
                  <a:pt x="7748" y="19486"/>
                </a:lnTo>
                <a:lnTo>
                  <a:pt x="7770" y="19521"/>
                </a:lnTo>
                <a:lnTo>
                  <a:pt x="7793" y="19566"/>
                </a:lnTo>
                <a:lnTo>
                  <a:pt x="7839" y="19589"/>
                </a:lnTo>
                <a:lnTo>
                  <a:pt x="7873" y="19623"/>
                </a:lnTo>
                <a:lnTo>
                  <a:pt x="7918" y="19634"/>
                </a:lnTo>
                <a:lnTo>
                  <a:pt x="7964" y="19646"/>
                </a:lnTo>
                <a:lnTo>
                  <a:pt x="7964" y="21887"/>
                </a:lnTo>
                <a:lnTo>
                  <a:pt x="7918" y="21898"/>
                </a:lnTo>
                <a:lnTo>
                  <a:pt x="7873" y="21909"/>
                </a:lnTo>
                <a:lnTo>
                  <a:pt x="7839" y="21943"/>
                </a:lnTo>
                <a:lnTo>
                  <a:pt x="7804" y="21966"/>
                </a:lnTo>
                <a:lnTo>
                  <a:pt x="7770" y="22012"/>
                </a:lnTo>
                <a:lnTo>
                  <a:pt x="7759" y="22046"/>
                </a:lnTo>
                <a:lnTo>
                  <a:pt x="7736" y="22091"/>
                </a:lnTo>
                <a:lnTo>
                  <a:pt x="7736" y="22137"/>
                </a:lnTo>
                <a:lnTo>
                  <a:pt x="7736" y="22194"/>
                </a:lnTo>
                <a:lnTo>
                  <a:pt x="7759" y="22239"/>
                </a:lnTo>
                <a:lnTo>
                  <a:pt x="5780" y="23377"/>
                </a:lnTo>
                <a:lnTo>
                  <a:pt x="5746" y="23343"/>
                </a:lnTo>
                <a:lnTo>
                  <a:pt x="5711" y="23320"/>
                </a:lnTo>
                <a:lnTo>
                  <a:pt x="5666" y="23309"/>
                </a:lnTo>
                <a:lnTo>
                  <a:pt x="5620" y="23297"/>
                </a:lnTo>
                <a:lnTo>
                  <a:pt x="5575" y="23309"/>
                </a:lnTo>
                <a:lnTo>
                  <a:pt x="5529" y="23320"/>
                </a:lnTo>
                <a:lnTo>
                  <a:pt x="5495" y="23343"/>
                </a:lnTo>
                <a:lnTo>
                  <a:pt x="5461" y="23377"/>
                </a:lnTo>
                <a:lnTo>
                  <a:pt x="3470" y="22228"/>
                </a:lnTo>
                <a:lnTo>
                  <a:pt x="3482" y="22182"/>
                </a:lnTo>
                <a:lnTo>
                  <a:pt x="3482" y="22137"/>
                </a:lnTo>
                <a:lnTo>
                  <a:pt x="3482" y="22091"/>
                </a:lnTo>
                <a:lnTo>
                  <a:pt x="3470" y="22057"/>
                </a:lnTo>
                <a:lnTo>
                  <a:pt x="3448" y="22012"/>
                </a:lnTo>
                <a:lnTo>
                  <a:pt x="3425" y="21978"/>
                </a:lnTo>
                <a:lnTo>
                  <a:pt x="3391" y="21955"/>
                </a:lnTo>
                <a:lnTo>
                  <a:pt x="3357" y="21932"/>
                </a:lnTo>
                <a:lnTo>
                  <a:pt x="3311" y="21921"/>
                </a:lnTo>
                <a:lnTo>
                  <a:pt x="3277" y="21909"/>
                </a:lnTo>
                <a:lnTo>
                  <a:pt x="3277" y="19634"/>
                </a:lnTo>
                <a:lnTo>
                  <a:pt x="3323" y="19623"/>
                </a:lnTo>
                <a:lnTo>
                  <a:pt x="3368" y="19612"/>
                </a:lnTo>
                <a:lnTo>
                  <a:pt x="3402" y="19589"/>
                </a:lnTo>
                <a:lnTo>
                  <a:pt x="3436" y="19555"/>
                </a:lnTo>
                <a:lnTo>
                  <a:pt x="3459" y="19521"/>
                </a:lnTo>
                <a:lnTo>
                  <a:pt x="3482" y="19475"/>
                </a:lnTo>
                <a:lnTo>
                  <a:pt x="3493" y="19430"/>
                </a:lnTo>
                <a:lnTo>
                  <a:pt x="3505" y="19384"/>
                </a:lnTo>
                <a:lnTo>
                  <a:pt x="3493" y="19327"/>
                </a:lnTo>
                <a:lnTo>
                  <a:pt x="3482" y="19282"/>
                </a:lnTo>
                <a:lnTo>
                  <a:pt x="5404" y="18178"/>
                </a:lnTo>
                <a:lnTo>
                  <a:pt x="5438" y="18224"/>
                </a:lnTo>
                <a:lnTo>
                  <a:pt x="5495" y="18258"/>
                </a:lnTo>
                <a:lnTo>
                  <a:pt x="5552" y="18281"/>
                </a:lnTo>
                <a:lnTo>
                  <a:pt x="5620" y="18292"/>
                </a:lnTo>
                <a:lnTo>
                  <a:pt x="5689" y="18281"/>
                </a:lnTo>
                <a:lnTo>
                  <a:pt x="5746" y="18258"/>
                </a:lnTo>
                <a:lnTo>
                  <a:pt x="5802" y="18224"/>
                </a:lnTo>
                <a:lnTo>
                  <a:pt x="5837" y="18167"/>
                </a:lnTo>
                <a:close/>
                <a:moveTo>
                  <a:pt x="15324" y="18167"/>
                </a:moveTo>
                <a:lnTo>
                  <a:pt x="17235" y="19270"/>
                </a:lnTo>
                <a:lnTo>
                  <a:pt x="17212" y="19327"/>
                </a:lnTo>
                <a:lnTo>
                  <a:pt x="17201" y="19384"/>
                </a:lnTo>
                <a:lnTo>
                  <a:pt x="17212" y="19430"/>
                </a:lnTo>
                <a:lnTo>
                  <a:pt x="17223" y="19486"/>
                </a:lnTo>
                <a:lnTo>
                  <a:pt x="17246" y="19521"/>
                </a:lnTo>
                <a:lnTo>
                  <a:pt x="17280" y="19566"/>
                </a:lnTo>
                <a:lnTo>
                  <a:pt x="17314" y="19600"/>
                </a:lnTo>
                <a:lnTo>
                  <a:pt x="17360" y="19623"/>
                </a:lnTo>
                <a:lnTo>
                  <a:pt x="17405" y="19634"/>
                </a:lnTo>
                <a:lnTo>
                  <a:pt x="17451" y="19646"/>
                </a:lnTo>
                <a:lnTo>
                  <a:pt x="17451" y="21943"/>
                </a:lnTo>
                <a:lnTo>
                  <a:pt x="17417" y="21955"/>
                </a:lnTo>
                <a:lnTo>
                  <a:pt x="17383" y="21966"/>
                </a:lnTo>
                <a:lnTo>
                  <a:pt x="17326" y="22012"/>
                </a:lnTo>
                <a:lnTo>
                  <a:pt x="17280" y="22069"/>
                </a:lnTo>
                <a:lnTo>
                  <a:pt x="17269" y="22103"/>
                </a:lnTo>
                <a:lnTo>
                  <a:pt x="17269" y="22137"/>
                </a:lnTo>
                <a:lnTo>
                  <a:pt x="17280" y="22205"/>
                </a:lnTo>
                <a:lnTo>
                  <a:pt x="15267" y="23377"/>
                </a:lnTo>
                <a:lnTo>
                  <a:pt x="15233" y="23343"/>
                </a:lnTo>
                <a:lnTo>
                  <a:pt x="15198" y="23309"/>
                </a:lnTo>
                <a:lnTo>
                  <a:pt x="15153" y="23297"/>
                </a:lnTo>
                <a:lnTo>
                  <a:pt x="15096" y="23286"/>
                </a:lnTo>
                <a:lnTo>
                  <a:pt x="15051" y="23297"/>
                </a:lnTo>
                <a:lnTo>
                  <a:pt x="15005" y="23309"/>
                </a:lnTo>
                <a:lnTo>
                  <a:pt x="14971" y="23343"/>
                </a:lnTo>
                <a:lnTo>
                  <a:pt x="14937" y="23377"/>
                </a:lnTo>
                <a:lnTo>
                  <a:pt x="12912" y="22205"/>
                </a:lnTo>
                <a:lnTo>
                  <a:pt x="12923" y="22137"/>
                </a:lnTo>
                <a:lnTo>
                  <a:pt x="12901" y="22069"/>
                </a:lnTo>
                <a:lnTo>
                  <a:pt x="12867" y="22012"/>
                </a:lnTo>
                <a:lnTo>
                  <a:pt x="12821" y="21978"/>
                </a:lnTo>
                <a:lnTo>
                  <a:pt x="12753" y="21955"/>
                </a:lnTo>
                <a:lnTo>
                  <a:pt x="12753" y="19600"/>
                </a:lnTo>
                <a:lnTo>
                  <a:pt x="12798" y="19589"/>
                </a:lnTo>
                <a:lnTo>
                  <a:pt x="12832" y="19577"/>
                </a:lnTo>
                <a:lnTo>
                  <a:pt x="12867" y="19555"/>
                </a:lnTo>
                <a:lnTo>
                  <a:pt x="12889" y="19532"/>
                </a:lnTo>
                <a:lnTo>
                  <a:pt x="12912" y="19498"/>
                </a:lnTo>
                <a:lnTo>
                  <a:pt x="12935" y="19464"/>
                </a:lnTo>
                <a:lnTo>
                  <a:pt x="12946" y="19430"/>
                </a:lnTo>
                <a:lnTo>
                  <a:pt x="12946" y="19384"/>
                </a:lnTo>
                <a:lnTo>
                  <a:pt x="12946" y="19339"/>
                </a:lnTo>
                <a:lnTo>
                  <a:pt x="12935" y="19304"/>
                </a:lnTo>
                <a:lnTo>
                  <a:pt x="14880" y="18178"/>
                </a:lnTo>
                <a:lnTo>
                  <a:pt x="14925" y="18224"/>
                </a:lnTo>
                <a:lnTo>
                  <a:pt x="14971" y="18258"/>
                </a:lnTo>
                <a:lnTo>
                  <a:pt x="15028" y="18281"/>
                </a:lnTo>
                <a:lnTo>
                  <a:pt x="15096" y="18292"/>
                </a:lnTo>
                <a:lnTo>
                  <a:pt x="15164" y="18281"/>
                </a:lnTo>
                <a:lnTo>
                  <a:pt x="15233" y="18258"/>
                </a:lnTo>
                <a:lnTo>
                  <a:pt x="15278" y="18224"/>
                </a:lnTo>
                <a:lnTo>
                  <a:pt x="15324" y="18167"/>
                </a:lnTo>
                <a:close/>
                <a:moveTo>
                  <a:pt x="19988" y="18133"/>
                </a:moveTo>
                <a:lnTo>
                  <a:pt x="22046" y="19316"/>
                </a:lnTo>
                <a:lnTo>
                  <a:pt x="22035" y="19384"/>
                </a:lnTo>
                <a:lnTo>
                  <a:pt x="22046" y="19452"/>
                </a:lnTo>
                <a:lnTo>
                  <a:pt x="22081" y="19498"/>
                </a:lnTo>
                <a:lnTo>
                  <a:pt x="22126" y="19532"/>
                </a:lnTo>
                <a:lnTo>
                  <a:pt x="22194" y="19555"/>
                </a:lnTo>
                <a:lnTo>
                  <a:pt x="22194" y="21909"/>
                </a:lnTo>
                <a:lnTo>
                  <a:pt x="22149" y="21921"/>
                </a:lnTo>
                <a:lnTo>
                  <a:pt x="22103" y="21932"/>
                </a:lnTo>
                <a:lnTo>
                  <a:pt x="22069" y="21955"/>
                </a:lnTo>
                <a:lnTo>
                  <a:pt x="22046" y="21989"/>
                </a:lnTo>
                <a:lnTo>
                  <a:pt x="22012" y="22023"/>
                </a:lnTo>
                <a:lnTo>
                  <a:pt x="22001" y="22057"/>
                </a:lnTo>
                <a:lnTo>
                  <a:pt x="21978" y="22103"/>
                </a:lnTo>
                <a:lnTo>
                  <a:pt x="21978" y="22137"/>
                </a:lnTo>
                <a:lnTo>
                  <a:pt x="21978" y="22182"/>
                </a:lnTo>
                <a:lnTo>
                  <a:pt x="22001" y="22228"/>
                </a:lnTo>
                <a:lnTo>
                  <a:pt x="20010" y="23377"/>
                </a:lnTo>
                <a:lnTo>
                  <a:pt x="19976" y="23331"/>
                </a:lnTo>
                <a:lnTo>
                  <a:pt x="19931" y="23309"/>
                </a:lnTo>
                <a:lnTo>
                  <a:pt x="19885" y="23286"/>
                </a:lnTo>
                <a:lnTo>
                  <a:pt x="19794" y="23286"/>
                </a:lnTo>
                <a:lnTo>
                  <a:pt x="19749" y="23309"/>
                </a:lnTo>
                <a:lnTo>
                  <a:pt x="19703" y="23331"/>
                </a:lnTo>
                <a:lnTo>
                  <a:pt x="19669" y="23365"/>
                </a:lnTo>
                <a:lnTo>
                  <a:pt x="17656" y="22205"/>
                </a:lnTo>
                <a:lnTo>
                  <a:pt x="17667" y="22137"/>
                </a:lnTo>
                <a:lnTo>
                  <a:pt x="17667" y="22103"/>
                </a:lnTo>
                <a:lnTo>
                  <a:pt x="17656" y="22069"/>
                </a:lnTo>
                <a:lnTo>
                  <a:pt x="17621" y="22012"/>
                </a:lnTo>
                <a:lnTo>
                  <a:pt x="17565" y="21966"/>
                </a:lnTo>
                <a:lnTo>
                  <a:pt x="17496" y="21943"/>
                </a:lnTo>
                <a:lnTo>
                  <a:pt x="17496" y="19646"/>
                </a:lnTo>
                <a:lnTo>
                  <a:pt x="17542" y="19634"/>
                </a:lnTo>
                <a:lnTo>
                  <a:pt x="17587" y="19623"/>
                </a:lnTo>
                <a:lnTo>
                  <a:pt x="17633" y="19589"/>
                </a:lnTo>
                <a:lnTo>
                  <a:pt x="17667" y="19566"/>
                </a:lnTo>
                <a:lnTo>
                  <a:pt x="17690" y="19521"/>
                </a:lnTo>
                <a:lnTo>
                  <a:pt x="17712" y="19486"/>
                </a:lnTo>
                <a:lnTo>
                  <a:pt x="17724" y="19430"/>
                </a:lnTo>
                <a:lnTo>
                  <a:pt x="17735" y="19384"/>
                </a:lnTo>
                <a:lnTo>
                  <a:pt x="17724" y="19327"/>
                </a:lnTo>
                <a:lnTo>
                  <a:pt x="17712" y="19282"/>
                </a:lnTo>
                <a:lnTo>
                  <a:pt x="19692" y="18133"/>
                </a:lnTo>
                <a:lnTo>
                  <a:pt x="19726" y="18167"/>
                </a:lnTo>
                <a:lnTo>
                  <a:pt x="19760" y="18190"/>
                </a:lnTo>
                <a:lnTo>
                  <a:pt x="19794" y="18201"/>
                </a:lnTo>
                <a:lnTo>
                  <a:pt x="19840" y="18212"/>
                </a:lnTo>
                <a:lnTo>
                  <a:pt x="19885" y="18201"/>
                </a:lnTo>
                <a:lnTo>
                  <a:pt x="19931" y="18190"/>
                </a:lnTo>
                <a:lnTo>
                  <a:pt x="19965" y="18167"/>
                </a:lnTo>
                <a:lnTo>
                  <a:pt x="19988" y="18133"/>
                </a:lnTo>
                <a:close/>
                <a:moveTo>
                  <a:pt x="38996" y="18155"/>
                </a:moveTo>
                <a:lnTo>
                  <a:pt x="40964" y="19293"/>
                </a:lnTo>
                <a:lnTo>
                  <a:pt x="40952" y="19339"/>
                </a:lnTo>
                <a:lnTo>
                  <a:pt x="40941" y="19384"/>
                </a:lnTo>
                <a:lnTo>
                  <a:pt x="40952" y="19430"/>
                </a:lnTo>
                <a:lnTo>
                  <a:pt x="40964" y="19464"/>
                </a:lnTo>
                <a:lnTo>
                  <a:pt x="40975" y="19509"/>
                </a:lnTo>
                <a:lnTo>
                  <a:pt x="41009" y="19543"/>
                </a:lnTo>
                <a:lnTo>
                  <a:pt x="41032" y="19566"/>
                </a:lnTo>
                <a:lnTo>
                  <a:pt x="41078" y="19589"/>
                </a:lnTo>
                <a:lnTo>
                  <a:pt x="41112" y="19600"/>
                </a:lnTo>
                <a:lnTo>
                  <a:pt x="41157" y="19612"/>
                </a:lnTo>
                <a:lnTo>
                  <a:pt x="41157" y="21932"/>
                </a:lnTo>
                <a:lnTo>
                  <a:pt x="41112" y="21932"/>
                </a:lnTo>
                <a:lnTo>
                  <a:pt x="41078" y="21955"/>
                </a:lnTo>
                <a:lnTo>
                  <a:pt x="41043" y="21966"/>
                </a:lnTo>
                <a:lnTo>
                  <a:pt x="41009" y="22000"/>
                </a:lnTo>
                <a:lnTo>
                  <a:pt x="40987" y="22023"/>
                </a:lnTo>
                <a:lnTo>
                  <a:pt x="40975" y="22057"/>
                </a:lnTo>
                <a:lnTo>
                  <a:pt x="40964" y="22103"/>
                </a:lnTo>
                <a:lnTo>
                  <a:pt x="40952" y="22137"/>
                </a:lnTo>
                <a:lnTo>
                  <a:pt x="40964" y="22182"/>
                </a:lnTo>
                <a:lnTo>
                  <a:pt x="40975" y="22216"/>
                </a:lnTo>
                <a:lnTo>
                  <a:pt x="38973" y="23377"/>
                </a:lnTo>
                <a:lnTo>
                  <a:pt x="38939" y="23331"/>
                </a:lnTo>
                <a:lnTo>
                  <a:pt x="38893" y="23309"/>
                </a:lnTo>
                <a:lnTo>
                  <a:pt x="38848" y="23286"/>
                </a:lnTo>
                <a:lnTo>
                  <a:pt x="38746" y="23286"/>
                </a:lnTo>
                <a:lnTo>
                  <a:pt x="38700" y="23309"/>
                </a:lnTo>
                <a:lnTo>
                  <a:pt x="38666" y="23331"/>
                </a:lnTo>
                <a:lnTo>
                  <a:pt x="38632" y="23365"/>
                </a:lnTo>
                <a:lnTo>
                  <a:pt x="36675" y="22239"/>
                </a:lnTo>
                <a:lnTo>
                  <a:pt x="36687" y="22194"/>
                </a:lnTo>
                <a:lnTo>
                  <a:pt x="36687" y="22137"/>
                </a:lnTo>
                <a:lnTo>
                  <a:pt x="36687" y="22091"/>
                </a:lnTo>
                <a:lnTo>
                  <a:pt x="36675" y="22046"/>
                </a:lnTo>
                <a:lnTo>
                  <a:pt x="36652" y="22012"/>
                </a:lnTo>
                <a:lnTo>
                  <a:pt x="36618" y="21966"/>
                </a:lnTo>
                <a:lnTo>
                  <a:pt x="36584" y="21943"/>
                </a:lnTo>
                <a:lnTo>
                  <a:pt x="36550" y="21909"/>
                </a:lnTo>
                <a:lnTo>
                  <a:pt x="36505" y="21898"/>
                </a:lnTo>
                <a:lnTo>
                  <a:pt x="36459" y="21887"/>
                </a:lnTo>
                <a:lnTo>
                  <a:pt x="36459" y="19589"/>
                </a:lnTo>
                <a:lnTo>
                  <a:pt x="36527" y="19566"/>
                </a:lnTo>
                <a:lnTo>
                  <a:pt x="36584" y="19521"/>
                </a:lnTo>
                <a:lnTo>
                  <a:pt x="36630" y="19464"/>
                </a:lnTo>
                <a:lnTo>
                  <a:pt x="36630" y="19418"/>
                </a:lnTo>
                <a:lnTo>
                  <a:pt x="36641" y="19384"/>
                </a:lnTo>
                <a:lnTo>
                  <a:pt x="36630" y="19339"/>
                </a:lnTo>
                <a:lnTo>
                  <a:pt x="36618" y="19304"/>
                </a:lnTo>
                <a:lnTo>
                  <a:pt x="38598" y="18167"/>
                </a:lnTo>
                <a:lnTo>
                  <a:pt x="38643" y="18212"/>
                </a:lnTo>
                <a:lnTo>
                  <a:pt x="38689" y="18246"/>
                </a:lnTo>
                <a:lnTo>
                  <a:pt x="38734" y="18269"/>
                </a:lnTo>
                <a:lnTo>
                  <a:pt x="38859" y="18269"/>
                </a:lnTo>
                <a:lnTo>
                  <a:pt x="38916" y="18235"/>
                </a:lnTo>
                <a:lnTo>
                  <a:pt x="38962" y="18201"/>
                </a:lnTo>
                <a:lnTo>
                  <a:pt x="38996" y="18155"/>
                </a:lnTo>
                <a:close/>
                <a:moveTo>
                  <a:pt x="62736" y="18167"/>
                </a:moveTo>
                <a:lnTo>
                  <a:pt x="64647" y="19270"/>
                </a:lnTo>
                <a:lnTo>
                  <a:pt x="64625" y="19327"/>
                </a:lnTo>
                <a:lnTo>
                  <a:pt x="64625" y="19384"/>
                </a:lnTo>
                <a:lnTo>
                  <a:pt x="64625" y="19430"/>
                </a:lnTo>
                <a:lnTo>
                  <a:pt x="64636" y="19486"/>
                </a:lnTo>
                <a:lnTo>
                  <a:pt x="64659" y="19521"/>
                </a:lnTo>
                <a:lnTo>
                  <a:pt x="64693" y="19566"/>
                </a:lnTo>
                <a:lnTo>
                  <a:pt x="64727" y="19589"/>
                </a:lnTo>
                <a:lnTo>
                  <a:pt x="64761" y="19623"/>
                </a:lnTo>
                <a:lnTo>
                  <a:pt x="64807" y="19634"/>
                </a:lnTo>
                <a:lnTo>
                  <a:pt x="64863" y="19646"/>
                </a:lnTo>
                <a:lnTo>
                  <a:pt x="64863" y="21887"/>
                </a:lnTo>
                <a:lnTo>
                  <a:pt x="64818" y="21898"/>
                </a:lnTo>
                <a:lnTo>
                  <a:pt x="64772" y="21909"/>
                </a:lnTo>
                <a:lnTo>
                  <a:pt x="64727" y="21943"/>
                </a:lnTo>
                <a:lnTo>
                  <a:pt x="64693" y="21966"/>
                </a:lnTo>
                <a:lnTo>
                  <a:pt x="64670" y="22012"/>
                </a:lnTo>
                <a:lnTo>
                  <a:pt x="64647" y="22046"/>
                </a:lnTo>
                <a:lnTo>
                  <a:pt x="64636" y="22091"/>
                </a:lnTo>
                <a:lnTo>
                  <a:pt x="64625" y="22137"/>
                </a:lnTo>
                <a:lnTo>
                  <a:pt x="64636" y="22194"/>
                </a:lnTo>
                <a:lnTo>
                  <a:pt x="64647" y="22239"/>
                </a:lnTo>
                <a:lnTo>
                  <a:pt x="62668" y="23377"/>
                </a:lnTo>
                <a:lnTo>
                  <a:pt x="62634" y="23343"/>
                </a:lnTo>
                <a:lnTo>
                  <a:pt x="62600" y="23320"/>
                </a:lnTo>
                <a:lnTo>
                  <a:pt x="62554" y="23309"/>
                </a:lnTo>
                <a:lnTo>
                  <a:pt x="62509" y="23297"/>
                </a:lnTo>
                <a:lnTo>
                  <a:pt x="62463" y="23309"/>
                </a:lnTo>
                <a:lnTo>
                  <a:pt x="62418" y="23320"/>
                </a:lnTo>
                <a:lnTo>
                  <a:pt x="62384" y="23343"/>
                </a:lnTo>
                <a:lnTo>
                  <a:pt x="62361" y="23377"/>
                </a:lnTo>
                <a:lnTo>
                  <a:pt x="60359" y="22228"/>
                </a:lnTo>
                <a:lnTo>
                  <a:pt x="60370" y="22182"/>
                </a:lnTo>
                <a:lnTo>
                  <a:pt x="60382" y="22137"/>
                </a:lnTo>
                <a:lnTo>
                  <a:pt x="60370" y="22091"/>
                </a:lnTo>
                <a:lnTo>
                  <a:pt x="60359" y="22057"/>
                </a:lnTo>
                <a:lnTo>
                  <a:pt x="60336" y="22012"/>
                </a:lnTo>
                <a:lnTo>
                  <a:pt x="60313" y="21978"/>
                </a:lnTo>
                <a:lnTo>
                  <a:pt x="60279" y="21955"/>
                </a:lnTo>
                <a:lnTo>
                  <a:pt x="60245" y="21932"/>
                </a:lnTo>
                <a:lnTo>
                  <a:pt x="60211" y="21921"/>
                </a:lnTo>
                <a:lnTo>
                  <a:pt x="60165" y="21909"/>
                </a:lnTo>
                <a:lnTo>
                  <a:pt x="60165" y="19634"/>
                </a:lnTo>
                <a:lnTo>
                  <a:pt x="60211" y="19623"/>
                </a:lnTo>
                <a:lnTo>
                  <a:pt x="60256" y="19612"/>
                </a:lnTo>
                <a:lnTo>
                  <a:pt x="60291" y="19589"/>
                </a:lnTo>
                <a:lnTo>
                  <a:pt x="60325" y="19555"/>
                </a:lnTo>
                <a:lnTo>
                  <a:pt x="60359" y="19521"/>
                </a:lnTo>
                <a:lnTo>
                  <a:pt x="60382" y="19475"/>
                </a:lnTo>
                <a:lnTo>
                  <a:pt x="60393" y="19430"/>
                </a:lnTo>
                <a:lnTo>
                  <a:pt x="60393" y="19384"/>
                </a:lnTo>
                <a:lnTo>
                  <a:pt x="60393" y="19327"/>
                </a:lnTo>
                <a:lnTo>
                  <a:pt x="60370" y="19282"/>
                </a:lnTo>
                <a:lnTo>
                  <a:pt x="62293" y="18178"/>
                </a:lnTo>
                <a:lnTo>
                  <a:pt x="62327" y="18224"/>
                </a:lnTo>
                <a:lnTo>
                  <a:pt x="62384" y="18258"/>
                </a:lnTo>
                <a:lnTo>
                  <a:pt x="62441" y="18281"/>
                </a:lnTo>
                <a:lnTo>
                  <a:pt x="62509" y="18292"/>
                </a:lnTo>
                <a:lnTo>
                  <a:pt x="62577" y="18281"/>
                </a:lnTo>
                <a:lnTo>
                  <a:pt x="62634" y="18258"/>
                </a:lnTo>
                <a:lnTo>
                  <a:pt x="62691" y="18224"/>
                </a:lnTo>
                <a:lnTo>
                  <a:pt x="62736" y="18167"/>
                </a:lnTo>
                <a:close/>
                <a:moveTo>
                  <a:pt x="72212" y="18167"/>
                </a:moveTo>
                <a:lnTo>
                  <a:pt x="74123" y="19270"/>
                </a:lnTo>
                <a:lnTo>
                  <a:pt x="74100" y="19327"/>
                </a:lnTo>
                <a:lnTo>
                  <a:pt x="74100" y="19384"/>
                </a:lnTo>
                <a:lnTo>
                  <a:pt x="74100" y="19430"/>
                </a:lnTo>
                <a:lnTo>
                  <a:pt x="74112" y="19486"/>
                </a:lnTo>
                <a:lnTo>
                  <a:pt x="74134" y="19521"/>
                </a:lnTo>
                <a:lnTo>
                  <a:pt x="74169" y="19566"/>
                </a:lnTo>
                <a:lnTo>
                  <a:pt x="74203" y="19600"/>
                </a:lnTo>
                <a:lnTo>
                  <a:pt x="74248" y="19623"/>
                </a:lnTo>
                <a:lnTo>
                  <a:pt x="74294" y="19634"/>
                </a:lnTo>
                <a:lnTo>
                  <a:pt x="74339" y="19646"/>
                </a:lnTo>
                <a:lnTo>
                  <a:pt x="74339" y="21943"/>
                </a:lnTo>
                <a:lnTo>
                  <a:pt x="74305" y="21955"/>
                </a:lnTo>
                <a:lnTo>
                  <a:pt x="74271" y="21966"/>
                </a:lnTo>
                <a:lnTo>
                  <a:pt x="74214" y="22012"/>
                </a:lnTo>
                <a:lnTo>
                  <a:pt x="74180" y="22069"/>
                </a:lnTo>
                <a:lnTo>
                  <a:pt x="74169" y="22103"/>
                </a:lnTo>
                <a:lnTo>
                  <a:pt x="74157" y="22137"/>
                </a:lnTo>
                <a:lnTo>
                  <a:pt x="74169" y="22205"/>
                </a:lnTo>
                <a:lnTo>
                  <a:pt x="72155" y="23377"/>
                </a:lnTo>
                <a:lnTo>
                  <a:pt x="72121" y="23343"/>
                </a:lnTo>
                <a:lnTo>
                  <a:pt x="72087" y="23309"/>
                </a:lnTo>
                <a:lnTo>
                  <a:pt x="72041" y="23297"/>
                </a:lnTo>
                <a:lnTo>
                  <a:pt x="71996" y="23286"/>
                </a:lnTo>
                <a:lnTo>
                  <a:pt x="71939" y="23297"/>
                </a:lnTo>
                <a:lnTo>
                  <a:pt x="71893" y="23309"/>
                </a:lnTo>
                <a:lnTo>
                  <a:pt x="71859" y="23343"/>
                </a:lnTo>
                <a:lnTo>
                  <a:pt x="71825" y="23377"/>
                </a:lnTo>
                <a:lnTo>
                  <a:pt x="69800" y="22205"/>
                </a:lnTo>
                <a:lnTo>
                  <a:pt x="69812" y="22137"/>
                </a:lnTo>
                <a:lnTo>
                  <a:pt x="69800" y="22069"/>
                </a:lnTo>
                <a:lnTo>
                  <a:pt x="69766" y="22012"/>
                </a:lnTo>
                <a:lnTo>
                  <a:pt x="69709" y="21978"/>
                </a:lnTo>
                <a:lnTo>
                  <a:pt x="69641" y="21955"/>
                </a:lnTo>
                <a:lnTo>
                  <a:pt x="69641" y="19600"/>
                </a:lnTo>
                <a:lnTo>
                  <a:pt x="69687" y="19589"/>
                </a:lnTo>
                <a:lnTo>
                  <a:pt x="69721" y="19577"/>
                </a:lnTo>
                <a:lnTo>
                  <a:pt x="69755" y="19555"/>
                </a:lnTo>
                <a:lnTo>
                  <a:pt x="69778" y="19532"/>
                </a:lnTo>
                <a:lnTo>
                  <a:pt x="69800" y="19498"/>
                </a:lnTo>
                <a:lnTo>
                  <a:pt x="69823" y="19464"/>
                </a:lnTo>
                <a:lnTo>
                  <a:pt x="69835" y="19430"/>
                </a:lnTo>
                <a:lnTo>
                  <a:pt x="69835" y="19384"/>
                </a:lnTo>
                <a:lnTo>
                  <a:pt x="69835" y="19339"/>
                </a:lnTo>
                <a:lnTo>
                  <a:pt x="69823" y="19304"/>
                </a:lnTo>
                <a:lnTo>
                  <a:pt x="71768" y="18178"/>
                </a:lnTo>
                <a:lnTo>
                  <a:pt x="71814" y="18224"/>
                </a:lnTo>
                <a:lnTo>
                  <a:pt x="71859" y="18258"/>
                </a:lnTo>
                <a:lnTo>
                  <a:pt x="71928" y="18281"/>
                </a:lnTo>
                <a:lnTo>
                  <a:pt x="71996" y="18292"/>
                </a:lnTo>
                <a:lnTo>
                  <a:pt x="72053" y="18281"/>
                </a:lnTo>
                <a:lnTo>
                  <a:pt x="72121" y="18258"/>
                </a:lnTo>
                <a:lnTo>
                  <a:pt x="72166" y="18224"/>
                </a:lnTo>
                <a:lnTo>
                  <a:pt x="72212" y="18167"/>
                </a:lnTo>
                <a:close/>
                <a:moveTo>
                  <a:pt x="76876" y="18133"/>
                </a:moveTo>
                <a:lnTo>
                  <a:pt x="78946" y="19316"/>
                </a:lnTo>
                <a:lnTo>
                  <a:pt x="78923" y="19384"/>
                </a:lnTo>
                <a:lnTo>
                  <a:pt x="78935" y="19452"/>
                </a:lnTo>
                <a:lnTo>
                  <a:pt x="78969" y="19498"/>
                </a:lnTo>
                <a:lnTo>
                  <a:pt x="79026" y="19532"/>
                </a:lnTo>
                <a:lnTo>
                  <a:pt x="79083" y="19555"/>
                </a:lnTo>
                <a:lnTo>
                  <a:pt x="79083" y="21909"/>
                </a:lnTo>
                <a:lnTo>
                  <a:pt x="79037" y="21921"/>
                </a:lnTo>
                <a:lnTo>
                  <a:pt x="79003" y="21932"/>
                </a:lnTo>
                <a:lnTo>
                  <a:pt x="78969" y="21955"/>
                </a:lnTo>
                <a:lnTo>
                  <a:pt x="78935" y="21989"/>
                </a:lnTo>
                <a:lnTo>
                  <a:pt x="78912" y="22023"/>
                </a:lnTo>
                <a:lnTo>
                  <a:pt x="78889" y="22057"/>
                </a:lnTo>
                <a:lnTo>
                  <a:pt x="78878" y="22103"/>
                </a:lnTo>
                <a:lnTo>
                  <a:pt x="78867" y="22137"/>
                </a:lnTo>
                <a:lnTo>
                  <a:pt x="78878" y="22182"/>
                </a:lnTo>
                <a:lnTo>
                  <a:pt x="78889" y="22228"/>
                </a:lnTo>
                <a:lnTo>
                  <a:pt x="76899" y="23377"/>
                </a:lnTo>
                <a:lnTo>
                  <a:pt x="76865" y="23331"/>
                </a:lnTo>
                <a:lnTo>
                  <a:pt x="76830" y="23309"/>
                </a:lnTo>
                <a:lnTo>
                  <a:pt x="76785" y="23286"/>
                </a:lnTo>
                <a:lnTo>
                  <a:pt x="76683" y="23286"/>
                </a:lnTo>
                <a:lnTo>
                  <a:pt x="76637" y="23309"/>
                </a:lnTo>
                <a:lnTo>
                  <a:pt x="76603" y="23331"/>
                </a:lnTo>
                <a:lnTo>
                  <a:pt x="76569" y="23365"/>
                </a:lnTo>
                <a:lnTo>
                  <a:pt x="74544" y="22205"/>
                </a:lnTo>
                <a:lnTo>
                  <a:pt x="74555" y="22137"/>
                </a:lnTo>
                <a:lnTo>
                  <a:pt x="74555" y="22103"/>
                </a:lnTo>
                <a:lnTo>
                  <a:pt x="74544" y="22069"/>
                </a:lnTo>
                <a:lnTo>
                  <a:pt x="74510" y="22012"/>
                </a:lnTo>
                <a:lnTo>
                  <a:pt x="74453" y="21966"/>
                </a:lnTo>
                <a:lnTo>
                  <a:pt x="74385" y="21943"/>
                </a:lnTo>
                <a:lnTo>
                  <a:pt x="74385" y="19646"/>
                </a:lnTo>
                <a:lnTo>
                  <a:pt x="74430" y="19634"/>
                </a:lnTo>
                <a:lnTo>
                  <a:pt x="74476" y="19623"/>
                </a:lnTo>
                <a:lnTo>
                  <a:pt x="74521" y="19589"/>
                </a:lnTo>
                <a:lnTo>
                  <a:pt x="74555" y="19566"/>
                </a:lnTo>
                <a:lnTo>
                  <a:pt x="74589" y="19521"/>
                </a:lnTo>
                <a:lnTo>
                  <a:pt x="74601" y="19486"/>
                </a:lnTo>
                <a:lnTo>
                  <a:pt x="74624" y="19430"/>
                </a:lnTo>
                <a:lnTo>
                  <a:pt x="74624" y="19384"/>
                </a:lnTo>
                <a:lnTo>
                  <a:pt x="74624" y="19327"/>
                </a:lnTo>
                <a:lnTo>
                  <a:pt x="74601" y="19282"/>
                </a:lnTo>
                <a:lnTo>
                  <a:pt x="76580" y="18133"/>
                </a:lnTo>
                <a:lnTo>
                  <a:pt x="76614" y="18167"/>
                </a:lnTo>
                <a:lnTo>
                  <a:pt x="76648" y="18190"/>
                </a:lnTo>
                <a:lnTo>
                  <a:pt x="76683" y="18201"/>
                </a:lnTo>
                <a:lnTo>
                  <a:pt x="76728" y="18212"/>
                </a:lnTo>
                <a:lnTo>
                  <a:pt x="76774" y="18201"/>
                </a:lnTo>
                <a:lnTo>
                  <a:pt x="76819" y="18190"/>
                </a:lnTo>
                <a:lnTo>
                  <a:pt x="76853" y="18167"/>
                </a:lnTo>
                <a:lnTo>
                  <a:pt x="76876" y="18133"/>
                </a:lnTo>
                <a:close/>
                <a:moveTo>
                  <a:pt x="24754" y="18144"/>
                </a:moveTo>
                <a:lnTo>
                  <a:pt x="26790" y="19316"/>
                </a:lnTo>
                <a:lnTo>
                  <a:pt x="26779" y="19350"/>
                </a:lnTo>
                <a:lnTo>
                  <a:pt x="26767" y="19384"/>
                </a:lnTo>
                <a:lnTo>
                  <a:pt x="26790" y="19452"/>
                </a:lnTo>
                <a:lnTo>
                  <a:pt x="26813" y="19498"/>
                </a:lnTo>
                <a:lnTo>
                  <a:pt x="26870" y="19543"/>
                </a:lnTo>
                <a:lnTo>
                  <a:pt x="26927" y="19555"/>
                </a:lnTo>
                <a:lnTo>
                  <a:pt x="26927" y="21955"/>
                </a:lnTo>
                <a:lnTo>
                  <a:pt x="26870" y="21966"/>
                </a:lnTo>
                <a:lnTo>
                  <a:pt x="26813" y="22012"/>
                </a:lnTo>
                <a:lnTo>
                  <a:pt x="26767" y="22069"/>
                </a:lnTo>
                <a:lnTo>
                  <a:pt x="26767" y="22103"/>
                </a:lnTo>
                <a:lnTo>
                  <a:pt x="26756" y="22137"/>
                </a:lnTo>
                <a:lnTo>
                  <a:pt x="26767" y="22205"/>
                </a:lnTo>
                <a:lnTo>
                  <a:pt x="24720" y="23388"/>
                </a:lnTo>
                <a:lnTo>
                  <a:pt x="24697" y="23354"/>
                </a:lnTo>
                <a:lnTo>
                  <a:pt x="24663" y="23331"/>
                </a:lnTo>
                <a:lnTo>
                  <a:pt x="24617" y="23320"/>
                </a:lnTo>
                <a:lnTo>
                  <a:pt x="24583" y="23309"/>
                </a:lnTo>
                <a:lnTo>
                  <a:pt x="24538" y="23320"/>
                </a:lnTo>
                <a:lnTo>
                  <a:pt x="24504" y="23331"/>
                </a:lnTo>
                <a:lnTo>
                  <a:pt x="24469" y="23354"/>
                </a:lnTo>
                <a:lnTo>
                  <a:pt x="24435" y="23388"/>
                </a:lnTo>
                <a:lnTo>
                  <a:pt x="22422" y="22216"/>
                </a:lnTo>
                <a:lnTo>
                  <a:pt x="22433" y="22182"/>
                </a:lnTo>
                <a:lnTo>
                  <a:pt x="22445" y="22137"/>
                </a:lnTo>
                <a:lnTo>
                  <a:pt x="22433" y="22103"/>
                </a:lnTo>
                <a:lnTo>
                  <a:pt x="22422" y="22057"/>
                </a:lnTo>
                <a:lnTo>
                  <a:pt x="22410" y="22023"/>
                </a:lnTo>
                <a:lnTo>
                  <a:pt x="22376" y="21989"/>
                </a:lnTo>
                <a:lnTo>
                  <a:pt x="22354" y="21966"/>
                </a:lnTo>
                <a:lnTo>
                  <a:pt x="22319" y="21943"/>
                </a:lnTo>
                <a:lnTo>
                  <a:pt x="22274" y="21921"/>
                </a:lnTo>
                <a:lnTo>
                  <a:pt x="22240" y="21909"/>
                </a:lnTo>
                <a:lnTo>
                  <a:pt x="22240" y="19555"/>
                </a:lnTo>
                <a:lnTo>
                  <a:pt x="22297" y="19532"/>
                </a:lnTo>
                <a:lnTo>
                  <a:pt x="22342" y="19498"/>
                </a:lnTo>
                <a:lnTo>
                  <a:pt x="22365" y="19441"/>
                </a:lnTo>
                <a:lnTo>
                  <a:pt x="22376" y="19384"/>
                </a:lnTo>
                <a:lnTo>
                  <a:pt x="22365" y="19327"/>
                </a:lnTo>
                <a:lnTo>
                  <a:pt x="24413" y="18144"/>
                </a:lnTo>
                <a:lnTo>
                  <a:pt x="24435" y="18190"/>
                </a:lnTo>
                <a:lnTo>
                  <a:pt x="24481" y="18212"/>
                </a:lnTo>
                <a:lnTo>
                  <a:pt x="24526" y="18235"/>
                </a:lnTo>
                <a:lnTo>
                  <a:pt x="24629" y="18235"/>
                </a:lnTo>
                <a:lnTo>
                  <a:pt x="24674" y="18212"/>
                </a:lnTo>
                <a:lnTo>
                  <a:pt x="24720" y="18178"/>
                </a:lnTo>
                <a:lnTo>
                  <a:pt x="24754" y="18144"/>
                </a:lnTo>
                <a:close/>
                <a:moveTo>
                  <a:pt x="29497" y="18144"/>
                </a:moveTo>
                <a:lnTo>
                  <a:pt x="31499" y="19304"/>
                </a:lnTo>
                <a:lnTo>
                  <a:pt x="31488" y="19339"/>
                </a:lnTo>
                <a:lnTo>
                  <a:pt x="31488" y="19384"/>
                </a:lnTo>
                <a:lnTo>
                  <a:pt x="31488" y="19418"/>
                </a:lnTo>
                <a:lnTo>
                  <a:pt x="31499" y="19464"/>
                </a:lnTo>
                <a:lnTo>
                  <a:pt x="31511" y="19498"/>
                </a:lnTo>
                <a:lnTo>
                  <a:pt x="31534" y="19521"/>
                </a:lnTo>
                <a:lnTo>
                  <a:pt x="31568" y="19555"/>
                </a:lnTo>
                <a:lnTo>
                  <a:pt x="31602" y="19566"/>
                </a:lnTo>
                <a:lnTo>
                  <a:pt x="31636" y="19577"/>
                </a:lnTo>
                <a:lnTo>
                  <a:pt x="31670" y="19589"/>
                </a:lnTo>
                <a:lnTo>
                  <a:pt x="31670" y="21955"/>
                </a:lnTo>
                <a:lnTo>
                  <a:pt x="31602" y="21978"/>
                </a:lnTo>
                <a:lnTo>
                  <a:pt x="31556" y="22012"/>
                </a:lnTo>
                <a:lnTo>
                  <a:pt x="31522" y="22069"/>
                </a:lnTo>
                <a:lnTo>
                  <a:pt x="31511" y="22103"/>
                </a:lnTo>
                <a:lnTo>
                  <a:pt x="31499" y="22137"/>
                </a:lnTo>
                <a:lnTo>
                  <a:pt x="31511" y="22205"/>
                </a:lnTo>
                <a:lnTo>
                  <a:pt x="29475" y="23388"/>
                </a:lnTo>
                <a:lnTo>
                  <a:pt x="29440" y="23354"/>
                </a:lnTo>
                <a:lnTo>
                  <a:pt x="29406" y="23331"/>
                </a:lnTo>
                <a:lnTo>
                  <a:pt x="29361" y="23309"/>
                </a:lnTo>
                <a:lnTo>
                  <a:pt x="29281" y="23309"/>
                </a:lnTo>
                <a:lnTo>
                  <a:pt x="29236" y="23320"/>
                </a:lnTo>
                <a:lnTo>
                  <a:pt x="29202" y="23354"/>
                </a:lnTo>
                <a:lnTo>
                  <a:pt x="29167" y="23377"/>
                </a:lnTo>
                <a:lnTo>
                  <a:pt x="27131" y="22205"/>
                </a:lnTo>
                <a:lnTo>
                  <a:pt x="27143" y="22137"/>
                </a:lnTo>
                <a:lnTo>
                  <a:pt x="27131" y="22069"/>
                </a:lnTo>
                <a:lnTo>
                  <a:pt x="27097" y="22012"/>
                </a:lnTo>
                <a:lnTo>
                  <a:pt x="27040" y="21978"/>
                </a:lnTo>
                <a:lnTo>
                  <a:pt x="26972" y="21955"/>
                </a:lnTo>
                <a:lnTo>
                  <a:pt x="26972" y="19555"/>
                </a:lnTo>
                <a:lnTo>
                  <a:pt x="27040" y="19543"/>
                </a:lnTo>
                <a:lnTo>
                  <a:pt x="27086" y="19498"/>
                </a:lnTo>
                <a:lnTo>
                  <a:pt x="27120" y="19452"/>
                </a:lnTo>
                <a:lnTo>
                  <a:pt x="27131" y="19384"/>
                </a:lnTo>
                <a:lnTo>
                  <a:pt x="27120" y="19327"/>
                </a:lnTo>
                <a:lnTo>
                  <a:pt x="29145" y="18144"/>
                </a:lnTo>
                <a:lnTo>
                  <a:pt x="29179" y="18190"/>
                </a:lnTo>
                <a:lnTo>
                  <a:pt x="29224" y="18212"/>
                </a:lnTo>
                <a:lnTo>
                  <a:pt x="29270" y="18235"/>
                </a:lnTo>
                <a:lnTo>
                  <a:pt x="29315" y="18246"/>
                </a:lnTo>
                <a:lnTo>
                  <a:pt x="29372" y="18235"/>
                </a:lnTo>
                <a:lnTo>
                  <a:pt x="29418" y="18212"/>
                </a:lnTo>
                <a:lnTo>
                  <a:pt x="29463" y="18178"/>
                </a:lnTo>
                <a:lnTo>
                  <a:pt x="29497" y="18144"/>
                </a:lnTo>
                <a:close/>
                <a:moveTo>
                  <a:pt x="48494" y="18167"/>
                </a:moveTo>
                <a:lnTo>
                  <a:pt x="50496" y="19316"/>
                </a:lnTo>
                <a:lnTo>
                  <a:pt x="50485" y="19350"/>
                </a:lnTo>
                <a:lnTo>
                  <a:pt x="50474" y="19384"/>
                </a:lnTo>
                <a:lnTo>
                  <a:pt x="50496" y="19452"/>
                </a:lnTo>
                <a:lnTo>
                  <a:pt x="50519" y="19498"/>
                </a:lnTo>
                <a:lnTo>
                  <a:pt x="50576" y="19532"/>
                </a:lnTo>
                <a:lnTo>
                  <a:pt x="50633" y="19555"/>
                </a:lnTo>
                <a:lnTo>
                  <a:pt x="50633" y="21875"/>
                </a:lnTo>
                <a:lnTo>
                  <a:pt x="50587" y="21875"/>
                </a:lnTo>
                <a:lnTo>
                  <a:pt x="50542" y="21898"/>
                </a:lnTo>
                <a:lnTo>
                  <a:pt x="50496" y="21921"/>
                </a:lnTo>
                <a:lnTo>
                  <a:pt x="50451" y="21955"/>
                </a:lnTo>
                <a:lnTo>
                  <a:pt x="50428" y="22000"/>
                </a:lnTo>
                <a:lnTo>
                  <a:pt x="50405" y="22034"/>
                </a:lnTo>
                <a:lnTo>
                  <a:pt x="50383" y="22091"/>
                </a:lnTo>
                <a:lnTo>
                  <a:pt x="50383" y="22137"/>
                </a:lnTo>
                <a:lnTo>
                  <a:pt x="50383" y="22194"/>
                </a:lnTo>
                <a:lnTo>
                  <a:pt x="50405" y="22251"/>
                </a:lnTo>
                <a:lnTo>
                  <a:pt x="48437" y="23388"/>
                </a:lnTo>
                <a:lnTo>
                  <a:pt x="48403" y="23354"/>
                </a:lnTo>
                <a:lnTo>
                  <a:pt x="48369" y="23320"/>
                </a:lnTo>
                <a:lnTo>
                  <a:pt x="48324" y="23309"/>
                </a:lnTo>
                <a:lnTo>
                  <a:pt x="48278" y="23297"/>
                </a:lnTo>
                <a:lnTo>
                  <a:pt x="48233" y="23309"/>
                </a:lnTo>
                <a:lnTo>
                  <a:pt x="48199" y="23320"/>
                </a:lnTo>
                <a:lnTo>
                  <a:pt x="48164" y="23343"/>
                </a:lnTo>
                <a:lnTo>
                  <a:pt x="48130" y="23377"/>
                </a:lnTo>
                <a:lnTo>
                  <a:pt x="46117" y="22216"/>
                </a:lnTo>
                <a:lnTo>
                  <a:pt x="46128" y="22182"/>
                </a:lnTo>
                <a:lnTo>
                  <a:pt x="46140" y="22137"/>
                </a:lnTo>
                <a:lnTo>
                  <a:pt x="46128" y="22103"/>
                </a:lnTo>
                <a:lnTo>
                  <a:pt x="46117" y="22057"/>
                </a:lnTo>
                <a:lnTo>
                  <a:pt x="46105" y="22023"/>
                </a:lnTo>
                <a:lnTo>
                  <a:pt x="46083" y="21989"/>
                </a:lnTo>
                <a:lnTo>
                  <a:pt x="46049" y="21966"/>
                </a:lnTo>
                <a:lnTo>
                  <a:pt x="46014" y="21943"/>
                </a:lnTo>
                <a:lnTo>
                  <a:pt x="45980" y="21932"/>
                </a:lnTo>
                <a:lnTo>
                  <a:pt x="45946" y="21921"/>
                </a:lnTo>
                <a:lnTo>
                  <a:pt x="45946" y="19600"/>
                </a:lnTo>
                <a:lnTo>
                  <a:pt x="45980" y="19589"/>
                </a:lnTo>
                <a:lnTo>
                  <a:pt x="46014" y="19577"/>
                </a:lnTo>
                <a:lnTo>
                  <a:pt x="46071" y="19532"/>
                </a:lnTo>
                <a:lnTo>
                  <a:pt x="46117" y="19464"/>
                </a:lnTo>
                <a:lnTo>
                  <a:pt x="46128" y="19430"/>
                </a:lnTo>
                <a:lnTo>
                  <a:pt x="46128" y="19384"/>
                </a:lnTo>
                <a:lnTo>
                  <a:pt x="46128" y="19339"/>
                </a:lnTo>
                <a:lnTo>
                  <a:pt x="46117" y="19304"/>
                </a:lnTo>
                <a:lnTo>
                  <a:pt x="48062" y="18178"/>
                </a:lnTo>
                <a:lnTo>
                  <a:pt x="48108" y="18224"/>
                </a:lnTo>
                <a:lnTo>
                  <a:pt x="48153" y="18258"/>
                </a:lnTo>
                <a:lnTo>
                  <a:pt x="48210" y="18281"/>
                </a:lnTo>
                <a:lnTo>
                  <a:pt x="48278" y="18292"/>
                </a:lnTo>
                <a:lnTo>
                  <a:pt x="48346" y="18281"/>
                </a:lnTo>
                <a:lnTo>
                  <a:pt x="48403" y="18258"/>
                </a:lnTo>
                <a:lnTo>
                  <a:pt x="48460" y="18212"/>
                </a:lnTo>
                <a:lnTo>
                  <a:pt x="48494" y="18167"/>
                </a:lnTo>
                <a:close/>
                <a:moveTo>
                  <a:pt x="81642" y="18144"/>
                </a:moveTo>
                <a:lnTo>
                  <a:pt x="83678" y="19316"/>
                </a:lnTo>
                <a:lnTo>
                  <a:pt x="83667" y="19350"/>
                </a:lnTo>
                <a:lnTo>
                  <a:pt x="83667" y="19384"/>
                </a:lnTo>
                <a:lnTo>
                  <a:pt x="83678" y="19452"/>
                </a:lnTo>
                <a:lnTo>
                  <a:pt x="83713" y="19498"/>
                </a:lnTo>
                <a:lnTo>
                  <a:pt x="83758" y="19543"/>
                </a:lnTo>
                <a:lnTo>
                  <a:pt x="83826" y="19555"/>
                </a:lnTo>
                <a:lnTo>
                  <a:pt x="83826" y="21955"/>
                </a:lnTo>
                <a:lnTo>
                  <a:pt x="83758" y="21966"/>
                </a:lnTo>
                <a:lnTo>
                  <a:pt x="83701" y="22012"/>
                </a:lnTo>
                <a:lnTo>
                  <a:pt x="83667" y="22069"/>
                </a:lnTo>
                <a:lnTo>
                  <a:pt x="83656" y="22103"/>
                </a:lnTo>
                <a:lnTo>
                  <a:pt x="83656" y="22137"/>
                </a:lnTo>
                <a:lnTo>
                  <a:pt x="83667" y="22205"/>
                </a:lnTo>
                <a:lnTo>
                  <a:pt x="81608" y="23388"/>
                </a:lnTo>
                <a:lnTo>
                  <a:pt x="81585" y="23354"/>
                </a:lnTo>
                <a:lnTo>
                  <a:pt x="81551" y="23331"/>
                </a:lnTo>
                <a:lnTo>
                  <a:pt x="81517" y="23320"/>
                </a:lnTo>
                <a:lnTo>
                  <a:pt x="81472" y="23309"/>
                </a:lnTo>
                <a:lnTo>
                  <a:pt x="81426" y="23320"/>
                </a:lnTo>
                <a:lnTo>
                  <a:pt x="81392" y="23331"/>
                </a:lnTo>
                <a:lnTo>
                  <a:pt x="81358" y="23354"/>
                </a:lnTo>
                <a:lnTo>
                  <a:pt x="81335" y="23388"/>
                </a:lnTo>
                <a:lnTo>
                  <a:pt x="79310" y="22216"/>
                </a:lnTo>
                <a:lnTo>
                  <a:pt x="79322" y="22182"/>
                </a:lnTo>
                <a:lnTo>
                  <a:pt x="79333" y="22137"/>
                </a:lnTo>
                <a:lnTo>
                  <a:pt x="79322" y="22103"/>
                </a:lnTo>
                <a:lnTo>
                  <a:pt x="79310" y="22057"/>
                </a:lnTo>
                <a:lnTo>
                  <a:pt x="79299" y="22023"/>
                </a:lnTo>
                <a:lnTo>
                  <a:pt x="79276" y="21989"/>
                </a:lnTo>
                <a:lnTo>
                  <a:pt x="79242" y="21966"/>
                </a:lnTo>
                <a:lnTo>
                  <a:pt x="79208" y="21943"/>
                </a:lnTo>
                <a:lnTo>
                  <a:pt x="79174" y="21921"/>
                </a:lnTo>
                <a:lnTo>
                  <a:pt x="79128" y="21909"/>
                </a:lnTo>
                <a:lnTo>
                  <a:pt x="79128" y="19555"/>
                </a:lnTo>
                <a:lnTo>
                  <a:pt x="79185" y="19532"/>
                </a:lnTo>
                <a:lnTo>
                  <a:pt x="79231" y="19498"/>
                </a:lnTo>
                <a:lnTo>
                  <a:pt x="79265" y="19441"/>
                </a:lnTo>
                <a:lnTo>
                  <a:pt x="79276" y="19384"/>
                </a:lnTo>
                <a:lnTo>
                  <a:pt x="79265" y="19327"/>
                </a:lnTo>
                <a:lnTo>
                  <a:pt x="81301" y="18144"/>
                </a:lnTo>
                <a:lnTo>
                  <a:pt x="81335" y="18190"/>
                </a:lnTo>
                <a:lnTo>
                  <a:pt x="81369" y="18212"/>
                </a:lnTo>
                <a:lnTo>
                  <a:pt x="81415" y="18235"/>
                </a:lnTo>
                <a:lnTo>
                  <a:pt x="81528" y="18235"/>
                </a:lnTo>
                <a:lnTo>
                  <a:pt x="81574" y="18212"/>
                </a:lnTo>
                <a:lnTo>
                  <a:pt x="81608" y="18178"/>
                </a:lnTo>
                <a:lnTo>
                  <a:pt x="81642" y="18144"/>
                </a:lnTo>
                <a:close/>
                <a:moveTo>
                  <a:pt x="46105" y="22262"/>
                </a:moveTo>
                <a:lnTo>
                  <a:pt x="48108" y="23411"/>
                </a:lnTo>
                <a:lnTo>
                  <a:pt x="48096" y="23445"/>
                </a:lnTo>
                <a:lnTo>
                  <a:pt x="48096" y="23491"/>
                </a:lnTo>
                <a:lnTo>
                  <a:pt x="48096" y="23525"/>
                </a:lnTo>
                <a:lnTo>
                  <a:pt x="48108" y="23559"/>
                </a:lnTo>
                <a:lnTo>
                  <a:pt x="48142" y="23616"/>
                </a:lnTo>
                <a:lnTo>
                  <a:pt x="48199" y="23661"/>
                </a:lnTo>
                <a:lnTo>
                  <a:pt x="48233" y="23673"/>
                </a:lnTo>
                <a:lnTo>
                  <a:pt x="48267" y="23673"/>
                </a:lnTo>
                <a:lnTo>
                  <a:pt x="48267" y="26004"/>
                </a:lnTo>
                <a:lnTo>
                  <a:pt x="48221" y="26016"/>
                </a:lnTo>
                <a:lnTo>
                  <a:pt x="48176" y="26027"/>
                </a:lnTo>
                <a:lnTo>
                  <a:pt x="48142" y="26050"/>
                </a:lnTo>
                <a:lnTo>
                  <a:pt x="48108" y="26084"/>
                </a:lnTo>
                <a:lnTo>
                  <a:pt x="48073" y="26118"/>
                </a:lnTo>
                <a:lnTo>
                  <a:pt x="48051" y="26152"/>
                </a:lnTo>
                <a:lnTo>
                  <a:pt x="48039" y="26198"/>
                </a:lnTo>
                <a:lnTo>
                  <a:pt x="48039" y="26243"/>
                </a:lnTo>
                <a:lnTo>
                  <a:pt x="48039" y="26289"/>
                </a:lnTo>
                <a:lnTo>
                  <a:pt x="48062" y="26334"/>
                </a:lnTo>
                <a:lnTo>
                  <a:pt x="46128" y="27449"/>
                </a:lnTo>
                <a:lnTo>
                  <a:pt x="46083" y="27404"/>
                </a:lnTo>
                <a:lnTo>
                  <a:pt x="46037" y="27370"/>
                </a:lnTo>
                <a:lnTo>
                  <a:pt x="45980" y="27347"/>
                </a:lnTo>
                <a:lnTo>
                  <a:pt x="45912" y="27335"/>
                </a:lnTo>
                <a:lnTo>
                  <a:pt x="45844" y="27347"/>
                </a:lnTo>
                <a:lnTo>
                  <a:pt x="45787" y="27370"/>
                </a:lnTo>
                <a:lnTo>
                  <a:pt x="45741" y="27404"/>
                </a:lnTo>
                <a:lnTo>
                  <a:pt x="45696" y="27449"/>
                </a:lnTo>
                <a:lnTo>
                  <a:pt x="43762" y="26334"/>
                </a:lnTo>
                <a:lnTo>
                  <a:pt x="43773" y="26289"/>
                </a:lnTo>
                <a:lnTo>
                  <a:pt x="43785" y="26243"/>
                </a:lnTo>
                <a:lnTo>
                  <a:pt x="43773" y="26198"/>
                </a:lnTo>
                <a:lnTo>
                  <a:pt x="43762" y="26164"/>
                </a:lnTo>
                <a:lnTo>
                  <a:pt x="43751" y="26118"/>
                </a:lnTo>
                <a:lnTo>
                  <a:pt x="43717" y="26084"/>
                </a:lnTo>
                <a:lnTo>
                  <a:pt x="43694" y="26050"/>
                </a:lnTo>
                <a:lnTo>
                  <a:pt x="43660" y="26027"/>
                </a:lnTo>
                <a:lnTo>
                  <a:pt x="43614" y="26016"/>
                </a:lnTo>
                <a:lnTo>
                  <a:pt x="43569" y="26004"/>
                </a:lnTo>
                <a:lnTo>
                  <a:pt x="43569" y="23752"/>
                </a:lnTo>
                <a:lnTo>
                  <a:pt x="43614" y="23741"/>
                </a:lnTo>
                <a:lnTo>
                  <a:pt x="43660" y="23718"/>
                </a:lnTo>
                <a:lnTo>
                  <a:pt x="43705" y="23695"/>
                </a:lnTo>
                <a:lnTo>
                  <a:pt x="43739" y="23661"/>
                </a:lnTo>
                <a:lnTo>
                  <a:pt x="43762" y="23627"/>
                </a:lnTo>
                <a:lnTo>
                  <a:pt x="43785" y="23582"/>
                </a:lnTo>
                <a:lnTo>
                  <a:pt x="43796" y="23536"/>
                </a:lnTo>
                <a:lnTo>
                  <a:pt x="43808" y="23491"/>
                </a:lnTo>
                <a:lnTo>
                  <a:pt x="43796" y="23434"/>
                </a:lnTo>
                <a:lnTo>
                  <a:pt x="43785" y="23388"/>
                </a:lnTo>
                <a:lnTo>
                  <a:pt x="45719" y="22262"/>
                </a:lnTo>
                <a:lnTo>
                  <a:pt x="45753" y="22307"/>
                </a:lnTo>
                <a:lnTo>
                  <a:pt x="45798" y="22342"/>
                </a:lnTo>
                <a:lnTo>
                  <a:pt x="45855" y="22364"/>
                </a:lnTo>
                <a:lnTo>
                  <a:pt x="45969" y="22364"/>
                </a:lnTo>
                <a:lnTo>
                  <a:pt x="46026" y="22342"/>
                </a:lnTo>
                <a:lnTo>
                  <a:pt x="46071" y="22307"/>
                </a:lnTo>
                <a:lnTo>
                  <a:pt x="46105" y="22262"/>
                </a:lnTo>
                <a:close/>
                <a:moveTo>
                  <a:pt x="12889" y="22239"/>
                </a:moveTo>
                <a:lnTo>
                  <a:pt x="14914" y="23411"/>
                </a:lnTo>
                <a:lnTo>
                  <a:pt x="14903" y="23445"/>
                </a:lnTo>
                <a:lnTo>
                  <a:pt x="14903" y="23491"/>
                </a:lnTo>
                <a:lnTo>
                  <a:pt x="14903" y="23525"/>
                </a:lnTo>
                <a:lnTo>
                  <a:pt x="14914" y="23559"/>
                </a:lnTo>
                <a:lnTo>
                  <a:pt x="14948" y="23627"/>
                </a:lnTo>
                <a:lnTo>
                  <a:pt x="15005" y="23661"/>
                </a:lnTo>
                <a:lnTo>
                  <a:pt x="15039" y="23673"/>
                </a:lnTo>
                <a:lnTo>
                  <a:pt x="15085" y="23684"/>
                </a:lnTo>
                <a:lnTo>
                  <a:pt x="15085" y="26004"/>
                </a:lnTo>
                <a:lnTo>
                  <a:pt x="15039" y="26016"/>
                </a:lnTo>
                <a:lnTo>
                  <a:pt x="14994" y="26039"/>
                </a:lnTo>
                <a:lnTo>
                  <a:pt x="14960" y="26061"/>
                </a:lnTo>
                <a:lnTo>
                  <a:pt x="14925" y="26084"/>
                </a:lnTo>
                <a:lnTo>
                  <a:pt x="14903" y="26118"/>
                </a:lnTo>
                <a:lnTo>
                  <a:pt x="14880" y="26152"/>
                </a:lnTo>
                <a:lnTo>
                  <a:pt x="14869" y="26198"/>
                </a:lnTo>
                <a:lnTo>
                  <a:pt x="14857" y="26243"/>
                </a:lnTo>
                <a:lnTo>
                  <a:pt x="14869" y="26289"/>
                </a:lnTo>
                <a:lnTo>
                  <a:pt x="14880" y="26334"/>
                </a:lnTo>
                <a:lnTo>
                  <a:pt x="12935" y="27461"/>
                </a:lnTo>
                <a:lnTo>
                  <a:pt x="12901" y="27415"/>
                </a:lnTo>
                <a:lnTo>
                  <a:pt x="12844" y="27381"/>
                </a:lnTo>
                <a:lnTo>
                  <a:pt x="12787" y="27358"/>
                </a:lnTo>
                <a:lnTo>
                  <a:pt x="12730" y="27347"/>
                </a:lnTo>
                <a:lnTo>
                  <a:pt x="12673" y="27358"/>
                </a:lnTo>
                <a:lnTo>
                  <a:pt x="12616" y="27381"/>
                </a:lnTo>
                <a:lnTo>
                  <a:pt x="12559" y="27415"/>
                </a:lnTo>
                <a:lnTo>
                  <a:pt x="12525" y="27449"/>
                </a:lnTo>
                <a:lnTo>
                  <a:pt x="10569" y="26323"/>
                </a:lnTo>
                <a:lnTo>
                  <a:pt x="10580" y="26289"/>
                </a:lnTo>
                <a:lnTo>
                  <a:pt x="10591" y="26243"/>
                </a:lnTo>
                <a:lnTo>
                  <a:pt x="10580" y="26198"/>
                </a:lnTo>
                <a:lnTo>
                  <a:pt x="10569" y="26164"/>
                </a:lnTo>
                <a:lnTo>
                  <a:pt x="10557" y="26130"/>
                </a:lnTo>
                <a:lnTo>
                  <a:pt x="10523" y="26095"/>
                </a:lnTo>
                <a:lnTo>
                  <a:pt x="10500" y="26061"/>
                </a:lnTo>
                <a:lnTo>
                  <a:pt x="10466" y="26050"/>
                </a:lnTo>
                <a:lnTo>
                  <a:pt x="10421" y="26027"/>
                </a:lnTo>
                <a:lnTo>
                  <a:pt x="10387" y="26016"/>
                </a:lnTo>
                <a:lnTo>
                  <a:pt x="10387" y="23707"/>
                </a:lnTo>
                <a:lnTo>
                  <a:pt x="10421" y="23695"/>
                </a:lnTo>
                <a:lnTo>
                  <a:pt x="10455" y="23684"/>
                </a:lnTo>
                <a:lnTo>
                  <a:pt x="10489" y="23661"/>
                </a:lnTo>
                <a:lnTo>
                  <a:pt x="10523" y="23627"/>
                </a:lnTo>
                <a:lnTo>
                  <a:pt x="10546" y="23604"/>
                </a:lnTo>
                <a:lnTo>
                  <a:pt x="10557" y="23570"/>
                </a:lnTo>
                <a:lnTo>
                  <a:pt x="10569" y="23525"/>
                </a:lnTo>
                <a:lnTo>
                  <a:pt x="10580" y="23491"/>
                </a:lnTo>
                <a:lnTo>
                  <a:pt x="10569" y="23445"/>
                </a:lnTo>
                <a:lnTo>
                  <a:pt x="10557" y="23411"/>
                </a:lnTo>
                <a:lnTo>
                  <a:pt x="12571" y="22239"/>
                </a:lnTo>
                <a:lnTo>
                  <a:pt x="12605" y="22285"/>
                </a:lnTo>
                <a:lnTo>
                  <a:pt x="12639" y="22307"/>
                </a:lnTo>
                <a:lnTo>
                  <a:pt x="12685" y="22319"/>
                </a:lnTo>
                <a:lnTo>
                  <a:pt x="12730" y="22330"/>
                </a:lnTo>
                <a:lnTo>
                  <a:pt x="12776" y="22319"/>
                </a:lnTo>
                <a:lnTo>
                  <a:pt x="12821" y="22307"/>
                </a:lnTo>
                <a:lnTo>
                  <a:pt x="12855" y="22273"/>
                </a:lnTo>
                <a:lnTo>
                  <a:pt x="12889" y="22239"/>
                </a:lnTo>
                <a:close/>
                <a:moveTo>
                  <a:pt x="31852" y="22239"/>
                </a:moveTo>
                <a:lnTo>
                  <a:pt x="33866" y="23400"/>
                </a:lnTo>
                <a:lnTo>
                  <a:pt x="33854" y="23445"/>
                </a:lnTo>
                <a:lnTo>
                  <a:pt x="33843" y="23491"/>
                </a:lnTo>
                <a:lnTo>
                  <a:pt x="33843" y="23525"/>
                </a:lnTo>
                <a:lnTo>
                  <a:pt x="33854" y="23570"/>
                </a:lnTo>
                <a:lnTo>
                  <a:pt x="33877" y="23604"/>
                </a:lnTo>
                <a:lnTo>
                  <a:pt x="33900" y="23638"/>
                </a:lnTo>
                <a:lnTo>
                  <a:pt x="33934" y="23661"/>
                </a:lnTo>
                <a:lnTo>
                  <a:pt x="33968" y="23684"/>
                </a:lnTo>
                <a:lnTo>
                  <a:pt x="34002" y="23695"/>
                </a:lnTo>
                <a:lnTo>
                  <a:pt x="34048" y="23707"/>
                </a:lnTo>
                <a:lnTo>
                  <a:pt x="34048" y="26027"/>
                </a:lnTo>
                <a:lnTo>
                  <a:pt x="34002" y="26039"/>
                </a:lnTo>
                <a:lnTo>
                  <a:pt x="33968" y="26050"/>
                </a:lnTo>
                <a:lnTo>
                  <a:pt x="33934" y="26073"/>
                </a:lnTo>
                <a:lnTo>
                  <a:pt x="33900" y="26095"/>
                </a:lnTo>
                <a:lnTo>
                  <a:pt x="33877" y="26130"/>
                </a:lnTo>
                <a:lnTo>
                  <a:pt x="33854" y="26164"/>
                </a:lnTo>
                <a:lnTo>
                  <a:pt x="33843" y="26209"/>
                </a:lnTo>
                <a:lnTo>
                  <a:pt x="33843" y="26243"/>
                </a:lnTo>
                <a:lnTo>
                  <a:pt x="33843" y="26289"/>
                </a:lnTo>
                <a:lnTo>
                  <a:pt x="33854" y="26323"/>
                </a:lnTo>
                <a:lnTo>
                  <a:pt x="31898" y="27461"/>
                </a:lnTo>
                <a:lnTo>
                  <a:pt x="31863" y="27404"/>
                </a:lnTo>
                <a:lnTo>
                  <a:pt x="31807" y="27370"/>
                </a:lnTo>
                <a:lnTo>
                  <a:pt x="31750" y="27347"/>
                </a:lnTo>
                <a:lnTo>
                  <a:pt x="31625" y="27347"/>
                </a:lnTo>
                <a:lnTo>
                  <a:pt x="31568" y="27370"/>
                </a:lnTo>
                <a:lnTo>
                  <a:pt x="31522" y="27404"/>
                </a:lnTo>
                <a:lnTo>
                  <a:pt x="31477" y="27449"/>
                </a:lnTo>
                <a:lnTo>
                  <a:pt x="29531" y="26323"/>
                </a:lnTo>
                <a:lnTo>
                  <a:pt x="29543" y="26289"/>
                </a:lnTo>
                <a:lnTo>
                  <a:pt x="29543" y="26243"/>
                </a:lnTo>
                <a:lnTo>
                  <a:pt x="29543" y="26198"/>
                </a:lnTo>
                <a:lnTo>
                  <a:pt x="29531" y="26164"/>
                </a:lnTo>
                <a:lnTo>
                  <a:pt x="29509" y="26130"/>
                </a:lnTo>
                <a:lnTo>
                  <a:pt x="29486" y="26095"/>
                </a:lnTo>
                <a:lnTo>
                  <a:pt x="29463" y="26073"/>
                </a:lnTo>
                <a:lnTo>
                  <a:pt x="29429" y="26050"/>
                </a:lnTo>
                <a:lnTo>
                  <a:pt x="29384" y="26027"/>
                </a:lnTo>
                <a:lnTo>
                  <a:pt x="29349" y="26016"/>
                </a:lnTo>
                <a:lnTo>
                  <a:pt x="29349" y="23673"/>
                </a:lnTo>
                <a:lnTo>
                  <a:pt x="29406" y="23650"/>
                </a:lnTo>
                <a:lnTo>
                  <a:pt x="29463" y="23604"/>
                </a:lnTo>
                <a:lnTo>
                  <a:pt x="29486" y="23547"/>
                </a:lnTo>
                <a:lnTo>
                  <a:pt x="29497" y="23491"/>
                </a:lnTo>
                <a:lnTo>
                  <a:pt x="29486" y="23422"/>
                </a:lnTo>
                <a:lnTo>
                  <a:pt x="31534" y="22239"/>
                </a:lnTo>
                <a:lnTo>
                  <a:pt x="31568" y="22273"/>
                </a:lnTo>
                <a:lnTo>
                  <a:pt x="31602" y="22307"/>
                </a:lnTo>
                <a:lnTo>
                  <a:pt x="31647" y="22319"/>
                </a:lnTo>
                <a:lnTo>
                  <a:pt x="31693" y="22330"/>
                </a:lnTo>
                <a:lnTo>
                  <a:pt x="31738" y="22319"/>
                </a:lnTo>
                <a:lnTo>
                  <a:pt x="31784" y="22307"/>
                </a:lnTo>
                <a:lnTo>
                  <a:pt x="31818" y="22273"/>
                </a:lnTo>
                <a:lnTo>
                  <a:pt x="31852" y="22239"/>
                </a:lnTo>
                <a:close/>
                <a:moveTo>
                  <a:pt x="36652" y="22273"/>
                </a:moveTo>
                <a:lnTo>
                  <a:pt x="38609" y="23411"/>
                </a:lnTo>
                <a:lnTo>
                  <a:pt x="38598" y="23445"/>
                </a:lnTo>
                <a:lnTo>
                  <a:pt x="38598" y="23491"/>
                </a:lnTo>
                <a:lnTo>
                  <a:pt x="38598" y="23525"/>
                </a:lnTo>
                <a:lnTo>
                  <a:pt x="38609" y="23570"/>
                </a:lnTo>
                <a:lnTo>
                  <a:pt x="38632" y="23593"/>
                </a:lnTo>
                <a:lnTo>
                  <a:pt x="38655" y="23627"/>
                </a:lnTo>
                <a:lnTo>
                  <a:pt x="38677" y="23650"/>
                </a:lnTo>
                <a:lnTo>
                  <a:pt x="38711" y="23673"/>
                </a:lnTo>
                <a:lnTo>
                  <a:pt x="38746" y="23684"/>
                </a:lnTo>
                <a:lnTo>
                  <a:pt x="38780" y="23695"/>
                </a:lnTo>
                <a:lnTo>
                  <a:pt x="38780" y="26027"/>
                </a:lnTo>
                <a:lnTo>
                  <a:pt x="38746" y="26039"/>
                </a:lnTo>
                <a:lnTo>
                  <a:pt x="38711" y="26050"/>
                </a:lnTo>
                <a:lnTo>
                  <a:pt x="38677" y="26073"/>
                </a:lnTo>
                <a:lnTo>
                  <a:pt x="38643" y="26095"/>
                </a:lnTo>
                <a:lnTo>
                  <a:pt x="38620" y="26130"/>
                </a:lnTo>
                <a:lnTo>
                  <a:pt x="38598" y="26164"/>
                </a:lnTo>
                <a:lnTo>
                  <a:pt x="38586" y="26209"/>
                </a:lnTo>
                <a:lnTo>
                  <a:pt x="38586" y="26243"/>
                </a:lnTo>
                <a:lnTo>
                  <a:pt x="38586" y="26289"/>
                </a:lnTo>
                <a:lnTo>
                  <a:pt x="38598" y="26323"/>
                </a:lnTo>
                <a:lnTo>
                  <a:pt x="36641" y="27461"/>
                </a:lnTo>
                <a:lnTo>
                  <a:pt x="36607" y="27404"/>
                </a:lnTo>
                <a:lnTo>
                  <a:pt x="36550" y="27370"/>
                </a:lnTo>
                <a:lnTo>
                  <a:pt x="36493" y="27347"/>
                </a:lnTo>
                <a:lnTo>
                  <a:pt x="36425" y="27335"/>
                </a:lnTo>
                <a:lnTo>
                  <a:pt x="36368" y="27347"/>
                </a:lnTo>
                <a:lnTo>
                  <a:pt x="36311" y="27370"/>
                </a:lnTo>
                <a:lnTo>
                  <a:pt x="36266" y="27404"/>
                </a:lnTo>
                <a:lnTo>
                  <a:pt x="36220" y="27449"/>
                </a:lnTo>
                <a:lnTo>
                  <a:pt x="34264" y="26323"/>
                </a:lnTo>
                <a:lnTo>
                  <a:pt x="34275" y="26278"/>
                </a:lnTo>
                <a:lnTo>
                  <a:pt x="34275" y="26243"/>
                </a:lnTo>
                <a:lnTo>
                  <a:pt x="34275" y="26209"/>
                </a:lnTo>
                <a:lnTo>
                  <a:pt x="34264" y="26164"/>
                </a:lnTo>
                <a:lnTo>
                  <a:pt x="34241" y="26130"/>
                </a:lnTo>
                <a:lnTo>
                  <a:pt x="34218" y="26107"/>
                </a:lnTo>
                <a:lnTo>
                  <a:pt x="34161" y="26050"/>
                </a:lnTo>
                <a:lnTo>
                  <a:pt x="34127" y="26039"/>
                </a:lnTo>
                <a:lnTo>
                  <a:pt x="34093" y="26027"/>
                </a:lnTo>
                <a:lnTo>
                  <a:pt x="34093" y="23695"/>
                </a:lnTo>
                <a:lnTo>
                  <a:pt x="34127" y="23695"/>
                </a:lnTo>
                <a:lnTo>
                  <a:pt x="34161" y="23673"/>
                </a:lnTo>
                <a:lnTo>
                  <a:pt x="34218" y="23627"/>
                </a:lnTo>
                <a:lnTo>
                  <a:pt x="34264" y="23570"/>
                </a:lnTo>
                <a:lnTo>
                  <a:pt x="34275" y="23525"/>
                </a:lnTo>
                <a:lnTo>
                  <a:pt x="34275" y="23491"/>
                </a:lnTo>
                <a:lnTo>
                  <a:pt x="34275" y="23445"/>
                </a:lnTo>
                <a:lnTo>
                  <a:pt x="34264" y="23411"/>
                </a:lnTo>
                <a:lnTo>
                  <a:pt x="36209" y="22285"/>
                </a:lnTo>
                <a:lnTo>
                  <a:pt x="36254" y="22330"/>
                </a:lnTo>
                <a:lnTo>
                  <a:pt x="36300" y="22364"/>
                </a:lnTo>
                <a:lnTo>
                  <a:pt x="36368" y="22387"/>
                </a:lnTo>
                <a:lnTo>
                  <a:pt x="36425" y="22398"/>
                </a:lnTo>
                <a:lnTo>
                  <a:pt x="36493" y="22387"/>
                </a:lnTo>
                <a:lnTo>
                  <a:pt x="36561" y="22364"/>
                </a:lnTo>
                <a:lnTo>
                  <a:pt x="36607" y="22330"/>
                </a:lnTo>
                <a:lnTo>
                  <a:pt x="36652" y="22273"/>
                </a:lnTo>
                <a:close/>
                <a:moveTo>
                  <a:pt x="69778" y="22239"/>
                </a:moveTo>
                <a:lnTo>
                  <a:pt x="71802" y="23411"/>
                </a:lnTo>
                <a:lnTo>
                  <a:pt x="71791" y="23445"/>
                </a:lnTo>
                <a:lnTo>
                  <a:pt x="71791" y="23491"/>
                </a:lnTo>
                <a:lnTo>
                  <a:pt x="71791" y="23525"/>
                </a:lnTo>
                <a:lnTo>
                  <a:pt x="71802" y="23559"/>
                </a:lnTo>
                <a:lnTo>
                  <a:pt x="71848" y="23627"/>
                </a:lnTo>
                <a:lnTo>
                  <a:pt x="71905" y="23661"/>
                </a:lnTo>
                <a:lnTo>
                  <a:pt x="71939" y="23673"/>
                </a:lnTo>
                <a:lnTo>
                  <a:pt x="71973" y="23684"/>
                </a:lnTo>
                <a:lnTo>
                  <a:pt x="71973" y="26004"/>
                </a:lnTo>
                <a:lnTo>
                  <a:pt x="71928" y="26016"/>
                </a:lnTo>
                <a:lnTo>
                  <a:pt x="71882" y="26039"/>
                </a:lnTo>
                <a:lnTo>
                  <a:pt x="71848" y="26061"/>
                </a:lnTo>
                <a:lnTo>
                  <a:pt x="71814" y="26084"/>
                </a:lnTo>
                <a:lnTo>
                  <a:pt x="71791" y="26118"/>
                </a:lnTo>
                <a:lnTo>
                  <a:pt x="71768" y="26152"/>
                </a:lnTo>
                <a:lnTo>
                  <a:pt x="71757" y="26198"/>
                </a:lnTo>
                <a:lnTo>
                  <a:pt x="71757" y="26243"/>
                </a:lnTo>
                <a:lnTo>
                  <a:pt x="71757" y="26289"/>
                </a:lnTo>
                <a:lnTo>
                  <a:pt x="71768" y="26334"/>
                </a:lnTo>
                <a:lnTo>
                  <a:pt x="69823" y="27461"/>
                </a:lnTo>
                <a:lnTo>
                  <a:pt x="69789" y="27415"/>
                </a:lnTo>
                <a:lnTo>
                  <a:pt x="69744" y="27381"/>
                </a:lnTo>
                <a:lnTo>
                  <a:pt x="69687" y="27358"/>
                </a:lnTo>
                <a:lnTo>
                  <a:pt x="69618" y="27347"/>
                </a:lnTo>
                <a:lnTo>
                  <a:pt x="69562" y="27358"/>
                </a:lnTo>
                <a:lnTo>
                  <a:pt x="69505" y="27381"/>
                </a:lnTo>
                <a:lnTo>
                  <a:pt x="69459" y="27415"/>
                </a:lnTo>
                <a:lnTo>
                  <a:pt x="69414" y="27449"/>
                </a:lnTo>
                <a:lnTo>
                  <a:pt x="67468" y="26323"/>
                </a:lnTo>
                <a:lnTo>
                  <a:pt x="67468" y="26289"/>
                </a:lnTo>
                <a:lnTo>
                  <a:pt x="67480" y="26243"/>
                </a:lnTo>
                <a:lnTo>
                  <a:pt x="67468" y="26198"/>
                </a:lnTo>
                <a:lnTo>
                  <a:pt x="67457" y="26164"/>
                </a:lnTo>
                <a:lnTo>
                  <a:pt x="67446" y="26130"/>
                </a:lnTo>
                <a:lnTo>
                  <a:pt x="67423" y="26095"/>
                </a:lnTo>
                <a:lnTo>
                  <a:pt x="67389" y="26061"/>
                </a:lnTo>
                <a:lnTo>
                  <a:pt x="67355" y="26050"/>
                </a:lnTo>
                <a:lnTo>
                  <a:pt x="67321" y="26027"/>
                </a:lnTo>
                <a:lnTo>
                  <a:pt x="67275" y="26016"/>
                </a:lnTo>
                <a:lnTo>
                  <a:pt x="67275" y="23707"/>
                </a:lnTo>
                <a:lnTo>
                  <a:pt x="67309" y="23695"/>
                </a:lnTo>
                <a:lnTo>
                  <a:pt x="67355" y="23684"/>
                </a:lnTo>
                <a:lnTo>
                  <a:pt x="67389" y="23661"/>
                </a:lnTo>
                <a:lnTo>
                  <a:pt x="67412" y="23627"/>
                </a:lnTo>
                <a:lnTo>
                  <a:pt x="67434" y="23604"/>
                </a:lnTo>
                <a:lnTo>
                  <a:pt x="67457" y="23570"/>
                </a:lnTo>
                <a:lnTo>
                  <a:pt x="67468" y="23525"/>
                </a:lnTo>
                <a:lnTo>
                  <a:pt x="67468" y="23491"/>
                </a:lnTo>
                <a:lnTo>
                  <a:pt x="67468" y="23445"/>
                </a:lnTo>
                <a:lnTo>
                  <a:pt x="67446" y="23411"/>
                </a:lnTo>
                <a:lnTo>
                  <a:pt x="69459" y="22239"/>
                </a:lnTo>
                <a:lnTo>
                  <a:pt x="69493" y="22285"/>
                </a:lnTo>
                <a:lnTo>
                  <a:pt x="69527" y="22307"/>
                </a:lnTo>
                <a:lnTo>
                  <a:pt x="69573" y="22319"/>
                </a:lnTo>
                <a:lnTo>
                  <a:pt x="69618" y="22330"/>
                </a:lnTo>
                <a:lnTo>
                  <a:pt x="69664" y="22319"/>
                </a:lnTo>
                <a:lnTo>
                  <a:pt x="69709" y="22307"/>
                </a:lnTo>
                <a:lnTo>
                  <a:pt x="69755" y="22273"/>
                </a:lnTo>
                <a:lnTo>
                  <a:pt x="69778" y="22239"/>
                </a:lnTo>
                <a:close/>
                <a:moveTo>
                  <a:pt x="3448" y="22262"/>
                </a:moveTo>
                <a:lnTo>
                  <a:pt x="5438" y="23422"/>
                </a:lnTo>
                <a:lnTo>
                  <a:pt x="5427" y="23456"/>
                </a:lnTo>
                <a:lnTo>
                  <a:pt x="5427" y="23491"/>
                </a:lnTo>
                <a:lnTo>
                  <a:pt x="5438" y="23559"/>
                </a:lnTo>
                <a:lnTo>
                  <a:pt x="5473" y="23616"/>
                </a:lnTo>
                <a:lnTo>
                  <a:pt x="5529" y="23661"/>
                </a:lnTo>
                <a:lnTo>
                  <a:pt x="5598" y="23673"/>
                </a:lnTo>
                <a:lnTo>
                  <a:pt x="5598" y="26004"/>
                </a:lnTo>
                <a:lnTo>
                  <a:pt x="5552" y="26016"/>
                </a:lnTo>
                <a:lnTo>
                  <a:pt x="5507" y="26027"/>
                </a:lnTo>
                <a:lnTo>
                  <a:pt x="5473" y="26050"/>
                </a:lnTo>
                <a:lnTo>
                  <a:pt x="5438" y="26084"/>
                </a:lnTo>
                <a:lnTo>
                  <a:pt x="5416" y="26118"/>
                </a:lnTo>
                <a:lnTo>
                  <a:pt x="5393" y="26152"/>
                </a:lnTo>
                <a:lnTo>
                  <a:pt x="5382" y="26198"/>
                </a:lnTo>
                <a:lnTo>
                  <a:pt x="5382" y="26243"/>
                </a:lnTo>
                <a:lnTo>
                  <a:pt x="5382" y="26289"/>
                </a:lnTo>
                <a:lnTo>
                  <a:pt x="5393" y="26334"/>
                </a:lnTo>
                <a:lnTo>
                  <a:pt x="3425" y="27472"/>
                </a:lnTo>
                <a:lnTo>
                  <a:pt x="3391" y="27426"/>
                </a:lnTo>
                <a:lnTo>
                  <a:pt x="3357" y="27404"/>
                </a:lnTo>
                <a:lnTo>
                  <a:pt x="3300" y="27381"/>
                </a:lnTo>
                <a:lnTo>
                  <a:pt x="3254" y="27370"/>
                </a:lnTo>
                <a:lnTo>
                  <a:pt x="3197" y="27381"/>
                </a:lnTo>
                <a:lnTo>
                  <a:pt x="3152" y="27404"/>
                </a:lnTo>
                <a:lnTo>
                  <a:pt x="3106" y="27426"/>
                </a:lnTo>
                <a:lnTo>
                  <a:pt x="3072" y="27472"/>
                </a:lnTo>
                <a:lnTo>
                  <a:pt x="1059" y="26312"/>
                </a:lnTo>
                <a:lnTo>
                  <a:pt x="1070" y="26243"/>
                </a:lnTo>
                <a:lnTo>
                  <a:pt x="1070" y="26209"/>
                </a:lnTo>
                <a:lnTo>
                  <a:pt x="1059" y="26175"/>
                </a:lnTo>
                <a:lnTo>
                  <a:pt x="1025" y="26118"/>
                </a:lnTo>
                <a:lnTo>
                  <a:pt x="968" y="26073"/>
                </a:lnTo>
                <a:lnTo>
                  <a:pt x="900" y="26050"/>
                </a:lnTo>
                <a:lnTo>
                  <a:pt x="900" y="23741"/>
                </a:lnTo>
                <a:lnTo>
                  <a:pt x="945" y="23729"/>
                </a:lnTo>
                <a:lnTo>
                  <a:pt x="991" y="23707"/>
                </a:lnTo>
                <a:lnTo>
                  <a:pt x="1025" y="23684"/>
                </a:lnTo>
                <a:lnTo>
                  <a:pt x="1059" y="23661"/>
                </a:lnTo>
                <a:lnTo>
                  <a:pt x="1093" y="23627"/>
                </a:lnTo>
                <a:lnTo>
                  <a:pt x="1116" y="23582"/>
                </a:lnTo>
                <a:lnTo>
                  <a:pt x="1127" y="23536"/>
                </a:lnTo>
                <a:lnTo>
                  <a:pt x="1127" y="23491"/>
                </a:lnTo>
                <a:lnTo>
                  <a:pt x="1127" y="23434"/>
                </a:lnTo>
                <a:lnTo>
                  <a:pt x="1104" y="23388"/>
                </a:lnTo>
                <a:lnTo>
                  <a:pt x="3050" y="22262"/>
                </a:lnTo>
                <a:lnTo>
                  <a:pt x="3084" y="22307"/>
                </a:lnTo>
                <a:lnTo>
                  <a:pt x="3129" y="22353"/>
                </a:lnTo>
                <a:lnTo>
                  <a:pt x="3186" y="22376"/>
                </a:lnTo>
                <a:lnTo>
                  <a:pt x="3254" y="22376"/>
                </a:lnTo>
                <a:lnTo>
                  <a:pt x="3311" y="22364"/>
                </a:lnTo>
                <a:lnTo>
                  <a:pt x="3368" y="22353"/>
                </a:lnTo>
                <a:lnTo>
                  <a:pt x="3414" y="22307"/>
                </a:lnTo>
                <a:lnTo>
                  <a:pt x="3448" y="22262"/>
                </a:lnTo>
                <a:close/>
                <a:moveTo>
                  <a:pt x="22399" y="22262"/>
                </a:moveTo>
                <a:lnTo>
                  <a:pt x="24413" y="23422"/>
                </a:lnTo>
                <a:lnTo>
                  <a:pt x="24401" y="23491"/>
                </a:lnTo>
                <a:lnTo>
                  <a:pt x="24413" y="23547"/>
                </a:lnTo>
                <a:lnTo>
                  <a:pt x="24447" y="23604"/>
                </a:lnTo>
                <a:lnTo>
                  <a:pt x="24504" y="23638"/>
                </a:lnTo>
                <a:lnTo>
                  <a:pt x="24560" y="23661"/>
                </a:lnTo>
                <a:lnTo>
                  <a:pt x="24560" y="26050"/>
                </a:lnTo>
                <a:lnTo>
                  <a:pt x="24526" y="26050"/>
                </a:lnTo>
                <a:lnTo>
                  <a:pt x="24492" y="26061"/>
                </a:lnTo>
                <a:lnTo>
                  <a:pt x="24435" y="26107"/>
                </a:lnTo>
                <a:lnTo>
                  <a:pt x="24390" y="26175"/>
                </a:lnTo>
                <a:lnTo>
                  <a:pt x="24378" y="26209"/>
                </a:lnTo>
                <a:lnTo>
                  <a:pt x="24378" y="26243"/>
                </a:lnTo>
                <a:lnTo>
                  <a:pt x="24378" y="26278"/>
                </a:lnTo>
                <a:lnTo>
                  <a:pt x="24390" y="26312"/>
                </a:lnTo>
                <a:lnTo>
                  <a:pt x="22388" y="27472"/>
                </a:lnTo>
                <a:lnTo>
                  <a:pt x="22354" y="27438"/>
                </a:lnTo>
                <a:lnTo>
                  <a:pt x="22308" y="27404"/>
                </a:lnTo>
                <a:lnTo>
                  <a:pt x="22263" y="27381"/>
                </a:lnTo>
                <a:lnTo>
                  <a:pt x="22160" y="27381"/>
                </a:lnTo>
                <a:lnTo>
                  <a:pt x="22103" y="27404"/>
                </a:lnTo>
                <a:lnTo>
                  <a:pt x="22069" y="27426"/>
                </a:lnTo>
                <a:lnTo>
                  <a:pt x="22035" y="27472"/>
                </a:lnTo>
                <a:lnTo>
                  <a:pt x="20033" y="26312"/>
                </a:lnTo>
                <a:lnTo>
                  <a:pt x="20044" y="26243"/>
                </a:lnTo>
                <a:lnTo>
                  <a:pt x="20033" y="26209"/>
                </a:lnTo>
                <a:lnTo>
                  <a:pt x="20033" y="26175"/>
                </a:lnTo>
                <a:lnTo>
                  <a:pt x="19988" y="26107"/>
                </a:lnTo>
                <a:lnTo>
                  <a:pt x="19931" y="26073"/>
                </a:lnTo>
                <a:lnTo>
                  <a:pt x="19862" y="26050"/>
                </a:lnTo>
                <a:lnTo>
                  <a:pt x="19862" y="23684"/>
                </a:lnTo>
                <a:lnTo>
                  <a:pt x="19931" y="23673"/>
                </a:lnTo>
                <a:lnTo>
                  <a:pt x="19988" y="23627"/>
                </a:lnTo>
                <a:lnTo>
                  <a:pt x="20033" y="23559"/>
                </a:lnTo>
                <a:lnTo>
                  <a:pt x="20044" y="23525"/>
                </a:lnTo>
                <a:lnTo>
                  <a:pt x="20044" y="23491"/>
                </a:lnTo>
                <a:lnTo>
                  <a:pt x="20044" y="23445"/>
                </a:lnTo>
                <a:lnTo>
                  <a:pt x="20033" y="23411"/>
                </a:lnTo>
                <a:lnTo>
                  <a:pt x="22012" y="22262"/>
                </a:lnTo>
                <a:lnTo>
                  <a:pt x="22058" y="22307"/>
                </a:lnTo>
                <a:lnTo>
                  <a:pt x="22103" y="22342"/>
                </a:lnTo>
                <a:lnTo>
                  <a:pt x="22149" y="22364"/>
                </a:lnTo>
                <a:lnTo>
                  <a:pt x="22206" y="22376"/>
                </a:lnTo>
                <a:lnTo>
                  <a:pt x="22274" y="22364"/>
                </a:lnTo>
                <a:lnTo>
                  <a:pt x="22319" y="22342"/>
                </a:lnTo>
                <a:lnTo>
                  <a:pt x="22365" y="22307"/>
                </a:lnTo>
                <a:lnTo>
                  <a:pt x="22399" y="22262"/>
                </a:lnTo>
                <a:close/>
                <a:moveTo>
                  <a:pt x="41351" y="22251"/>
                </a:moveTo>
                <a:lnTo>
                  <a:pt x="43296" y="23377"/>
                </a:lnTo>
                <a:lnTo>
                  <a:pt x="43284" y="23434"/>
                </a:lnTo>
                <a:lnTo>
                  <a:pt x="43273" y="23491"/>
                </a:lnTo>
                <a:lnTo>
                  <a:pt x="43284" y="23536"/>
                </a:lnTo>
                <a:lnTo>
                  <a:pt x="43296" y="23593"/>
                </a:lnTo>
                <a:lnTo>
                  <a:pt x="43318" y="23627"/>
                </a:lnTo>
                <a:lnTo>
                  <a:pt x="43353" y="23673"/>
                </a:lnTo>
                <a:lnTo>
                  <a:pt x="43387" y="23707"/>
                </a:lnTo>
                <a:lnTo>
                  <a:pt x="43432" y="23729"/>
                </a:lnTo>
                <a:lnTo>
                  <a:pt x="43478" y="23741"/>
                </a:lnTo>
                <a:lnTo>
                  <a:pt x="43523" y="23752"/>
                </a:lnTo>
                <a:lnTo>
                  <a:pt x="43523" y="26004"/>
                </a:lnTo>
                <a:lnTo>
                  <a:pt x="43478" y="26016"/>
                </a:lnTo>
                <a:lnTo>
                  <a:pt x="43432" y="26027"/>
                </a:lnTo>
                <a:lnTo>
                  <a:pt x="43398" y="26050"/>
                </a:lnTo>
                <a:lnTo>
                  <a:pt x="43364" y="26084"/>
                </a:lnTo>
                <a:lnTo>
                  <a:pt x="43330" y="26118"/>
                </a:lnTo>
                <a:lnTo>
                  <a:pt x="43318" y="26152"/>
                </a:lnTo>
                <a:lnTo>
                  <a:pt x="43296" y="26198"/>
                </a:lnTo>
                <a:lnTo>
                  <a:pt x="43296" y="26243"/>
                </a:lnTo>
                <a:lnTo>
                  <a:pt x="43296" y="26289"/>
                </a:lnTo>
                <a:lnTo>
                  <a:pt x="43318" y="26334"/>
                </a:lnTo>
                <a:lnTo>
                  <a:pt x="41362" y="27472"/>
                </a:lnTo>
                <a:lnTo>
                  <a:pt x="41328" y="27426"/>
                </a:lnTo>
                <a:lnTo>
                  <a:pt x="41282" y="27392"/>
                </a:lnTo>
                <a:lnTo>
                  <a:pt x="41225" y="27370"/>
                </a:lnTo>
                <a:lnTo>
                  <a:pt x="41112" y="27370"/>
                </a:lnTo>
                <a:lnTo>
                  <a:pt x="41066" y="27392"/>
                </a:lnTo>
                <a:lnTo>
                  <a:pt x="41021" y="27426"/>
                </a:lnTo>
                <a:lnTo>
                  <a:pt x="40987" y="27461"/>
                </a:lnTo>
                <a:lnTo>
                  <a:pt x="39007" y="26312"/>
                </a:lnTo>
                <a:lnTo>
                  <a:pt x="39019" y="26243"/>
                </a:lnTo>
                <a:lnTo>
                  <a:pt x="39007" y="26209"/>
                </a:lnTo>
                <a:lnTo>
                  <a:pt x="38996" y="26164"/>
                </a:lnTo>
                <a:lnTo>
                  <a:pt x="38962" y="26107"/>
                </a:lnTo>
                <a:lnTo>
                  <a:pt x="38905" y="26061"/>
                </a:lnTo>
                <a:lnTo>
                  <a:pt x="38871" y="26039"/>
                </a:lnTo>
                <a:lnTo>
                  <a:pt x="38825" y="26039"/>
                </a:lnTo>
                <a:lnTo>
                  <a:pt x="38825" y="23695"/>
                </a:lnTo>
                <a:lnTo>
                  <a:pt x="38893" y="23673"/>
                </a:lnTo>
                <a:lnTo>
                  <a:pt x="38950" y="23627"/>
                </a:lnTo>
                <a:lnTo>
                  <a:pt x="38996" y="23559"/>
                </a:lnTo>
                <a:lnTo>
                  <a:pt x="38996" y="23525"/>
                </a:lnTo>
                <a:lnTo>
                  <a:pt x="39007" y="23491"/>
                </a:lnTo>
                <a:lnTo>
                  <a:pt x="38996" y="23445"/>
                </a:lnTo>
                <a:lnTo>
                  <a:pt x="38996" y="23411"/>
                </a:lnTo>
                <a:lnTo>
                  <a:pt x="40998" y="22262"/>
                </a:lnTo>
                <a:lnTo>
                  <a:pt x="41021" y="22296"/>
                </a:lnTo>
                <a:lnTo>
                  <a:pt x="41066" y="22330"/>
                </a:lnTo>
                <a:lnTo>
                  <a:pt x="41112" y="22342"/>
                </a:lnTo>
                <a:lnTo>
                  <a:pt x="41169" y="22353"/>
                </a:lnTo>
                <a:lnTo>
                  <a:pt x="41225" y="22342"/>
                </a:lnTo>
                <a:lnTo>
                  <a:pt x="41271" y="22330"/>
                </a:lnTo>
                <a:lnTo>
                  <a:pt x="41316" y="22296"/>
                </a:lnTo>
                <a:lnTo>
                  <a:pt x="41351" y="22251"/>
                </a:lnTo>
                <a:close/>
                <a:moveTo>
                  <a:pt x="60336" y="22262"/>
                </a:moveTo>
                <a:lnTo>
                  <a:pt x="62338" y="23422"/>
                </a:lnTo>
                <a:lnTo>
                  <a:pt x="62327" y="23456"/>
                </a:lnTo>
                <a:lnTo>
                  <a:pt x="62315" y="23491"/>
                </a:lnTo>
                <a:lnTo>
                  <a:pt x="62338" y="23559"/>
                </a:lnTo>
                <a:lnTo>
                  <a:pt x="62372" y="23616"/>
                </a:lnTo>
                <a:lnTo>
                  <a:pt x="62418" y="23661"/>
                </a:lnTo>
                <a:lnTo>
                  <a:pt x="62486" y="23673"/>
                </a:lnTo>
                <a:lnTo>
                  <a:pt x="62486" y="26004"/>
                </a:lnTo>
                <a:lnTo>
                  <a:pt x="62441" y="26016"/>
                </a:lnTo>
                <a:lnTo>
                  <a:pt x="62406" y="26027"/>
                </a:lnTo>
                <a:lnTo>
                  <a:pt x="62361" y="26050"/>
                </a:lnTo>
                <a:lnTo>
                  <a:pt x="62338" y="26084"/>
                </a:lnTo>
                <a:lnTo>
                  <a:pt x="62304" y="26118"/>
                </a:lnTo>
                <a:lnTo>
                  <a:pt x="62293" y="26152"/>
                </a:lnTo>
                <a:lnTo>
                  <a:pt x="62270" y="26198"/>
                </a:lnTo>
                <a:lnTo>
                  <a:pt x="62270" y="26243"/>
                </a:lnTo>
                <a:lnTo>
                  <a:pt x="62270" y="26289"/>
                </a:lnTo>
                <a:lnTo>
                  <a:pt x="62293" y="26334"/>
                </a:lnTo>
                <a:lnTo>
                  <a:pt x="60325" y="27472"/>
                </a:lnTo>
                <a:lnTo>
                  <a:pt x="60291" y="27426"/>
                </a:lnTo>
                <a:lnTo>
                  <a:pt x="60245" y="27404"/>
                </a:lnTo>
                <a:lnTo>
                  <a:pt x="60200" y="27381"/>
                </a:lnTo>
                <a:lnTo>
                  <a:pt x="60143" y="27370"/>
                </a:lnTo>
                <a:lnTo>
                  <a:pt x="60086" y="27381"/>
                </a:lnTo>
                <a:lnTo>
                  <a:pt x="60040" y="27404"/>
                </a:lnTo>
                <a:lnTo>
                  <a:pt x="59995" y="27426"/>
                </a:lnTo>
                <a:lnTo>
                  <a:pt x="59961" y="27472"/>
                </a:lnTo>
                <a:lnTo>
                  <a:pt x="57959" y="26312"/>
                </a:lnTo>
                <a:lnTo>
                  <a:pt x="57970" y="26243"/>
                </a:lnTo>
                <a:lnTo>
                  <a:pt x="57959" y="26209"/>
                </a:lnTo>
                <a:lnTo>
                  <a:pt x="57947" y="26175"/>
                </a:lnTo>
                <a:lnTo>
                  <a:pt x="57913" y="26118"/>
                </a:lnTo>
                <a:lnTo>
                  <a:pt x="57856" y="26073"/>
                </a:lnTo>
                <a:lnTo>
                  <a:pt x="57799" y="26050"/>
                </a:lnTo>
                <a:lnTo>
                  <a:pt x="57799" y="23741"/>
                </a:lnTo>
                <a:lnTo>
                  <a:pt x="57845" y="23729"/>
                </a:lnTo>
                <a:lnTo>
                  <a:pt x="57879" y="23707"/>
                </a:lnTo>
                <a:lnTo>
                  <a:pt x="57924" y="23684"/>
                </a:lnTo>
                <a:lnTo>
                  <a:pt x="57959" y="23661"/>
                </a:lnTo>
                <a:lnTo>
                  <a:pt x="57981" y="23627"/>
                </a:lnTo>
                <a:lnTo>
                  <a:pt x="58004" y="23582"/>
                </a:lnTo>
                <a:lnTo>
                  <a:pt x="58015" y="23536"/>
                </a:lnTo>
                <a:lnTo>
                  <a:pt x="58015" y="23491"/>
                </a:lnTo>
                <a:lnTo>
                  <a:pt x="58015" y="23434"/>
                </a:lnTo>
                <a:lnTo>
                  <a:pt x="58004" y="23388"/>
                </a:lnTo>
                <a:lnTo>
                  <a:pt x="59938" y="22262"/>
                </a:lnTo>
                <a:lnTo>
                  <a:pt x="59983" y="22307"/>
                </a:lnTo>
                <a:lnTo>
                  <a:pt x="60029" y="22353"/>
                </a:lnTo>
                <a:lnTo>
                  <a:pt x="60074" y="22376"/>
                </a:lnTo>
                <a:lnTo>
                  <a:pt x="60143" y="22376"/>
                </a:lnTo>
                <a:lnTo>
                  <a:pt x="60200" y="22364"/>
                </a:lnTo>
                <a:lnTo>
                  <a:pt x="60256" y="22353"/>
                </a:lnTo>
                <a:lnTo>
                  <a:pt x="60302" y="22307"/>
                </a:lnTo>
                <a:lnTo>
                  <a:pt x="60336" y="22262"/>
                </a:lnTo>
                <a:close/>
                <a:moveTo>
                  <a:pt x="79299" y="22262"/>
                </a:moveTo>
                <a:lnTo>
                  <a:pt x="81312" y="23422"/>
                </a:lnTo>
                <a:lnTo>
                  <a:pt x="81301" y="23491"/>
                </a:lnTo>
                <a:lnTo>
                  <a:pt x="81312" y="23547"/>
                </a:lnTo>
                <a:lnTo>
                  <a:pt x="81346" y="23604"/>
                </a:lnTo>
                <a:lnTo>
                  <a:pt x="81392" y="23638"/>
                </a:lnTo>
                <a:lnTo>
                  <a:pt x="81449" y="23661"/>
                </a:lnTo>
                <a:lnTo>
                  <a:pt x="81449" y="26050"/>
                </a:lnTo>
                <a:lnTo>
                  <a:pt x="81415" y="26050"/>
                </a:lnTo>
                <a:lnTo>
                  <a:pt x="81381" y="26061"/>
                </a:lnTo>
                <a:lnTo>
                  <a:pt x="81324" y="26107"/>
                </a:lnTo>
                <a:lnTo>
                  <a:pt x="81278" y="26175"/>
                </a:lnTo>
                <a:lnTo>
                  <a:pt x="81278" y="26209"/>
                </a:lnTo>
                <a:lnTo>
                  <a:pt x="81267" y="26243"/>
                </a:lnTo>
                <a:lnTo>
                  <a:pt x="81278" y="26278"/>
                </a:lnTo>
                <a:lnTo>
                  <a:pt x="81278" y="26312"/>
                </a:lnTo>
                <a:lnTo>
                  <a:pt x="79287" y="27472"/>
                </a:lnTo>
                <a:lnTo>
                  <a:pt x="79242" y="27438"/>
                </a:lnTo>
                <a:lnTo>
                  <a:pt x="79208" y="27404"/>
                </a:lnTo>
                <a:lnTo>
                  <a:pt x="79151" y="27381"/>
                </a:lnTo>
                <a:lnTo>
                  <a:pt x="79049" y="27381"/>
                </a:lnTo>
                <a:lnTo>
                  <a:pt x="79003" y="27404"/>
                </a:lnTo>
                <a:lnTo>
                  <a:pt x="78958" y="27426"/>
                </a:lnTo>
                <a:lnTo>
                  <a:pt x="78923" y="27472"/>
                </a:lnTo>
                <a:lnTo>
                  <a:pt x="76921" y="26312"/>
                </a:lnTo>
                <a:lnTo>
                  <a:pt x="76933" y="26243"/>
                </a:lnTo>
                <a:lnTo>
                  <a:pt x="76933" y="26209"/>
                </a:lnTo>
                <a:lnTo>
                  <a:pt x="76921" y="26175"/>
                </a:lnTo>
                <a:lnTo>
                  <a:pt x="76887" y="26107"/>
                </a:lnTo>
                <a:lnTo>
                  <a:pt x="76830" y="26073"/>
                </a:lnTo>
                <a:lnTo>
                  <a:pt x="76762" y="26050"/>
                </a:lnTo>
                <a:lnTo>
                  <a:pt x="76762" y="23684"/>
                </a:lnTo>
                <a:lnTo>
                  <a:pt x="76830" y="23673"/>
                </a:lnTo>
                <a:lnTo>
                  <a:pt x="76887" y="23627"/>
                </a:lnTo>
                <a:lnTo>
                  <a:pt x="76921" y="23559"/>
                </a:lnTo>
                <a:lnTo>
                  <a:pt x="76933" y="23525"/>
                </a:lnTo>
                <a:lnTo>
                  <a:pt x="76933" y="23491"/>
                </a:lnTo>
                <a:lnTo>
                  <a:pt x="76933" y="23445"/>
                </a:lnTo>
                <a:lnTo>
                  <a:pt x="76921" y="23411"/>
                </a:lnTo>
                <a:lnTo>
                  <a:pt x="78912" y="22262"/>
                </a:lnTo>
                <a:lnTo>
                  <a:pt x="78946" y="22307"/>
                </a:lnTo>
                <a:lnTo>
                  <a:pt x="78992" y="22342"/>
                </a:lnTo>
                <a:lnTo>
                  <a:pt x="79037" y="22364"/>
                </a:lnTo>
                <a:lnTo>
                  <a:pt x="79105" y="22376"/>
                </a:lnTo>
                <a:lnTo>
                  <a:pt x="79162" y="22364"/>
                </a:lnTo>
                <a:lnTo>
                  <a:pt x="79219" y="22342"/>
                </a:lnTo>
                <a:lnTo>
                  <a:pt x="79265" y="22307"/>
                </a:lnTo>
                <a:lnTo>
                  <a:pt x="79299" y="22262"/>
                </a:lnTo>
                <a:close/>
                <a:moveTo>
                  <a:pt x="8203" y="22273"/>
                </a:moveTo>
                <a:lnTo>
                  <a:pt x="10159" y="23400"/>
                </a:lnTo>
                <a:lnTo>
                  <a:pt x="10148" y="23445"/>
                </a:lnTo>
                <a:lnTo>
                  <a:pt x="10148" y="23491"/>
                </a:lnTo>
                <a:lnTo>
                  <a:pt x="10148" y="23525"/>
                </a:lnTo>
                <a:lnTo>
                  <a:pt x="10159" y="23570"/>
                </a:lnTo>
                <a:lnTo>
                  <a:pt x="10171" y="23604"/>
                </a:lnTo>
                <a:lnTo>
                  <a:pt x="10205" y="23638"/>
                </a:lnTo>
                <a:lnTo>
                  <a:pt x="10227" y="23661"/>
                </a:lnTo>
                <a:lnTo>
                  <a:pt x="10262" y="23684"/>
                </a:lnTo>
                <a:lnTo>
                  <a:pt x="10296" y="23695"/>
                </a:lnTo>
                <a:lnTo>
                  <a:pt x="10341" y="23707"/>
                </a:lnTo>
                <a:lnTo>
                  <a:pt x="10341" y="26016"/>
                </a:lnTo>
                <a:lnTo>
                  <a:pt x="10296" y="26027"/>
                </a:lnTo>
                <a:lnTo>
                  <a:pt x="10262" y="26039"/>
                </a:lnTo>
                <a:lnTo>
                  <a:pt x="10227" y="26061"/>
                </a:lnTo>
                <a:lnTo>
                  <a:pt x="10193" y="26095"/>
                </a:lnTo>
                <a:lnTo>
                  <a:pt x="10171" y="26130"/>
                </a:lnTo>
                <a:lnTo>
                  <a:pt x="10148" y="26164"/>
                </a:lnTo>
                <a:lnTo>
                  <a:pt x="10136" y="26198"/>
                </a:lnTo>
                <a:lnTo>
                  <a:pt x="10136" y="26243"/>
                </a:lnTo>
                <a:lnTo>
                  <a:pt x="10136" y="26289"/>
                </a:lnTo>
                <a:lnTo>
                  <a:pt x="10148" y="26323"/>
                </a:lnTo>
                <a:lnTo>
                  <a:pt x="8146" y="27483"/>
                </a:lnTo>
                <a:lnTo>
                  <a:pt x="8112" y="27449"/>
                </a:lnTo>
                <a:lnTo>
                  <a:pt x="8077" y="27426"/>
                </a:lnTo>
                <a:lnTo>
                  <a:pt x="8032" y="27415"/>
                </a:lnTo>
                <a:lnTo>
                  <a:pt x="7986" y="27404"/>
                </a:lnTo>
                <a:lnTo>
                  <a:pt x="7941" y="27415"/>
                </a:lnTo>
                <a:lnTo>
                  <a:pt x="7907" y="27426"/>
                </a:lnTo>
                <a:lnTo>
                  <a:pt x="7861" y="27449"/>
                </a:lnTo>
                <a:lnTo>
                  <a:pt x="7839" y="27483"/>
                </a:lnTo>
                <a:lnTo>
                  <a:pt x="5837" y="26334"/>
                </a:lnTo>
                <a:lnTo>
                  <a:pt x="5859" y="26289"/>
                </a:lnTo>
                <a:lnTo>
                  <a:pt x="5859" y="26243"/>
                </a:lnTo>
                <a:lnTo>
                  <a:pt x="5859" y="26198"/>
                </a:lnTo>
                <a:lnTo>
                  <a:pt x="5837" y="26152"/>
                </a:lnTo>
                <a:lnTo>
                  <a:pt x="5825" y="26118"/>
                </a:lnTo>
                <a:lnTo>
                  <a:pt x="5791" y="26084"/>
                </a:lnTo>
                <a:lnTo>
                  <a:pt x="5768" y="26061"/>
                </a:lnTo>
                <a:lnTo>
                  <a:pt x="5723" y="26039"/>
                </a:lnTo>
                <a:lnTo>
                  <a:pt x="5689" y="26016"/>
                </a:lnTo>
                <a:lnTo>
                  <a:pt x="5643" y="26004"/>
                </a:lnTo>
                <a:lnTo>
                  <a:pt x="5643" y="23673"/>
                </a:lnTo>
                <a:lnTo>
                  <a:pt x="5711" y="23661"/>
                </a:lnTo>
                <a:lnTo>
                  <a:pt x="5757" y="23616"/>
                </a:lnTo>
                <a:lnTo>
                  <a:pt x="5802" y="23559"/>
                </a:lnTo>
                <a:lnTo>
                  <a:pt x="5814" y="23491"/>
                </a:lnTo>
                <a:lnTo>
                  <a:pt x="5802" y="23456"/>
                </a:lnTo>
                <a:lnTo>
                  <a:pt x="5791" y="23422"/>
                </a:lnTo>
                <a:lnTo>
                  <a:pt x="7770" y="22273"/>
                </a:lnTo>
                <a:lnTo>
                  <a:pt x="7816" y="22319"/>
                </a:lnTo>
                <a:lnTo>
                  <a:pt x="7861" y="22364"/>
                </a:lnTo>
                <a:lnTo>
                  <a:pt x="7930" y="22387"/>
                </a:lnTo>
                <a:lnTo>
                  <a:pt x="7986" y="22398"/>
                </a:lnTo>
                <a:lnTo>
                  <a:pt x="8055" y="22387"/>
                </a:lnTo>
                <a:lnTo>
                  <a:pt x="8112" y="22364"/>
                </a:lnTo>
                <a:lnTo>
                  <a:pt x="8168" y="22319"/>
                </a:lnTo>
                <a:lnTo>
                  <a:pt x="8203" y="22273"/>
                </a:lnTo>
                <a:close/>
                <a:moveTo>
                  <a:pt x="65091" y="22273"/>
                </a:moveTo>
                <a:lnTo>
                  <a:pt x="67048" y="23400"/>
                </a:lnTo>
                <a:lnTo>
                  <a:pt x="67036" y="23445"/>
                </a:lnTo>
                <a:lnTo>
                  <a:pt x="67036" y="23491"/>
                </a:lnTo>
                <a:lnTo>
                  <a:pt x="67036" y="23525"/>
                </a:lnTo>
                <a:lnTo>
                  <a:pt x="67048" y="23570"/>
                </a:lnTo>
                <a:lnTo>
                  <a:pt x="67070" y="23604"/>
                </a:lnTo>
                <a:lnTo>
                  <a:pt x="67093" y="23638"/>
                </a:lnTo>
                <a:lnTo>
                  <a:pt x="67116" y="23661"/>
                </a:lnTo>
                <a:lnTo>
                  <a:pt x="67150" y="23684"/>
                </a:lnTo>
                <a:lnTo>
                  <a:pt x="67195" y="23695"/>
                </a:lnTo>
                <a:lnTo>
                  <a:pt x="67230" y="23707"/>
                </a:lnTo>
                <a:lnTo>
                  <a:pt x="67230" y="26016"/>
                </a:lnTo>
                <a:lnTo>
                  <a:pt x="67184" y="26027"/>
                </a:lnTo>
                <a:lnTo>
                  <a:pt x="67150" y="26039"/>
                </a:lnTo>
                <a:lnTo>
                  <a:pt x="67116" y="26061"/>
                </a:lnTo>
                <a:lnTo>
                  <a:pt x="67082" y="26095"/>
                </a:lnTo>
                <a:lnTo>
                  <a:pt x="67059" y="26130"/>
                </a:lnTo>
                <a:lnTo>
                  <a:pt x="67036" y="26164"/>
                </a:lnTo>
                <a:lnTo>
                  <a:pt x="67025" y="26198"/>
                </a:lnTo>
                <a:lnTo>
                  <a:pt x="67025" y="26243"/>
                </a:lnTo>
                <a:lnTo>
                  <a:pt x="67025" y="26289"/>
                </a:lnTo>
                <a:lnTo>
                  <a:pt x="67036" y="26323"/>
                </a:lnTo>
                <a:lnTo>
                  <a:pt x="65034" y="27483"/>
                </a:lnTo>
                <a:lnTo>
                  <a:pt x="65000" y="27449"/>
                </a:lnTo>
                <a:lnTo>
                  <a:pt x="64966" y="27426"/>
                </a:lnTo>
                <a:lnTo>
                  <a:pt x="64932" y="27415"/>
                </a:lnTo>
                <a:lnTo>
                  <a:pt x="64886" y="27404"/>
                </a:lnTo>
                <a:lnTo>
                  <a:pt x="64829" y="27415"/>
                </a:lnTo>
                <a:lnTo>
                  <a:pt x="64795" y="27426"/>
                </a:lnTo>
                <a:lnTo>
                  <a:pt x="64761" y="27449"/>
                </a:lnTo>
                <a:lnTo>
                  <a:pt x="64727" y="27483"/>
                </a:lnTo>
                <a:lnTo>
                  <a:pt x="62736" y="26334"/>
                </a:lnTo>
                <a:lnTo>
                  <a:pt x="62748" y="26289"/>
                </a:lnTo>
                <a:lnTo>
                  <a:pt x="62748" y="26243"/>
                </a:lnTo>
                <a:lnTo>
                  <a:pt x="62748" y="26198"/>
                </a:lnTo>
                <a:lnTo>
                  <a:pt x="62736" y="26152"/>
                </a:lnTo>
                <a:lnTo>
                  <a:pt x="62714" y="26118"/>
                </a:lnTo>
                <a:lnTo>
                  <a:pt x="62691" y="26084"/>
                </a:lnTo>
                <a:lnTo>
                  <a:pt x="62657" y="26061"/>
                </a:lnTo>
                <a:lnTo>
                  <a:pt x="62623" y="26039"/>
                </a:lnTo>
                <a:lnTo>
                  <a:pt x="62577" y="26016"/>
                </a:lnTo>
                <a:lnTo>
                  <a:pt x="62532" y="26004"/>
                </a:lnTo>
                <a:lnTo>
                  <a:pt x="62532" y="23673"/>
                </a:lnTo>
                <a:lnTo>
                  <a:pt x="62600" y="23661"/>
                </a:lnTo>
                <a:lnTo>
                  <a:pt x="62657" y="23616"/>
                </a:lnTo>
                <a:lnTo>
                  <a:pt x="62691" y="23559"/>
                </a:lnTo>
                <a:lnTo>
                  <a:pt x="62702" y="23491"/>
                </a:lnTo>
                <a:lnTo>
                  <a:pt x="62702" y="23456"/>
                </a:lnTo>
                <a:lnTo>
                  <a:pt x="62691" y="23422"/>
                </a:lnTo>
                <a:lnTo>
                  <a:pt x="64670" y="22273"/>
                </a:lnTo>
                <a:lnTo>
                  <a:pt x="64704" y="22319"/>
                </a:lnTo>
                <a:lnTo>
                  <a:pt x="64761" y="22364"/>
                </a:lnTo>
                <a:lnTo>
                  <a:pt x="64818" y="22387"/>
                </a:lnTo>
                <a:lnTo>
                  <a:pt x="64886" y="22398"/>
                </a:lnTo>
                <a:lnTo>
                  <a:pt x="64943" y="22387"/>
                </a:lnTo>
                <a:lnTo>
                  <a:pt x="65000" y="22364"/>
                </a:lnTo>
                <a:lnTo>
                  <a:pt x="65057" y="22319"/>
                </a:lnTo>
                <a:lnTo>
                  <a:pt x="65091" y="22273"/>
                </a:lnTo>
                <a:close/>
                <a:moveTo>
                  <a:pt x="17633" y="22251"/>
                </a:moveTo>
                <a:lnTo>
                  <a:pt x="19646" y="23411"/>
                </a:lnTo>
                <a:lnTo>
                  <a:pt x="19635" y="23445"/>
                </a:lnTo>
                <a:lnTo>
                  <a:pt x="19635" y="23491"/>
                </a:lnTo>
                <a:lnTo>
                  <a:pt x="19635" y="23525"/>
                </a:lnTo>
                <a:lnTo>
                  <a:pt x="19646" y="23559"/>
                </a:lnTo>
                <a:lnTo>
                  <a:pt x="19669" y="23593"/>
                </a:lnTo>
                <a:lnTo>
                  <a:pt x="19692" y="23627"/>
                </a:lnTo>
                <a:lnTo>
                  <a:pt x="19749" y="23673"/>
                </a:lnTo>
                <a:lnTo>
                  <a:pt x="19783" y="23684"/>
                </a:lnTo>
                <a:lnTo>
                  <a:pt x="19817" y="23695"/>
                </a:lnTo>
                <a:lnTo>
                  <a:pt x="19817" y="26050"/>
                </a:lnTo>
                <a:lnTo>
                  <a:pt x="19783" y="26050"/>
                </a:lnTo>
                <a:lnTo>
                  <a:pt x="19749" y="26061"/>
                </a:lnTo>
                <a:lnTo>
                  <a:pt x="19692" y="26107"/>
                </a:lnTo>
                <a:lnTo>
                  <a:pt x="19646" y="26175"/>
                </a:lnTo>
                <a:lnTo>
                  <a:pt x="19635" y="26209"/>
                </a:lnTo>
                <a:lnTo>
                  <a:pt x="19635" y="26243"/>
                </a:lnTo>
                <a:lnTo>
                  <a:pt x="19635" y="26278"/>
                </a:lnTo>
                <a:lnTo>
                  <a:pt x="19646" y="26312"/>
                </a:lnTo>
                <a:lnTo>
                  <a:pt x="17610" y="27495"/>
                </a:lnTo>
                <a:lnTo>
                  <a:pt x="17587" y="27461"/>
                </a:lnTo>
                <a:lnTo>
                  <a:pt x="17553" y="27438"/>
                </a:lnTo>
                <a:lnTo>
                  <a:pt x="17508" y="27415"/>
                </a:lnTo>
                <a:lnTo>
                  <a:pt x="17428" y="27415"/>
                </a:lnTo>
                <a:lnTo>
                  <a:pt x="17383" y="27438"/>
                </a:lnTo>
                <a:lnTo>
                  <a:pt x="17348" y="27461"/>
                </a:lnTo>
                <a:lnTo>
                  <a:pt x="17326" y="27483"/>
                </a:lnTo>
                <a:lnTo>
                  <a:pt x="15324" y="26334"/>
                </a:lnTo>
                <a:lnTo>
                  <a:pt x="15335" y="26289"/>
                </a:lnTo>
                <a:lnTo>
                  <a:pt x="15335" y="26243"/>
                </a:lnTo>
                <a:lnTo>
                  <a:pt x="15335" y="26198"/>
                </a:lnTo>
                <a:lnTo>
                  <a:pt x="15324" y="26164"/>
                </a:lnTo>
                <a:lnTo>
                  <a:pt x="15301" y="26118"/>
                </a:lnTo>
                <a:lnTo>
                  <a:pt x="15278" y="26084"/>
                </a:lnTo>
                <a:lnTo>
                  <a:pt x="15244" y="26061"/>
                </a:lnTo>
                <a:lnTo>
                  <a:pt x="15210" y="26039"/>
                </a:lnTo>
                <a:lnTo>
                  <a:pt x="15164" y="26016"/>
                </a:lnTo>
                <a:lnTo>
                  <a:pt x="15130" y="26016"/>
                </a:lnTo>
                <a:lnTo>
                  <a:pt x="15130" y="23684"/>
                </a:lnTo>
                <a:lnTo>
                  <a:pt x="15198" y="23661"/>
                </a:lnTo>
                <a:lnTo>
                  <a:pt x="15244" y="23616"/>
                </a:lnTo>
                <a:lnTo>
                  <a:pt x="15289" y="23559"/>
                </a:lnTo>
                <a:lnTo>
                  <a:pt x="15289" y="23525"/>
                </a:lnTo>
                <a:lnTo>
                  <a:pt x="15301" y="23491"/>
                </a:lnTo>
                <a:lnTo>
                  <a:pt x="15289" y="23445"/>
                </a:lnTo>
                <a:lnTo>
                  <a:pt x="15289" y="23411"/>
                </a:lnTo>
                <a:lnTo>
                  <a:pt x="17303" y="22251"/>
                </a:lnTo>
                <a:lnTo>
                  <a:pt x="17337" y="22285"/>
                </a:lnTo>
                <a:lnTo>
                  <a:pt x="17371" y="22319"/>
                </a:lnTo>
                <a:lnTo>
                  <a:pt x="17417" y="22330"/>
                </a:lnTo>
                <a:lnTo>
                  <a:pt x="17474" y="22342"/>
                </a:lnTo>
                <a:lnTo>
                  <a:pt x="17519" y="22330"/>
                </a:lnTo>
                <a:lnTo>
                  <a:pt x="17565" y="22319"/>
                </a:lnTo>
                <a:lnTo>
                  <a:pt x="17610" y="22285"/>
                </a:lnTo>
                <a:lnTo>
                  <a:pt x="17633" y="22251"/>
                </a:lnTo>
                <a:close/>
                <a:moveTo>
                  <a:pt x="27109" y="22239"/>
                </a:moveTo>
                <a:lnTo>
                  <a:pt x="29145" y="23422"/>
                </a:lnTo>
                <a:lnTo>
                  <a:pt x="29145" y="23456"/>
                </a:lnTo>
                <a:lnTo>
                  <a:pt x="29133" y="23491"/>
                </a:lnTo>
                <a:lnTo>
                  <a:pt x="29145" y="23559"/>
                </a:lnTo>
                <a:lnTo>
                  <a:pt x="29179" y="23616"/>
                </a:lnTo>
                <a:lnTo>
                  <a:pt x="29236" y="23650"/>
                </a:lnTo>
                <a:lnTo>
                  <a:pt x="29304" y="23673"/>
                </a:lnTo>
                <a:lnTo>
                  <a:pt x="29304" y="26016"/>
                </a:lnTo>
                <a:lnTo>
                  <a:pt x="29258" y="26027"/>
                </a:lnTo>
                <a:lnTo>
                  <a:pt x="29224" y="26039"/>
                </a:lnTo>
                <a:lnTo>
                  <a:pt x="29179" y="26061"/>
                </a:lnTo>
                <a:lnTo>
                  <a:pt x="29156" y="26095"/>
                </a:lnTo>
                <a:lnTo>
                  <a:pt x="29122" y="26118"/>
                </a:lnTo>
                <a:lnTo>
                  <a:pt x="29111" y="26164"/>
                </a:lnTo>
                <a:lnTo>
                  <a:pt x="29099" y="26198"/>
                </a:lnTo>
                <a:lnTo>
                  <a:pt x="29088" y="26243"/>
                </a:lnTo>
                <a:lnTo>
                  <a:pt x="29099" y="26289"/>
                </a:lnTo>
                <a:lnTo>
                  <a:pt x="29111" y="26334"/>
                </a:lnTo>
                <a:lnTo>
                  <a:pt x="27086" y="27495"/>
                </a:lnTo>
                <a:lnTo>
                  <a:pt x="27063" y="27472"/>
                </a:lnTo>
                <a:lnTo>
                  <a:pt x="27029" y="27449"/>
                </a:lnTo>
                <a:lnTo>
                  <a:pt x="26995" y="27438"/>
                </a:lnTo>
                <a:lnTo>
                  <a:pt x="26949" y="27426"/>
                </a:lnTo>
                <a:lnTo>
                  <a:pt x="26915" y="27438"/>
                </a:lnTo>
                <a:lnTo>
                  <a:pt x="26870" y="27449"/>
                </a:lnTo>
                <a:lnTo>
                  <a:pt x="26847" y="27472"/>
                </a:lnTo>
                <a:lnTo>
                  <a:pt x="26813" y="27495"/>
                </a:lnTo>
                <a:lnTo>
                  <a:pt x="24765" y="26312"/>
                </a:lnTo>
                <a:lnTo>
                  <a:pt x="24777" y="26243"/>
                </a:lnTo>
                <a:lnTo>
                  <a:pt x="24777" y="26209"/>
                </a:lnTo>
                <a:lnTo>
                  <a:pt x="24765" y="26175"/>
                </a:lnTo>
                <a:lnTo>
                  <a:pt x="24731" y="26118"/>
                </a:lnTo>
                <a:lnTo>
                  <a:pt x="24674" y="26073"/>
                </a:lnTo>
                <a:lnTo>
                  <a:pt x="24606" y="26050"/>
                </a:lnTo>
                <a:lnTo>
                  <a:pt x="24606" y="23661"/>
                </a:lnTo>
                <a:lnTo>
                  <a:pt x="24663" y="23638"/>
                </a:lnTo>
                <a:lnTo>
                  <a:pt x="24708" y="23604"/>
                </a:lnTo>
                <a:lnTo>
                  <a:pt x="24742" y="23547"/>
                </a:lnTo>
                <a:lnTo>
                  <a:pt x="24754" y="23491"/>
                </a:lnTo>
                <a:lnTo>
                  <a:pt x="24742" y="23434"/>
                </a:lnTo>
                <a:lnTo>
                  <a:pt x="26790" y="22251"/>
                </a:lnTo>
                <a:lnTo>
                  <a:pt x="26824" y="22285"/>
                </a:lnTo>
                <a:lnTo>
                  <a:pt x="26858" y="22307"/>
                </a:lnTo>
                <a:lnTo>
                  <a:pt x="26904" y="22330"/>
                </a:lnTo>
                <a:lnTo>
                  <a:pt x="26995" y="22330"/>
                </a:lnTo>
                <a:lnTo>
                  <a:pt x="27040" y="22307"/>
                </a:lnTo>
                <a:lnTo>
                  <a:pt x="27086" y="22273"/>
                </a:lnTo>
                <a:lnTo>
                  <a:pt x="27109" y="22239"/>
                </a:lnTo>
                <a:close/>
                <a:moveTo>
                  <a:pt x="50883" y="22273"/>
                </a:moveTo>
                <a:lnTo>
                  <a:pt x="52771" y="23377"/>
                </a:lnTo>
                <a:lnTo>
                  <a:pt x="52760" y="23434"/>
                </a:lnTo>
                <a:lnTo>
                  <a:pt x="52749" y="23491"/>
                </a:lnTo>
                <a:lnTo>
                  <a:pt x="52760" y="23536"/>
                </a:lnTo>
                <a:lnTo>
                  <a:pt x="52771" y="23593"/>
                </a:lnTo>
                <a:lnTo>
                  <a:pt x="52794" y="23638"/>
                </a:lnTo>
                <a:lnTo>
                  <a:pt x="52828" y="23673"/>
                </a:lnTo>
                <a:lnTo>
                  <a:pt x="52862" y="23707"/>
                </a:lnTo>
                <a:lnTo>
                  <a:pt x="52908" y="23729"/>
                </a:lnTo>
                <a:lnTo>
                  <a:pt x="52953" y="23752"/>
                </a:lnTo>
                <a:lnTo>
                  <a:pt x="53010" y="23764"/>
                </a:lnTo>
                <a:lnTo>
                  <a:pt x="53010" y="26073"/>
                </a:lnTo>
                <a:lnTo>
                  <a:pt x="52942" y="26095"/>
                </a:lnTo>
                <a:lnTo>
                  <a:pt x="52897" y="26130"/>
                </a:lnTo>
                <a:lnTo>
                  <a:pt x="52862" y="26186"/>
                </a:lnTo>
                <a:lnTo>
                  <a:pt x="52851" y="26243"/>
                </a:lnTo>
                <a:lnTo>
                  <a:pt x="52862" y="26300"/>
                </a:lnTo>
                <a:lnTo>
                  <a:pt x="50803" y="27495"/>
                </a:lnTo>
                <a:lnTo>
                  <a:pt x="50781" y="27461"/>
                </a:lnTo>
                <a:lnTo>
                  <a:pt x="50735" y="27426"/>
                </a:lnTo>
                <a:lnTo>
                  <a:pt x="50701" y="27415"/>
                </a:lnTo>
                <a:lnTo>
                  <a:pt x="50644" y="27404"/>
                </a:lnTo>
                <a:lnTo>
                  <a:pt x="50610" y="27415"/>
                </a:lnTo>
                <a:lnTo>
                  <a:pt x="50565" y="27426"/>
                </a:lnTo>
                <a:lnTo>
                  <a:pt x="50530" y="27449"/>
                </a:lnTo>
                <a:lnTo>
                  <a:pt x="50496" y="27483"/>
                </a:lnTo>
                <a:lnTo>
                  <a:pt x="48506" y="26334"/>
                </a:lnTo>
                <a:lnTo>
                  <a:pt x="48517" y="26289"/>
                </a:lnTo>
                <a:lnTo>
                  <a:pt x="48517" y="26243"/>
                </a:lnTo>
                <a:lnTo>
                  <a:pt x="48517" y="26198"/>
                </a:lnTo>
                <a:lnTo>
                  <a:pt x="48506" y="26164"/>
                </a:lnTo>
                <a:lnTo>
                  <a:pt x="48483" y="26118"/>
                </a:lnTo>
                <a:lnTo>
                  <a:pt x="48460" y="26084"/>
                </a:lnTo>
                <a:lnTo>
                  <a:pt x="48426" y="26061"/>
                </a:lnTo>
                <a:lnTo>
                  <a:pt x="48392" y="26039"/>
                </a:lnTo>
                <a:lnTo>
                  <a:pt x="48358" y="26016"/>
                </a:lnTo>
                <a:lnTo>
                  <a:pt x="48312" y="26004"/>
                </a:lnTo>
                <a:lnTo>
                  <a:pt x="48312" y="23673"/>
                </a:lnTo>
                <a:lnTo>
                  <a:pt x="48369" y="23650"/>
                </a:lnTo>
                <a:lnTo>
                  <a:pt x="48426" y="23604"/>
                </a:lnTo>
                <a:lnTo>
                  <a:pt x="48460" y="23559"/>
                </a:lnTo>
                <a:lnTo>
                  <a:pt x="48472" y="23491"/>
                </a:lnTo>
                <a:lnTo>
                  <a:pt x="48460" y="23422"/>
                </a:lnTo>
                <a:lnTo>
                  <a:pt x="50428" y="22285"/>
                </a:lnTo>
                <a:lnTo>
                  <a:pt x="50462" y="22342"/>
                </a:lnTo>
                <a:lnTo>
                  <a:pt x="50519" y="22376"/>
                </a:lnTo>
                <a:lnTo>
                  <a:pt x="50576" y="22398"/>
                </a:lnTo>
                <a:lnTo>
                  <a:pt x="50644" y="22410"/>
                </a:lnTo>
                <a:lnTo>
                  <a:pt x="50724" y="22398"/>
                </a:lnTo>
                <a:lnTo>
                  <a:pt x="50781" y="22376"/>
                </a:lnTo>
                <a:lnTo>
                  <a:pt x="50838" y="22330"/>
                </a:lnTo>
                <a:lnTo>
                  <a:pt x="50883" y="22273"/>
                </a:lnTo>
                <a:close/>
                <a:moveTo>
                  <a:pt x="55536" y="22228"/>
                </a:moveTo>
                <a:lnTo>
                  <a:pt x="57538" y="23388"/>
                </a:lnTo>
                <a:lnTo>
                  <a:pt x="57526" y="23434"/>
                </a:lnTo>
                <a:lnTo>
                  <a:pt x="57515" y="23491"/>
                </a:lnTo>
                <a:lnTo>
                  <a:pt x="57526" y="23536"/>
                </a:lnTo>
                <a:lnTo>
                  <a:pt x="57538" y="23582"/>
                </a:lnTo>
                <a:lnTo>
                  <a:pt x="57560" y="23627"/>
                </a:lnTo>
                <a:lnTo>
                  <a:pt x="57583" y="23661"/>
                </a:lnTo>
                <a:lnTo>
                  <a:pt x="57617" y="23684"/>
                </a:lnTo>
                <a:lnTo>
                  <a:pt x="57663" y="23718"/>
                </a:lnTo>
                <a:lnTo>
                  <a:pt x="57697" y="23729"/>
                </a:lnTo>
                <a:lnTo>
                  <a:pt x="57754" y="23741"/>
                </a:lnTo>
                <a:lnTo>
                  <a:pt x="57754" y="26050"/>
                </a:lnTo>
                <a:lnTo>
                  <a:pt x="57686" y="26073"/>
                </a:lnTo>
                <a:lnTo>
                  <a:pt x="57629" y="26118"/>
                </a:lnTo>
                <a:lnTo>
                  <a:pt x="57595" y="26175"/>
                </a:lnTo>
                <a:lnTo>
                  <a:pt x="57583" y="26209"/>
                </a:lnTo>
                <a:lnTo>
                  <a:pt x="57572" y="26243"/>
                </a:lnTo>
                <a:lnTo>
                  <a:pt x="57583" y="26312"/>
                </a:lnTo>
                <a:lnTo>
                  <a:pt x="55536" y="27495"/>
                </a:lnTo>
                <a:lnTo>
                  <a:pt x="55513" y="27461"/>
                </a:lnTo>
                <a:lnTo>
                  <a:pt x="55479" y="27438"/>
                </a:lnTo>
                <a:lnTo>
                  <a:pt x="55433" y="27426"/>
                </a:lnTo>
                <a:lnTo>
                  <a:pt x="55388" y="27415"/>
                </a:lnTo>
                <a:lnTo>
                  <a:pt x="55354" y="27426"/>
                </a:lnTo>
                <a:lnTo>
                  <a:pt x="55308" y="27438"/>
                </a:lnTo>
                <a:lnTo>
                  <a:pt x="55285" y="27461"/>
                </a:lnTo>
                <a:lnTo>
                  <a:pt x="55251" y="27483"/>
                </a:lnTo>
                <a:lnTo>
                  <a:pt x="53181" y="26289"/>
                </a:lnTo>
                <a:lnTo>
                  <a:pt x="53192" y="26243"/>
                </a:lnTo>
                <a:lnTo>
                  <a:pt x="53181" y="26186"/>
                </a:lnTo>
                <a:lnTo>
                  <a:pt x="53147" y="26141"/>
                </a:lnTo>
                <a:lnTo>
                  <a:pt x="53113" y="26095"/>
                </a:lnTo>
                <a:lnTo>
                  <a:pt x="53056" y="26073"/>
                </a:lnTo>
                <a:lnTo>
                  <a:pt x="53056" y="23752"/>
                </a:lnTo>
                <a:lnTo>
                  <a:pt x="53101" y="23741"/>
                </a:lnTo>
                <a:lnTo>
                  <a:pt x="53147" y="23729"/>
                </a:lnTo>
                <a:lnTo>
                  <a:pt x="53181" y="23695"/>
                </a:lnTo>
                <a:lnTo>
                  <a:pt x="53226" y="23673"/>
                </a:lnTo>
                <a:lnTo>
                  <a:pt x="53249" y="23627"/>
                </a:lnTo>
                <a:lnTo>
                  <a:pt x="53272" y="23582"/>
                </a:lnTo>
                <a:lnTo>
                  <a:pt x="53283" y="23536"/>
                </a:lnTo>
                <a:lnTo>
                  <a:pt x="53295" y="23491"/>
                </a:lnTo>
                <a:lnTo>
                  <a:pt x="53283" y="23434"/>
                </a:lnTo>
                <a:lnTo>
                  <a:pt x="53272" y="23388"/>
                </a:lnTo>
                <a:lnTo>
                  <a:pt x="55251" y="22239"/>
                </a:lnTo>
                <a:lnTo>
                  <a:pt x="55274" y="22262"/>
                </a:lnTo>
                <a:lnTo>
                  <a:pt x="55308" y="22296"/>
                </a:lnTo>
                <a:lnTo>
                  <a:pt x="55354" y="22307"/>
                </a:lnTo>
                <a:lnTo>
                  <a:pt x="55433" y="22307"/>
                </a:lnTo>
                <a:lnTo>
                  <a:pt x="55479" y="22285"/>
                </a:lnTo>
                <a:lnTo>
                  <a:pt x="55513" y="22262"/>
                </a:lnTo>
                <a:lnTo>
                  <a:pt x="55536" y="22228"/>
                </a:lnTo>
                <a:close/>
                <a:moveTo>
                  <a:pt x="74533" y="22251"/>
                </a:moveTo>
                <a:lnTo>
                  <a:pt x="76546" y="23411"/>
                </a:lnTo>
                <a:lnTo>
                  <a:pt x="76535" y="23445"/>
                </a:lnTo>
                <a:lnTo>
                  <a:pt x="76523" y="23491"/>
                </a:lnTo>
                <a:lnTo>
                  <a:pt x="76535" y="23525"/>
                </a:lnTo>
                <a:lnTo>
                  <a:pt x="76546" y="23559"/>
                </a:lnTo>
                <a:lnTo>
                  <a:pt x="76557" y="23593"/>
                </a:lnTo>
                <a:lnTo>
                  <a:pt x="76580" y="23627"/>
                </a:lnTo>
                <a:lnTo>
                  <a:pt x="76637" y="23673"/>
                </a:lnTo>
                <a:lnTo>
                  <a:pt x="76671" y="23684"/>
                </a:lnTo>
                <a:lnTo>
                  <a:pt x="76717" y="23695"/>
                </a:lnTo>
                <a:lnTo>
                  <a:pt x="76717" y="26050"/>
                </a:lnTo>
                <a:lnTo>
                  <a:pt x="76671" y="26050"/>
                </a:lnTo>
                <a:lnTo>
                  <a:pt x="76637" y="26061"/>
                </a:lnTo>
                <a:lnTo>
                  <a:pt x="76580" y="26107"/>
                </a:lnTo>
                <a:lnTo>
                  <a:pt x="76546" y="26175"/>
                </a:lnTo>
                <a:lnTo>
                  <a:pt x="76535" y="26209"/>
                </a:lnTo>
                <a:lnTo>
                  <a:pt x="76523" y="26243"/>
                </a:lnTo>
                <a:lnTo>
                  <a:pt x="76535" y="26278"/>
                </a:lnTo>
                <a:lnTo>
                  <a:pt x="76546" y="26312"/>
                </a:lnTo>
                <a:lnTo>
                  <a:pt x="74510" y="27495"/>
                </a:lnTo>
                <a:lnTo>
                  <a:pt x="74476" y="27461"/>
                </a:lnTo>
                <a:lnTo>
                  <a:pt x="74442" y="27438"/>
                </a:lnTo>
                <a:lnTo>
                  <a:pt x="74407" y="27415"/>
                </a:lnTo>
                <a:lnTo>
                  <a:pt x="74316" y="27415"/>
                </a:lnTo>
                <a:lnTo>
                  <a:pt x="74282" y="27438"/>
                </a:lnTo>
                <a:lnTo>
                  <a:pt x="74248" y="27461"/>
                </a:lnTo>
                <a:lnTo>
                  <a:pt x="74214" y="27483"/>
                </a:lnTo>
                <a:lnTo>
                  <a:pt x="72212" y="26334"/>
                </a:lnTo>
                <a:lnTo>
                  <a:pt x="72223" y="26289"/>
                </a:lnTo>
                <a:lnTo>
                  <a:pt x="72223" y="26243"/>
                </a:lnTo>
                <a:lnTo>
                  <a:pt x="72223" y="26198"/>
                </a:lnTo>
                <a:lnTo>
                  <a:pt x="72212" y="26164"/>
                </a:lnTo>
                <a:lnTo>
                  <a:pt x="72189" y="26118"/>
                </a:lnTo>
                <a:lnTo>
                  <a:pt x="72166" y="26084"/>
                </a:lnTo>
                <a:lnTo>
                  <a:pt x="72132" y="26061"/>
                </a:lnTo>
                <a:lnTo>
                  <a:pt x="72098" y="26039"/>
                </a:lnTo>
                <a:lnTo>
                  <a:pt x="72064" y="26016"/>
                </a:lnTo>
                <a:lnTo>
                  <a:pt x="72019" y="26016"/>
                </a:lnTo>
                <a:lnTo>
                  <a:pt x="72019" y="23684"/>
                </a:lnTo>
                <a:lnTo>
                  <a:pt x="72087" y="23661"/>
                </a:lnTo>
                <a:lnTo>
                  <a:pt x="72144" y="23616"/>
                </a:lnTo>
                <a:lnTo>
                  <a:pt x="72178" y="23559"/>
                </a:lnTo>
                <a:lnTo>
                  <a:pt x="72189" y="23525"/>
                </a:lnTo>
                <a:lnTo>
                  <a:pt x="72189" y="23491"/>
                </a:lnTo>
                <a:lnTo>
                  <a:pt x="72189" y="23445"/>
                </a:lnTo>
                <a:lnTo>
                  <a:pt x="72178" y="23411"/>
                </a:lnTo>
                <a:lnTo>
                  <a:pt x="74191" y="22251"/>
                </a:lnTo>
                <a:lnTo>
                  <a:pt x="74225" y="22285"/>
                </a:lnTo>
                <a:lnTo>
                  <a:pt x="74260" y="22319"/>
                </a:lnTo>
                <a:lnTo>
                  <a:pt x="74305" y="22330"/>
                </a:lnTo>
                <a:lnTo>
                  <a:pt x="74362" y="22342"/>
                </a:lnTo>
                <a:lnTo>
                  <a:pt x="74407" y="22330"/>
                </a:lnTo>
                <a:lnTo>
                  <a:pt x="74453" y="22319"/>
                </a:lnTo>
                <a:lnTo>
                  <a:pt x="74498" y="22285"/>
                </a:lnTo>
                <a:lnTo>
                  <a:pt x="74533" y="22251"/>
                </a:lnTo>
                <a:close/>
                <a:moveTo>
                  <a:pt x="83997" y="22239"/>
                </a:moveTo>
                <a:lnTo>
                  <a:pt x="86044" y="23422"/>
                </a:lnTo>
                <a:lnTo>
                  <a:pt x="86033" y="23456"/>
                </a:lnTo>
                <a:lnTo>
                  <a:pt x="86033" y="23491"/>
                </a:lnTo>
                <a:lnTo>
                  <a:pt x="86044" y="23559"/>
                </a:lnTo>
                <a:lnTo>
                  <a:pt x="86079" y="23616"/>
                </a:lnTo>
                <a:lnTo>
                  <a:pt x="86124" y="23650"/>
                </a:lnTo>
                <a:lnTo>
                  <a:pt x="86192" y="23673"/>
                </a:lnTo>
                <a:lnTo>
                  <a:pt x="86192" y="26016"/>
                </a:lnTo>
                <a:lnTo>
                  <a:pt x="86147" y="26027"/>
                </a:lnTo>
                <a:lnTo>
                  <a:pt x="86113" y="26039"/>
                </a:lnTo>
                <a:lnTo>
                  <a:pt x="86079" y="26061"/>
                </a:lnTo>
                <a:lnTo>
                  <a:pt x="86044" y="26095"/>
                </a:lnTo>
                <a:lnTo>
                  <a:pt x="86022" y="26118"/>
                </a:lnTo>
                <a:lnTo>
                  <a:pt x="85999" y="26164"/>
                </a:lnTo>
                <a:lnTo>
                  <a:pt x="85988" y="26198"/>
                </a:lnTo>
                <a:lnTo>
                  <a:pt x="85988" y="26243"/>
                </a:lnTo>
                <a:lnTo>
                  <a:pt x="85988" y="26289"/>
                </a:lnTo>
                <a:lnTo>
                  <a:pt x="85999" y="26334"/>
                </a:lnTo>
                <a:lnTo>
                  <a:pt x="83974" y="27495"/>
                </a:lnTo>
                <a:lnTo>
                  <a:pt x="83951" y="27472"/>
                </a:lnTo>
                <a:lnTo>
                  <a:pt x="83917" y="27449"/>
                </a:lnTo>
                <a:lnTo>
                  <a:pt x="83883" y="27438"/>
                </a:lnTo>
                <a:lnTo>
                  <a:pt x="83838" y="27426"/>
                </a:lnTo>
                <a:lnTo>
                  <a:pt x="83804" y="27438"/>
                </a:lnTo>
                <a:lnTo>
                  <a:pt x="83769" y="27449"/>
                </a:lnTo>
                <a:lnTo>
                  <a:pt x="83735" y="27472"/>
                </a:lnTo>
                <a:lnTo>
                  <a:pt x="83713" y="27495"/>
                </a:lnTo>
                <a:lnTo>
                  <a:pt x="81665" y="26312"/>
                </a:lnTo>
                <a:lnTo>
                  <a:pt x="81676" y="26243"/>
                </a:lnTo>
                <a:lnTo>
                  <a:pt x="81665" y="26209"/>
                </a:lnTo>
                <a:lnTo>
                  <a:pt x="81654" y="26175"/>
                </a:lnTo>
                <a:lnTo>
                  <a:pt x="81619" y="26118"/>
                </a:lnTo>
                <a:lnTo>
                  <a:pt x="81563" y="26073"/>
                </a:lnTo>
                <a:lnTo>
                  <a:pt x="81494" y="26050"/>
                </a:lnTo>
                <a:lnTo>
                  <a:pt x="81494" y="23661"/>
                </a:lnTo>
                <a:lnTo>
                  <a:pt x="81551" y="23638"/>
                </a:lnTo>
                <a:lnTo>
                  <a:pt x="81608" y="23604"/>
                </a:lnTo>
                <a:lnTo>
                  <a:pt x="81631" y="23547"/>
                </a:lnTo>
                <a:lnTo>
                  <a:pt x="81642" y="23491"/>
                </a:lnTo>
                <a:lnTo>
                  <a:pt x="81631" y="23434"/>
                </a:lnTo>
                <a:lnTo>
                  <a:pt x="83678" y="22251"/>
                </a:lnTo>
                <a:lnTo>
                  <a:pt x="83713" y="22285"/>
                </a:lnTo>
                <a:lnTo>
                  <a:pt x="83747" y="22307"/>
                </a:lnTo>
                <a:lnTo>
                  <a:pt x="83792" y="22330"/>
                </a:lnTo>
                <a:lnTo>
                  <a:pt x="83895" y="22330"/>
                </a:lnTo>
                <a:lnTo>
                  <a:pt x="83940" y="22307"/>
                </a:lnTo>
                <a:lnTo>
                  <a:pt x="83974" y="22273"/>
                </a:lnTo>
                <a:lnTo>
                  <a:pt x="83997" y="22239"/>
                </a:lnTo>
                <a:close/>
                <a:moveTo>
                  <a:pt x="34241" y="26357"/>
                </a:moveTo>
                <a:lnTo>
                  <a:pt x="36197" y="27483"/>
                </a:lnTo>
                <a:lnTo>
                  <a:pt x="36186" y="27540"/>
                </a:lnTo>
                <a:lnTo>
                  <a:pt x="36175" y="27597"/>
                </a:lnTo>
                <a:lnTo>
                  <a:pt x="36175" y="27643"/>
                </a:lnTo>
                <a:lnTo>
                  <a:pt x="36197" y="27688"/>
                </a:lnTo>
                <a:lnTo>
                  <a:pt x="36220" y="27734"/>
                </a:lnTo>
                <a:lnTo>
                  <a:pt x="36243" y="27768"/>
                </a:lnTo>
                <a:lnTo>
                  <a:pt x="36277" y="27802"/>
                </a:lnTo>
                <a:lnTo>
                  <a:pt x="36323" y="27825"/>
                </a:lnTo>
                <a:lnTo>
                  <a:pt x="36368" y="27836"/>
                </a:lnTo>
                <a:lnTo>
                  <a:pt x="36414" y="27847"/>
                </a:lnTo>
                <a:lnTo>
                  <a:pt x="36414" y="30168"/>
                </a:lnTo>
                <a:lnTo>
                  <a:pt x="36379" y="30168"/>
                </a:lnTo>
                <a:lnTo>
                  <a:pt x="36345" y="30179"/>
                </a:lnTo>
                <a:lnTo>
                  <a:pt x="36288" y="30225"/>
                </a:lnTo>
                <a:lnTo>
                  <a:pt x="36254" y="30282"/>
                </a:lnTo>
                <a:lnTo>
                  <a:pt x="36243" y="30316"/>
                </a:lnTo>
                <a:lnTo>
                  <a:pt x="36243" y="30350"/>
                </a:lnTo>
                <a:lnTo>
                  <a:pt x="36254" y="30418"/>
                </a:lnTo>
                <a:lnTo>
                  <a:pt x="34286" y="31556"/>
                </a:lnTo>
                <a:lnTo>
                  <a:pt x="34241" y="31499"/>
                </a:lnTo>
                <a:lnTo>
                  <a:pt x="34195" y="31465"/>
                </a:lnTo>
                <a:lnTo>
                  <a:pt x="34127" y="31442"/>
                </a:lnTo>
                <a:lnTo>
                  <a:pt x="34059" y="31431"/>
                </a:lnTo>
                <a:lnTo>
                  <a:pt x="33991" y="31442"/>
                </a:lnTo>
                <a:lnTo>
                  <a:pt x="33934" y="31465"/>
                </a:lnTo>
                <a:lnTo>
                  <a:pt x="33877" y="31499"/>
                </a:lnTo>
                <a:lnTo>
                  <a:pt x="33831" y="31544"/>
                </a:lnTo>
                <a:lnTo>
                  <a:pt x="31920" y="30441"/>
                </a:lnTo>
                <a:lnTo>
                  <a:pt x="31932" y="30395"/>
                </a:lnTo>
                <a:lnTo>
                  <a:pt x="31932" y="30350"/>
                </a:lnTo>
                <a:lnTo>
                  <a:pt x="31932" y="30304"/>
                </a:lnTo>
                <a:lnTo>
                  <a:pt x="31920" y="30259"/>
                </a:lnTo>
                <a:lnTo>
                  <a:pt x="31898" y="30225"/>
                </a:lnTo>
                <a:lnTo>
                  <a:pt x="31875" y="30191"/>
                </a:lnTo>
                <a:lnTo>
                  <a:pt x="31841" y="30157"/>
                </a:lnTo>
                <a:lnTo>
                  <a:pt x="31807" y="30134"/>
                </a:lnTo>
                <a:lnTo>
                  <a:pt x="31761" y="30122"/>
                </a:lnTo>
                <a:lnTo>
                  <a:pt x="31716" y="30111"/>
                </a:lnTo>
                <a:lnTo>
                  <a:pt x="31716" y="27847"/>
                </a:lnTo>
                <a:lnTo>
                  <a:pt x="31761" y="27836"/>
                </a:lnTo>
                <a:lnTo>
                  <a:pt x="31807" y="27813"/>
                </a:lnTo>
                <a:lnTo>
                  <a:pt x="31841" y="27790"/>
                </a:lnTo>
                <a:lnTo>
                  <a:pt x="31875" y="27768"/>
                </a:lnTo>
                <a:lnTo>
                  <a:pt x="31909" y="27722"/>
                </a:lnTo>
                <a:lnTo>
                  <a:pt x="31920" y="27688"/>
                </a:lnTo>
                <a:lnTo>
                  <a:pt x="31943" y="27643"/>
                </a:lnTo>
                <a:lnTo>
                  <a:pt x="31943" y="27597"/>
                </a:lnTo>
                <a:lnTo>
                  <a:pt x="31932" y="27540"/>
                </a:lnTo>
                <a:lnTo>
                  <a:pt x="31920" y="27495"/>
                </a:lnTo>
                <a:lnTo>
                  <a:pt x="33877" y="26369"/>
                </a:lnTo>
                <a:lnTo>
                  <a:pt x="33911" y="26403"/>
                </a:lnTo>
                <a:lnTo>
                  <a:pt x="33957" y="26437"/>
                </a:lnTo>
                <a:lnTo>
                  <a:pt x="34002" y="26460"/>
                </a:lnTo>
                <a:lnTo>
                  <a:pt x="34116" y="26460"/>
                </a:lnTo>
                <a:lnTo>
                  <a:pt x="34161" y="26437"/>
                </a:lnTo>
                <a:lnTo>
                  <a:pt x="34207" y="26403"/>
                </a:lnTo>
                <a:lnTo>
                  <a:pt x="34241" y="26357"/>
                </a:lnTo>
                <a:close/>
                <a:moveTo>
                  <a:pt x="15301" y="26369"/>
                </a:moveTo>
                <a:lnTo>
                  <a:pt x="17303" y="27529"/>
                </a:lnTo>
                <a:lnTo>
                  <a:pt x="17292" y="27597"/>
                </a:lnTo>
                <a:lnTo>
                  <a:pt x="17303" y="27665"/>
                </a:lnTo>
                <a:lnTo>
                  <a:pt x="17337" y="27711"/>
                </a:lnTo>
                <a:lnTo>
                  <a:pt x="17383" y="27756"/>
                </a:lnTo>
                <a:lnTo>
                  <a:pt x="17451" y="27768"/>
                </a:lnTo>
                <a:lnTo>
                  <a:pt x="17451" y="30157"/>
                </a:lnTo>
                <a:lnTo>
                  <a:pt x="17417" y="30157"/>
                </a:lnTo>
                <a:lnTo>
                  <a:pt x="17383" y="30168"/>
                </a:lnTo>
                <a:lnTo>
                  <a:pt x="17314" y="30213"/>
                </a:lnTo>
                <a:lnTo>
                  <a:pt x="17280" y="30282"/>
                </a:lnTo>
                <a:lnTo>
                  <a:pt x="17269" y="30316"/>
                </a:lnTo>
                <a:lnTo>
                  <a:pt x="17269" y="30350"/>
                </a:lnTo>
                <a:lnTo>
                  <a:pt x="17269" y="30384"/>
                </a:lnTo>
                <a:lnTo>
                  <a:pt x="17280" y="30418"/>
                </a:lnTo>
                <a:lnTo>
                  <a:pt x="15301" y="31567"/>
                </a:lnTo>
                <a:lnTo>
                  <a:pt x="15267" y="31522"/>
                </a:lnTo>
                <a:lnTo>
                  <a:pt x="15210" y="31487"/>
                </a:lnTo>
                <a:lnTo>
                  <a:pt x="15164" y="31465"/>
                </a:lnTo>
                <a:lnTo>
                  <a:pt x="15096" y="31453"/>
                </a:lnTo>
                <a:lnTo>
                  <a:pt x="15039" y="31465"/>
                </a:lnTo>
                <a:lnTo>
                  <a:pt x="14982" y="31487"/>
                </a:lnTo>
                <a:lnTo>
                  <a:pt x="14937" y="31522"/>
                </a:lnTo>
                <a:lnTo>
                  <a:pt x="14903" y="31567"/>
                </a:lnTo>
                <a:lnTo>
                  <a:pt x="12935" y="30430"/>
                </a:lnTo>
                <a:lnTo>
                  <a:pt x="12935" y="30384"/>
                </a:lnTo>
                <a:lnTo>
                  <a:pt x="12946" y="30350"/>
                </a:lnTo>
                <a:lnTo>
                  <a:pt x="12935" y="30316"/>
                </a:lnTo>
                <a:lnTo>
                  <a:pt x="12923" y="30270"/>
                </a:lnTo>
                <a:lnTo>
                  <a:pt x="12912" y="30236"/>
                </a:lnTo>
                <a:lnTo>
                  <a:pt x="12889" y="30213"/>
                </a:lnTo>
                <a:lnTo>
                  <a:pt x="12832" y="30168"/>
                </a:lnTo>
                <a:lnTo>
                  <a:pt x="12798" y="30145"/>
                </a:lnTo>
                <a:lnTo>
                  <a:pt x="12753" y="30145"/>
                </a:lnTo>
                <a:lnTo>
                  <a:pt x="12753" y="27836"/>
                </a:lnTo>
                <a:lnTo>
                  <a:pt x="12798" y="27836"/>
                </a:lnTo>
                <a:lnTo>
                  <a:pt x="12844" y="27813"/>
                </a:lnTo>
                <a:lnTo>
                  <a:pt x="12878" y="27790"/>
                </a:lnTo>
                <a:lnTo>
                  <a:pt x="12912" y="27756"/>
                </a:lnTo>
                <a:lnTo>
                  <a:pt x="12935" y="27722"/>
                </a:lnTo>
                <a:lnTo>
                  <a:pt x="12958" y="27688"/>
                </a:lnTo>
                <a:lnTo>
                  <a:pt x="12969" y="27643"/>
                </a:lnTo>
                <a:lnTo>
                  <a:pt x="12980" y="27597"/>
                </a:lnTo>
                <a:lnTo>
                  <a:pt x="12969" y="27540"/>
                </a:lnTo>
                <a:lnTo>
                  <a:pt x="12958" y="27495"/>
                </a:lnTo>
                <a:lnTo>
                  <a:pt x="14903" y="26380"/>
                </a:lnTo>
                <a:lnTo>
                  <a:pt x="14937" y="26414"/>
                </a:lnTo>
                <a:lnTo>
                  <a:pt x="14982" y="26448"/>
                </a:lnTo>
                <a:lnTo>
                  <a:pt x="15039" y="26471"/>
                </a:lnTo>
                <a:lnTo>
                  <a:pt x="15096" y="26482"/>
                </a:lnTo>
                <a:lnTo>
                  <a:pt x="15164" y="26471"/>
                </a:lnTo>
                <a:lnTo>
                  <a:pt x="15221" y="26448"/>
                </a:lnTo>
                <a:lnTo>
                  <a:pt x="15267" y="26414"/>
                </a:lnTo>
                <a:lnTo>
                  <a:pt x="15301" y="26369"/>
                </a:lnTo>
                <a:close/>
                <a:moveTo>
                  <a:pt x="20010" y="26357"/>
                </a:moveTo>
                <a:lnTo>
                  <a:pt x="22012" y="27506"/>
                </a:lnTo>
                <a:lnTo>
                  <a:pt x="21990" y="27552"/>
                </a:lnTo>
                <a:lnTo>
                  <a:pt x="21990" y="27597"/>
                </a:lnTo>
                <a:lnTo>
                  <a:pt x="21990" y="27631"/>
                </a:lnTo>
                <a:lnTo>
                  <a:pt x="22001" y="27677"/>
                </a:lnTo>
                <a:lnTo>
                  <a:pt x="22024" y="27711"/>
                </a:lnTo>
                <a:lnTo>
                  <a:pt x="22046" y="27745"/>
                </a:lnTo>
                <a:lnTo>
                  <a:pt x="22081" y="27768"/>
                </a:lnTo>
                <a:lnTo>
                  <a:pt x="22115" y="27790"/>
                </a:lnTo>
                <a:lnTo>
                  <a:pt x="22149" y="27802"/>
                </a:lnTo>
                <a:lnTo>
                  <a:pt x="22194" y="27813"/>
                </a:lnTo>
                <a:lnTo>
                  <a:pt x="22194" y="30145"/>
                </a:lnTo>
                <a:lnTo>
                  <a:pt x="22149" y="30145"/>
                </a:lnTo>
                <a:lnTo>
                  <a:pt x="22115" y="30157"/>
                </a:lnTo>
                <a:lnTo>
                  <a:pt x="22081" y="30179"/>
                </a:lnTo>
                <a:lnTo>
                  <a:pt x="22058" y="30202"/>
                </a:lnTo>
                <a:lnTo>
                  <a:pt x="22024" y="30236"/>
                </a:lnTo>
                <a:lnTo>
                  <a:pt x="22012" y="30270"/>
                </a:lnTo>
                <a:lnTo>
                  <a:pt x="22001" y="30316"/>
                </a:lnTo>
                <a:lnTo>
                  <a:pt x="22001" y="30350"/>
                </a:lnTo>
                <a:lnTo>
                  <a:pt x="22001" y="30395"/>
                </a:lnTo>
                <a:lnTo>
                  <a:pt x="22012" y="30430"/>
                </a:lnTo>
                <a:lnTo>
                  <a:pt x="20033" y="31567"/>
                </a:lnTo>
                <a:lnTo>
                  <a:pt x="19999" y="31533"/>
                </a:lnTo>
                <a:lnTo>
                  <a:pt x="19953" y="31499"/>
                </a:lnTo>
                <a:lnTo>
                  <a:pt x="19897" y="31476"/>
                </a:lnTo>
                <a:lnTo>
                  <a:pt x="19840" y="31465"/>
                </a:lnTo>
                <a:lnTo>
                  <a:pt x="19783" y="31476"/>
                </a:lnTo>
                <a:lnTo>
                  <a:pt x="19726" y="31499"/>
                </a:lnTo>
                <a:lnTo>
                  <a:pt x="19692" y="31533"/>
                </a:lnTo>
                <a:lnTo>
                  <a:pt x="19646" y="31567"/>
                </a:lnTo>
                <a:lnTo>
                  <a:pt x="17656" y="30418"/>
                </a:lnTo>
                <a:lnTo>
                  <a:pt x="17667" y="30350"/>
                </a:lnTo>
                <a:lnTo>
                  <a:pt x="17667" y="30316"/>
                </a:lnTo>
                <a:lnTo>
                  <a:pt x="17656" y="30282"/>
                </a:lnTo>
                <a:lnTo>
                  <a:pt x="17621" y="30213"/>
                </a:lnTo>
                <a:lnTo>
                  <a:pt x="17565" y="30179"/>
                </a:lnTo>
                <a:lnTo>
                  <a:pt x="17496" y="30157"/>
                </a:lnTo>
                <a:lnTo>
                  <a:pt x="17496" y="27768"/>
                </a:lnTo>
                <a:lnTo>
                  <a:pt x="17553" y="27745"/>
                </a:lnTo>
                <a:lnTo>
                  <a:pt x="17610" y="27711"/>
                </a:lnTo>
                <a:lnTo>
                  <a:pt x="17633" y="27654"/>
                </a:lnTo>
                <a:lnTo>
                  <a:pt x="17644" y="27597"/>
                </a:lnTo>
                <a:lnTo>
                  <a:pt x="17633" y="27529"/>
                </a:lnTo>
                <a:lnTo>
                  <a:pt x="19669" y="26357"/>
                </a:lnTo>
                <a:lnTo>
                  <a:pt x="19703" y="26391"/>
                </a:lnTo>
                <a:lnTo>
                  <a:pt x="19737" y="26425"/>
                </a:lnTo>
                <a:lnTo>
                  <a:pt x="19783" y="26437"/>
                </a:lnTo>
                <a:lnTo>
                  <a:pt x="19840" y="26448"/>
                </a:lnTo>
                <a:lnTo>
                  <a:pt x="19897" y="26437"/>
                </a:lnTo>
                <a:lnTo>
                  <a:pt x="19942" y="26425"/>
                </a:lnTo>
                <a:lnTo>
                  <a:pt x="19976" y="26391"/>
                </a:lnTo>
                <a:lnTo>
                  <a:pt x="20010" y="26357"/>
                </a:lnTo>
                <a:close/>
                <a:moveTo>
                  <a:pt x="24754" y="26357"/>
                </a:moveTo>
                <a:lnTo>
                  <a:pt x="26790" y="27529"/>
                </a:lnTo>
                <a:lnTo>
                  <a:pt x="26779" y="27597"/>
                </a:lnTo>
                <a:lnTo>
                  <a:pt x="26790" y="27654"/>
                </a:lnTo>
                <a:lnTo>
                  <a:pt x="26824" y="27711"/>
                </a:lnTo>
                <a:lnTo>
                  <a:pt x="26870" y="27745"/>
                </a:lnTo>
                <a:lnTo>
                  <a:pt x="26927" y="27756"/>
                </a:lnTo>
                <a:lnTo>
                  <a:pt x="26927" y="30168"/>
                </a:lnTo>
                <a:lnTo>
                  <a:pt x="26870" y="30191"/>
                </a:lnTo>
                <a:lnTo>
                  <a:pt x="26813" y="30225"/>
                </a:lnTo>
                <a:lnTo>
                  <a:pt x="26779" y="30282"/>
                </a:lnTo>
                <a:lnTo>
                  <a:pt x="26767" y="30350"/>
                </a:lnTo>
                <a:lnTo>
                  <a:pt x="26779" y="30418"/>
                </a:lnTo>
                <a:lnTo>
                  <a:pt x="24777" y="31567"/>
                </a:lnTo>
                <a:lnTo>
                  <a:pt x="24742" y="31522"/>
                </a:lnTo>
                <a:lnTo>
                  <a:pt x="24697" y="31487"/>
                </a:lnTo>
                <a:lnTo>
                  <a:pt x="24640" y="31465"/>
                </a:lnTo>
                <a:lnTo>
                  <a:pt x="24583" y="31453"/>
                </a:lnTo>
                <a:lnTo>
                  <a:pt x="24515" y="31465"/>
                </a:lnTo>
                <a:lnTo>
                  <a:pt x="24469" y="31487"/>
                </a:lnTo>
                <a:lnTo>
                  <a:pt x="24413" y="31522"/>
                </a:lnTo>
                <a:lnTo>
                  <a:pt x="24378" y="31567"/>
                </a:lnTo>
                <a:lnTo>
                  <a:pt x="22410" y="30430"/>
                </a:lnTo>
                <a:lnTo>
                  <a:pt x="22422" y="30384"/>
                </a:lnTo>
                <a:lnTo>
                  <a:pt x="22422" y="30350"/>
                </a:lnTo>
                <a:lnTo>
                  <a:pt x="22422" y="30316"/>
                </a:lnTo>
                <a:lnTo>
                  <a:pt x="22410" y="30270"/>
                </a:lnTo>
                <a:lnTo>
                  <a:pt x="22388" y="30236"/>
                </a:lnTo>
                <a:lnTo>
                  <a:pt x="22365" y="30213"/>
                </a:lnTo>
                <a:lnTo>
                  <a:pt x="22308" y="30168"/>
                </a:lnTo>
                <a:lnTo>
                  <a:pt x="22274" y="30145"/>
                </a:lnTo>
                <a:lnTo>
                  <a:pt x="22240" y="30145"/>
                </a:lnTo>
                <a:lnTo>
                  <a:pt x="22240" y="27813"/>
                </a:lnTo>
                <a:lnTo>
                  <a:pt x="22274" y="27802"/>
                </a:lnTo>
                <a:lnTo>
                  <a:pt x="22308" y="27790"/>
                </a:lnTo>
                <a:lnTo>
                  <a:pt x="22342" y="27768"/>
                </a:lnTo>
                <a:lnTo>
                  <a:pt x="22376" y="27734"/>
                </a:lnTo>
                <a:lnTo>
                  <a:pt x="22399" y="27711"/>
                </a:lnTo>
                <a:lnTo>
                  <a:pt x="22410" y="27677"/>
                </a:lnTo>
                <a:lnTo>
                  <a:pt x="22422" y="27631"/>
                </a:lnTo>
                <a:lnTo>
                  <a:pt x="22433" y="27597"/>
                </a:lnTo>
                <a:lnTo>
                  <a:pt x="22422" y="27552"/>
                </a:lnTo>
                <a:lnTo>
                  <a:pt x="22410" y="27517"/>
                </a:lnTo>
                <a:lnTo>
                  <a:pt x="24413" y="26357"/>
                </a:lnTo>
                <a:lnTo>
                  <a:pt x="24447" y="26391"/>
                </a:lnTo>
                <a:lnTo>
                  <a:pt x="24481" y="26425"/>
                </a:lnTo>
                <a:lnTo>
                  <a:pt x="24526" y="26437"/>
                </a:lnTo>
                <a:lnTo>
                  <a:pt x="24583" y="26448"/>
                </a:lnTo>
                <a:lnTo>
                  <a:pt x="24629" y="26437"/>
                </a:lnTo>
                <a:lnTo>
                  <a:pt x="24674" y="26425"/>
                </a:lnTo>
                <a:lnTo>
                  <a:pt x="24720" y="26391"/>
                </a:lnTo>
                <a:lnTo>
                  <a:pt x="24754" y="26357"/>
                </a:lnTo>
                <a:close/>
                <a:moveTo>
                  <a:pt x="53170" y="26334"/>
                </a:moveTo>
                <a:lnTo>
                  <a:pt x="55229" y="27529"/>
                </a:lnTo>
                <a:lnTo>
                  <a:pt x="55217" y="27563"/>
                </a:lnTo>
                <a:lnTo>
                  <a:pt x="55217" y="27597"/>
                </a:lnTo>
                <a:lnTo>
                  <a:pt x="55229" y="27665"/>
                </a:lnTo>
                <a:lnTo>
                  <a:pt x="55263" y="27711"/>
                </a:lnTo>
                <a:lnTo>
                  <a:pt x="55320" y="27756"/>
                </a:lnTo>
                <a:lnTo>
                  <a:pt x="55376" y="27768"/>
                </a:lnTo>
                <a:lnTo>
                  <a:pt x="55376" y="30134"/>
                </a:lnTo>
                <a:lnTo>
                  <a:pt x="55331" y="30145"/>
                </a:lnTo>
                <a:lnTo>
                  <a:pt x="55297" y="30157"/>
                </a:lnTo>
                <a:lnTo>
                  <a:pt x="55263" y="30179"/>
                </a:lnTo>
                <a:lnTo>
                  <a:pt x="55229" y="30202"/>
                </a:lnTo>
                <a:lnTo>
                  <a:pt x="55206" y="30236"/>
                </a:lnTo>
                <a:lnTo>
                  <a:pt x="55183" y="30270"/>
                </a:lnTo>
                <a:lnTo>
                  <a:pt x="55172" y="30304"/>
                </a:lnTo>
                <a:lnTo>
                  <a:pt x="55172" y="30350"/>
                </a:lnTo>
                <a:lnTo>
                  <a:pt x="55172" y="30395"/>
                </a:lnTo>
                <a:lnTo>
                  <a:pt x="55183" y="30430"/>
                </a:lnTo>
                <a:lnTo>
                  <a:pt x="53226" y="31567"/>
                </a:lnTo>
                <a:lnTo>
                  <a:pt x="53192" y="31522"/>
                </a:lnTo>
                <a:lnTo>
                  <a:pt x="53135" y="31487"/>
                </a:lnTo>
                <a:lnTo>
                  <a:pt x="53079" y="31465"/>
                </a:lnTo>
                <a:lnTo>
                  <a:pt x="53022" y="31453"/>
                </a:lnTo>
                <a:lnTo>
                  <a:pt x="52965" y="31465"/>
                </a:lnTo>
                <a:lnTo>
                  <a:pt x="52908" y="31476"/>
                </a:lnTo>
                <a:lnTo>
                  <a:pt x="52862" y="31510"/>
                </a:lnTo>
                <a:lnTo>
                  <a:pt x="52817" y="31556"/>
                </a:lnTo>
                <a:lnTo>
                  <a:pt x="50815" y="30395"/>
                </a:lnTo>
                <a:lnTo>
                  <a:pt x="50815" y="30350"/>
                </a:lnTo>
                <a:lnTo>
                  <a:pt x="50803" y="30293"/>
                </a:lnTo>
                <a:lnTo>
                  <a:pt x="50781" y="30248"/>
                </a:lnTo>
                <a:lnTo>
                  <a:pt x="50735" y="30213"/>
                </a:lnTo>
                <a:lnTo>
                  <a:pt x="50678" y="30191"/>
                </a:lnTo>
                <a:lnTo>
                  <a:pt x="50678" y="27779"/>
                </a:lnTo>
                <a:lnTo>
                  <a:pt x="50747" y="27756"/>
                </a:lnTo>
                <a:lnTo>
                  <a:pt x="50792" y="27711"/>
                </a:lnTo>
                <a:lnTo>
                  <a:pt x="50826" y="27665"/>
                </a:lnTo>
                <a:lnTo>
                  <a:pt x="50838" y="27597"/>
                </a:lnTo>
                <a:lnTo>
                  <a:pt x="50826" y="27529"/>
                </a:lnTo>
                <a:lnTo>
                  <a:pt x="52874" y="26346"/>
                </a:lnTo>
                <a:lnTo>
                  <a:pt x="52908" y="26380"/>
                </a:lnTo>
                <a:lnTo>
                  <a:pt x="52942" y="26403"/>
                </a:lnTo>
                <a:lnTo>
                  <a:pt x="52976" y="26414"/>
                </a:lnTo>
                <a:lnTo>
                  <a:pt x="53067" y="26414"/>
                </a:lnTo>
                <a:lnTo>
                  <a:pt x="53101" y="26391"/>
                </a:lnTo>
                <a:lnTo>
                  <a:pt x="53135" y="26369"/>
                </a:lnTo>
                <a:lnTo>
                  <a:pt x="53170" y="26334"/>
                </a:lnTo>
                <a:close/>
                <a:moveTo>
                  <a:pt x="72189" y="26369"/>
                </a:moveTo>
                <a:lnTo>
                  <a:pt x="74191" y="27529"/>
                </a:lnTo>
                <a:lnTo>
                  <a:pt x="74180" y="27597"/>
                </a:lnTo>
                <a:lnTo>
                  <a:pt x="74191" y="27665"/>
                </a:lnTo>
                <a:lnTo>
                  <a:pt x="74225" y="27711"/>
                </a:lnTo>
                <a:lnTo>
                  <a:pt x="74282" y="27756"/>
                </a:lnTo>
                <a:lnTo>
                  <a:pt x="74339" y="27768"/>
                </a:lnTo>
                <a:lnTo>
                  <a:pt x="74339" y="30157"/>
                </a:lnTo>
                <a:lnTo>
                  <a:pt x="74305" y="30157"/>
                </a:lnTo>
                <a:lnTo>
                  <a:pt x="74271" y="30168"/>
                </a:lnTo>
                <a:lnTo>
                  <a:pt x="74214" y="30213"/>
                </a:lnTo>
                <a:lnTo>
                  <a:pt x="74169" y="30282"/>
                </a:lnTo>
                <a:lnTo>
                  <a:pt x="74157" y="30316"/>
                </a:lnTo>
                <a:lnTo>
                  <a:pt x="74157" y="30350"/>
                </a:lnTo>
                <a:lnTo>
                  <a:pt x="74157" y="30384"/>
                </a:lnTo>
                <a:lnTo>
                  <a:pt x="74169" y="30418"/>
                </a:lnTo>
                <a:lnTo>
                  <a:pt x="72189" y="31567"/>
                </a:lnTo>
                <a:lnTo>
                  <a:pt x="72155" y="31522"/>
                </a:lnTo>
                <a:lnTo>
                  <a:pt x="72110" y="31487"/>
                </a:lnTo>
                <a:lnTo>
                  <a:pt x="72053" y="31465"/>
                </a:lnTo>
                <a:lnTo>
                  <a:pt x="71996" y="31453"/>
                </a:lnTo>
                <a:lnTo>
                  <a:pt x="71928" y="31465"/>
                </a:lnTo>
                <a:lnTo>
                  <a:pt x="71871" y="31487"/>
                </a:lnTo>
                <a:lnTo>
                  <a:pt x="71825" y="31522"/>
                </a:lnTo>
                <a:lnTo>
                  <a:pt x="71791" y="31567"/>
                </a:lnTo>
                <a:lnTo>
                  <a:pt x="69823" y="30430"/>
                </a:lnTo>
                <a:lnTo>
                  <a:pt x="69835" y="30384"/>
                </a:lnTo>
                <a:lnTo>
                  <a:pt x="69835" y="30350"/>
                </a:lnTo>
                <a:lnTo>
                  <a:pt x="69835" y="30316"/>
                </a:lnTo>
                <a:lnTo>
                  <a:pt x="69823" y="30270"/>
                </a:lnTo>
                <a:lnTo>
                  <a:pt x="69800" y="30236"/>
                </a:lnTo>
                <a:lnTo>
                  <a:pt x="69778" y="30213"/>
                </a:lnTo>
                <a:lnTo>
                  <a:pt x="69721" y="30168"/>
                </a:lnTo>
                <a:lnTo>
                  <a:pt x="69687" y="30145"/>
                </a:lnTo>
                <a:lnTo>
                  <a:pt x="69641" y="30145"/>
                </a:lnTo>
                <a:lnTo>
                  <a:pt x="69641" y="27836"/>
                </a:lnTo>
                <a:lnTo>
                  <a:pt x="69687" y="27836"/>
                </a:lnTo>
                <a:lnTo>
                  <a:pt x="69732" y="27813"/>
                </a:lnTo>
                <a:lnTo>
                  <a:pt x="69766" y="27790"/>
                </a:lnTo>
                <a:lnTo>
                  <a:pt x="69800" y="27756"/>
                </a:lnTo>
                <a:lnTo>
                  <a:pt x="69835" y="27722"/>
                </a:lnTo>
                <a:lnTo>
                  <a:pt x="69846" y="27688"/>
                </a:lnTo>
                <a:lnTo>
                  <a:pt x="69869" y="27643"/>
                </a:lnTo>
                <a:lnTo>
                  <a:pt x="69869" y="27597"/>
                </a:lnTo>
                <a:lnTo>
                  <a:pt x="69857" y="27540"/>
                </a:lnTo>
                <a:lnTo>
                  <a:pt x="69846" y="27495"/>
                </a:lnTo>
                <a:lnTo>
                  <a:pt x="71791" y="26380"/>
                </a:lnTo>
                <a:lnTo>
                  <a:pt x="71825" y="26414"/>
                </a:lnTo>
                <a:lnTo>
                  <a:pt x="71871" y="26448"/>
                </a:lnTo>
                <a:lnTo>
                  <a:pt x="71928" y="26471"/>
                </a:lnTo>
                <a:lnTo>
                  <a:pt x="71996" y="26482"/>
                </a:lnTo>
                <a:lnTo>
                  <a:pt x="72053" y="26471"/>
                </a:lnTo>
                <a:lnTo>
                  <a:pt x="72110" y="26448"/>
                </a:lnTo>
                <a:lnTo>
                  <a:pt x="72155" y="26414"/>
                </a:lnTo>
                <a:lnTo>
                  <a:pt x="72189" y="26369"/>
                </a:lnTo>
                <a:close/>
                <a:moveTo>
                  <a:pt x="76899" y="26357"/>
                </a:moveTo>
                <a:lnTo>
                  <a:pt x="78901" y="27506"/>
                </a:lnTo>
                <a:lnTo>
                  <a:pt x="78889" y="27552"/>
                </a:lnTo>
                <a:lnTo>
                  <a:pt x="78878" y="27597"/>
                </a:lnTo>
                <a:lnTo>
                  <a:pt x="78889" y="27631"/>
                </a:lnTo>
                <a:lnTo>
                  <a:pt x="78901" y="27677"/>
                </a:lnTo>
                <a:lnTo>
                  <a:pt x="78912" y="27711"/>
                </a:lnTo>
                <a:lnTo>
                  <a:pt x="78935" y="27745"/>
                </a:lnTo>
                <a:lnTo>
                  <a:pt x="78969" y="27768"/>
                </a:lnTo>
                <a:lnTo>
                  <a:pt x="79003" y="27790"/>
                </a:lnTo>
                <a:lnTo>
                  <a:pt x="79037" y="27802"/>
                </a:lnTo>
                <a:lnTo>
                  <a:pt x="79083" y="27813"/>
                </a:lnTo>
                <a:lnTo>
                  <a:pt x="79083" y="30145"/>
                </a:lnTo>
                <a:lnTo>
                  <a:pt x="79037" y="30145"/>
                </a:lnTo>
                <a:lnTo>
                  <a:pt x="79003" y="30157"/>
                </a:lnTo>
                <a:lnTo>
                  <a:pt x="78969" y="30179"/>
                </a:lnTo>
                <a:lnTo>
                  <a:pt x="78946" y="30202"/>
                </a:lnTo>
                <a:lnTo>
                  <a:pt x="78923" y="30236"/>
                </a:lnTo>
                <a:lnTo>
                  <a:pt x="78901" y="30270"/>
                </a:lnTo>
                <a:lnTo>
                  <a:pt x="78889" y="30316"/>
                </a:lnTo>
                <a:lnTo>
                  <a:pt x="78889" y="30350"/>
                </a:lnTo>
                <a:lnTo>
                  <a:pt x="78889" y="30395"/>
                </a:lnTo>
                <a:lnTo>
                  <a:pt x="78901" y="30430"/>
                </a:lnTo>
                <a:lnTo>
                  <a:pt x="76921" y="31567"/>
                </a:lnTo>
                <a:lnTo>
                  <a:pt x="76887" y="31533"/>
                </a:lnTo>
                <a:lnTo>
                  <a:pt x="76842" y="31499"/>
                </a:lnTo>
                <a:lnTo>
                  <a:pt x="76785" y="31476"/>
                </a:lnTo>
                <a:lnTo>
                  <a:pt x="76728" y="31465"/>
                </a:lnTo>
                <a:lnTo>
                  <a:pt x="76671" y="31476"/>
                </a:lnTo>
                <a:lnTo>
                  <a:pt x="76626" y="31499"/>
                </a:lnTo>
                <a:lnTo>
                  <a:pt x="76580" y="31533"/>
                </a:lnTo>
                <a:lnTo>
                  <a:pt x="76546" y="31567"/>
                </a:lnTo>
                <a:lnTo>
                  <a:pt x="74555" y="30418"/>
                </a:lnTo>
                <a:lnTo>
                  <a:pt x="74567" y="30350"/>
                </a:lnTo>
                <a:lnTo>
                  <a:pt x="74555" y="30316"/>
                </a:lnTo>
                <a:lnTo>
                  <a:pt x="74555" y="30282"/>
                </a:lnTo>
                <a:lnTo>
                  <a:pt x="74510" y="30213"/>
                </a:lnTo>
                <a:lnTo>
                  <a:pt x="74453" y="30179"/>
                </a:lnTo>
                <a:lnTo>
                  <a:pt x="74385" y="30157"/>
                </a:lnTo>
                <a:lnTo>
                  <a:pt x="74385" y="27768"/>
                </a:lnTo>
                <a:lnTo>
                  <a:pt x="74453" y="27745"/>
                </a:lnTo>
                <a:lnTo>
                  <a:pt x="74498" y="27711"/>
                </a:lnTo>
                <a:lnTo>
                  <a:pt x="74533" y="27654"/>
                </a:lnTo>
                <a:lnTo>
                  <a:pt x="74544" y="27597"/>
                </a:lnTo>
                <a:lnTo>
                  <a:pt x="74533" y="27529"/>
                </a:lnTo>
                <a:lnTo>
                  <a:pt x="76557" y="26357"/>
                </a:lnTo>
                <a:lnTo>
                  <a:pt x="76592" y="26391"/>
                </a:lnTo>
                <a:lnTo>
                  <a:pt x="76637" y="26425"/>
                </a:lnTo>
                <a:lnTo>
                  <a:pt x="76683" y="26437"/>
                </a:lnTo>
                <a:lnTo>
                  <a:pt x="76728" y="26448"/>
                </a:lnTo>
                <a:lnTo>
                  <a:pt x="76785" y="26437"/>
                </a:lnTo>
                <a:lnTo>
                  <a:pt x="76830" y="26425"/>
                </a:lnTo>
                <a:lnTo>
                  <a:pt x="76865" y="26391"/>
                </a:lnTo>
                <a:lnTo>
                  <a:pt x="76899" y="26357"/>
                </a:lnTo>
                <a:close/>
                <a:moveTo>
                  <a:pt x="81642" y="26357"/>
                </a:moveTo>
                <a:lnTo>
                  <a:pt x="83690" y="27529"/>
                </a:lnTo>
                <a:lnTo>
                  <a:pt x="83678" y="27597"/>
                </a:lnTo>
                <a:lnTo>
                  <a:pt x="83690" y="27654"/>
                </a:lnTo>
                <a:lnTo>
                  <a:pt x="83713" y="27711"/>
                </a:lnTo>
                <a:lnTo>
                  <a:pt x="83769" y="27745"/>
                </a:lnTo>
                <a:lnTo>
                  <a:pt x="83826" y="27756"/>
                </a:lnTo>
                <a:lnTo>
                  <a:pt x="83826" y="30168"/>
                </a:lnTo>
                <a:lnTo>
                  <a:pt x="83758" y="30191"/>
                </a:lnTo>
                <a:lnTo>
                  <a:pt x="83701" y="30225"/>
                </a:lnTo>
                <a:lnTo>
                  <a:pt x="83667" y="30282"/>
                </a:lnTo>
                <a:lnTo>
                  <a:pt x="83656" y="30350"/>
                </a:lnTo>
                <a:lnTo>
                  <a:pt x="83667" y="30418"/>
                </a:lnTo>
                <a:lnTo>
                  <a:pt x="81676" y="31567"/>
                </a:lnTo>
                <a:lnTo>
                  <a:pt x="81631" y="31522"/>
                </a:lnTo>
                <a:lnTo>
                  <a:pt x="81585" y="31487"/>
                </a:lnTo>
                <a:lnTo>
                  <a:pt x="81528" y="31465"/>
                </a:lnTo>
                <a:lnTo>
                  <a:pt x="81472" y="31453"/>
                </a:lnTo>
                <a:lnTo>
                  <a:pt x="81415" y="31465"/>
                </a:lnTo>
                <a:lnTo>
                  <a:pt x="81358" y="31487"/>
                </a:lnTo>
                <a:lnTo>
                  <a:pt x="81312" y="31522"/>
                </a:lnTo>
                <a:lnTo>
                  <a:pt x="81267" y="31567"/>
                </a:lnTo>
                <a:lnTo>
                  <a:pt x="79299" y="30430"/>
                </a:lnTo>
                <a:lnTo>
                  <a:pt x="79310" y="30384"/>
                </a:lnTo>
                <a:lnTo>
                  <a:pt x="79310" y="30350"/>
                </a:lnTo>
                <a:lnTo>
                  <a:pt x="79310" y="30316"/>
                </a:lnTo>
                <a:lnTo>
                  <a:pt x="79299" y="30270"/>
                </a:lnTo>
                <a:lnTo>
                  <a:pt x="79287" y="30236"/>
                </a:lnTo>
                <a:lnTo>
                  <a:pt x="79265" y="30213"/>
                </a:lnTo>
                <a:lnTo>
                  <a:pt x="79196" y="30168"/>
                </a:lnTo>
                <a:lnTo>
                  <a:pt x="79162" y="30145"/>
                </a:lnTo>
                <a:lnTo>
                  <a:pt x="79128" y="30145"/>
                </a:lnTo>
                <a:lnTo>
                  <a:pt x="79128" y="27813"/>
                </a:lnTo>
                <a:lnTo>
                  <a:pt x="79162" y="27802"/>
                </a:lnTo>
                <a:lnTo>
                  <a:pt x="79208" y="27790"/>
                </a:lnTo>
                <a:lnTo>
                  <a:pt x="79231" y="27768"/>
                </a:lnTo>
                <a:lnTo>
                  <a:pt x="79265" y="27734"/>
                </a:lnTo>
                <a:lnTo>
                  <a:pt x="79287" y="27711"/>
                </a:lnTo>
                <a:lnTo>
                  <a:pt x="79310" y="27677"/>
                </a:lnTo>
                <a:lnTo>
                  <a:pt x="79310" y="27631"/>
                </a:lnTo>
                <a:lnTo>
                  <a:pt x="79322" y="27597"/>
                </a:lnTo>
                <a:lnTo>
                  <a:pt x="79310" y="27552"/>
                </a:lnTo>
                <a:lnTo>
                  <a:pt x="79299" y="27517"/>
                </a:lnTo>
                <a:lnTo>
                  <a:pt x="81301" y="26357"/>
                </a:lnTo>
                <a:lnTo>
                  <a:pt x="81335" y="26391"/>
                </a:lnTo>
                <a:lnTo>
                  <a:pt x="81369" y="26425"/>
                </a:lnTo>
                <a:lnTo>
                  <a:pt x="81415" y="26437"/>
                </a:lnTo>
                <a:lnTo>
                  <a:pt x="81472" y="26448"/>
                </a:lnTo>
                <a:lnTo>
                  <a:pt x="81517" y="26437"/>
                </a:lnTo>
                <a:lnTo>
                  <a:pt x="81574" y="26425"/>
                </a:lnTo>
                <a:lnTo>
                  <a:pt x="81608" y="26391"/>
                </a:lnTo>
                <a:lnTo>
                  <a:pt x="81642" y="26357"/>
                </a:lnTo>
                <a:close/>
                <a:moveTo>
                  <a:pt x="10546" y="26369"/>
                </a:moveTo>
                <a:lnTo>
                  <a:pt x="12503" y="27495"/>
                </a:lnTo>
                <a:lnTo>
                  <a:pt x="12491" y="27540"/>
                </a:lnTo>
                <a:lnTo>
                  <a:pt x="12480" y="27597"/>
                </a:lnTo>
                <a:lnTo>
                  <a:pt x="12491" y="27643"/>
                </a:lnTo>
                <a:lnTo>
                  <a:pt x="12503" y="27688"/>
                </a:lnTo>
                <a:lnTo>
                  <a:pt x="12525" y="27722"/>
                </a:lnTo>
                <a:lnTo>
                  <a:pt x="12548" y="27768"/>
                </a:lnTo>
                <a:lnTo>
                  <a:pt x="12582" y="27790"/>
                </a:lnTo>
                <a:lnTo>
                  <a:pt x="12616" y="27813"/>
                </a:lnTo>
                <a:lnTo>
                  <a:pt x="12662" y="27836"/>
                </a:lnTo>
                <a:lnTo>
                  <a:pt x="12707" y="27836"/>
                </a:lnTo>
                <a:lnTo>
                  <a:pt x="12707" y="30134"/>
                </a:lnTo>
                <a:lnTo>
                  <a:pt x="12673" y="30145"/>
                </a:lnTo>
                <a:lnTo>
                  <a:pt x="12628" y="30157"/>
                </a:lnTo>
                <a:lnTo>
                  <a:pt x="12605" y="30179"/>
                </a:lnTo>
                <a:lnTo>
                  <a:pt x="12571" y="30202"/>
                </a:lnTo>
                <a:lnTo>
                  <a:pt x="12548" y="30236"/>
                </a:lnTo>
                <a:lnTo>
                  <a:pt x="12525" y="30270"/>
                </a:lnTo>
                <a:lnTo>
                  <a:pt x="12514" y="30316"/>
                </a:lnTo>
                <a:lnTo>
                  <a:pt x="12514" y="30350"/>
                </a:lnTo>
                <a:lnTo>
                  <a:pt x="12514" y="30395"/>
                </a:lnTo>
                <a:lnTo>
                  <a:pt x="12525" y="30430"/>
                </a:lnTo>
                <a:lnTo>
                  <a:pt x="10535" y="31578"/>
                </a:lnTo>
                <a:lnTo>
                  <a:pt x="10500" y="31544"/>
                </a:lnTo>
                <a:lnTo>
                  <a:pt x="10455" y="31510"/>
                </a:lnTo>
                <a:lnTo>
                  <a:pt x="10409" y="31499"/>
                </a:lnTo>
                <a:lnTo>
                  <a:pt x="10364" y="31487"/>
                </a:lnTo>
                <a:lnTo>
                  <a:pt x="10307" y="31499"/>
                </a:lnTo>
                <a:lnTo>
                  <a:pt x="10262" y="31510"/>
                </a:lnTo>
                <a:lnTo>
                  <a:pt x="10216" y="31544"/>
                </a:lnTo>
                <a:lnTo>
                  <a:pt x="10182" y="31578"/>
                </a:lnTo>
                <a:lnTo>
                  <a:pt x="8225" y="30452"/>
                </a:lnTo>
                <a:lnTo>
                  <a:pt x="8248" y="30407"/>
                </a:lnTo>
                <a:lnTo>
                  <a:pt x="8248" y="30350"/>
                </a:lnTo>
                <a:lnTo>
                  <a:pt x="8248" y="30304"/>
                </a:lnTo>
                <a:lnTo>
                  <a:pt x="8225" y="30259"/>
                </a:lnTo>
                <a:lnTo>
                  <a:pt x="8203" y="30213"/>
                </a:lnTo>
                <a:lnTo>
                  <a:pt x="8180" y="30179"/>
                </a:lnTo>
                <a:lnTo>
                  <a:pt x="8146" y="30145"/>
                </a:lnTo>
                <a:lnTo>
                  <a:pt x="8100" y="30122"/>
                </a:lnTo>
                <a:lnTo>
                  <a:pt x="8066" y="30100"/>
                </a:lnTo>
                <a:lnTo>
                  <a:pt x="8009" y="30100"/>
                </a:lnTo>
                <a:lnTo>
                  <a:pt x="8009" y="27779"/>
                </a:lnTo>
                <a:lnTo>
                  <a:pt x="8077" y="27756"/>
                </a:lnTo>
                <a:lnTo>
                  <a:pt x="8134" y="27722"/>
                </a:lnTo>
                <a:lnTo>
                  <a:pt x="8168" y="27665"/>
                </a:lnTo>
                <a:lnTo>
                  <a:pt x="8180" y="27597"/>
                </a:lnTo>
                <a:lnTo>
                  <a:pt x="8180" y="27563"/>
                </a:lnTo>
                <a:lnTo>
                  <a:pt x="8168" y="27529"/>
                </a:lnTo>
                <a:lnTo>
                  <a:pt x="10171" y="26369"/>
                </a:lnTo>
                <a:lnTo>
                  <a:pt x="10205" y="26414"/>
                </a:lnTo>
                <a:lnTo>
                  <a:pt x="10250" y="26448"/>
                </a:lnTo>
                <a:lnTo>
                  <a:pt x="10296" y="26471"/>
                </a:lnTo>
                <a:lnTo>
                  <a:pt x="10421" y="26471"/>
                </a:lnTo>
                <a:lnTo>
                  <a:pt x="10466" y="26448"/>
                </a:lnTo>
                <a:lnTo>
                  <a:pt x="10512" y="26414"/>
                </a:lnTo>
                <a:lnTo>
                  <a:pt x="10546" y="26369"/>
                </a:lnTo>
                <a:close/>
                <a:moveTo>
                  <a:pt x="57936" y="26346"/>
                </a:moveTo>
                <a:lnTo>
                  <a:pt x="59938" y="27506"/>
                </a:lnTo>
                <a:lnTo>
                  <a:pt x="59927" y="27552"/>
                </a:lnTo>
                <a:lnTo>
                  <a:pt x="59927" y="27597"/>
                </a:lnTo>
                <a:lnTo>
                  <a:pt x="59927" y="27631"/>
                </a:lnTo>
                <a:lnTo>
                  <a:pt x="59938" y="27677"/>
                </a:lnTo>
                <a:lnTo>
                  <a:pt x="59949" y="27711"/>
                </a:lnTo>
                <a:lnTo>
                  <a:pt x="59983" y="27745"/>
                </a:lnTo>
                <a:lnTo>
                  <a:pt x="60006" y="27768"/>
                </a:lnTo>
                <a:lnTo>
                  <a:pt x="60040" y="27790"/>
                </a:lnTo>
                <a:lnTo>
                  <a:pt x="60074" y="27802"/>
                </a:lnTo>
                <a:lnTo>
                  <a:pt x="60120" y="27813"/>
                </a:lnTo>
                <a:lnTo>
                  <a:pt x="60120" y="30145"/>
                </a:lnTo>
                <a:lnTo>
                  <a:pt x="60086" y="30157"/>
                </a:lnTo>
                <a:lnTo>
                  <a:pt x="60040" y="30168"/>
                </a:lnTo>
                <a:lnTo>
                  <a:pt x="59983" y="30213"/>
                </a:lnTo>
                <a:lnTo>
                  <a:pt x="59961" y="30236"/>
                </a:lnTo>
                <a:lnTo>
                  <a:pt x="59949" y="30270"/>
                </a:lnTo>
                <a:lnTo>
                  <a:pt x="59938" y="30316"/>
                </a:lnTo>
                <a:lnTo>
                  <a:pt x="59927" y="30350"/>
                </a:lnTo>
                <a:lnTo>
                  <a:pt x="59938" y="30384"/>
                </a:lnTo>
                <a:lnTo>
                  <a:pt x="59949" y="30430"/>
                </a:lnTo>
                <a:lnTo>
                  <a:pt x="57936" y="31578"/>
                </a:lnTo>
                <a:lnTo>
                  <a:pt x="57902" y="31544"/>
                </a:lnTo>
                <a:lnTo>
                  <a:pt x="57868" y="31522"/>
                </a:lnTo>
                <a:lnTo>
                  <a:pt x="57822" y="31499"/>
                </a:lnTo>
                <a:lnTo>
                  <a:pt x="57720" y="31499"/>
                </a:lnTo>
                <a:lnTo>
                  <a:pt x="57674" y="31522"/>
                </a:lnTo>
                <a:lnTo>
                  <a:pt x="57640" y="31544"/>
                </a:lnTo>
                <a:lnTo>
                  <a:pt x="57606" y="31578"/>
                </a:lnTo>
                <a:lnTo>
                  <a:pt x="55604" y="30430"/>
                </a:lnTo>
                <a:lnTo>
                  <a:pt x="55604" y="30384"/>
                </a:lnTo>
                <a:lnTo>
                  <a:pt x="55615" y="30350"/>
                </a:lnTo>
                <a:lnTo>
                  <a:pt x="55604" y="30316"/>
                </a:lnTo>
                <a:lnTo>
                  <a:pt x="55593" y="30270"/>
                </a:lnTo>
                <a:lnTo>
                  <a:pt x="55581" y="30236"/>
                </a:lnTo>
                <a:lnTo>
                  <a:pt x="55558" y="30202"/>
                </a:lnTo>
                <a:lnTo>
                  <a:pt x="55502" y="30157"/>
                </a:lnTo>
                <a:lnTo>
                  <a:pt x="55467" y="30145"/>
                </a:lnTo>
                <a:lnTo>
                  <a:pt x="55422" y="30134"/>
                </a:lnTo>
                <a:lnTo>
                  <a:pt x="55422" y="27768"/>
                </a:lnTo>
                <a:lnTo>
                  <a:pt x="55479" y="27745"/>
                </a:lnTo>
                <a:lnTo>
                  <a:pt x="55524" y="27711"/>
                </a:lnTo>
                <a:lnTo>
                  <a:pt x="55558" y="27654"/>
                </a:lnTo>
                <a:lnTo>
                  <a:pt x="55570" y="27597"/>
                </a:lnTo>
                <a:lnTo>
                  <a:pt x="55558" y="27540"/>
                </a:lnTo>
                <a:lnTo>
                  <a:pt x="57606" y="26357"/>
                </a:lnTo>
                <a:lnTo>
                  <a:pt x="57640" y="26391"/>
                </a:lnTo>
                <a:lnTo>
                  <a:pt x="57674" y="26414"/>
                </a:lnTo>
                <a:lnTo>
                  <a:pt x="57720" y="26437"/>
                </a:lnTo>
                <a:lnTo>
                  <a:pt x="57822" y="26437"/>
                </a:lnTo>
                <a:lnTo>
                  <a:pt x="57868" y="26414"/>
                </a:lnTo>
                <a:lnTo>
                  <a:pt x="57902" y="26391"/>
                </a:lnTo>
                <a:lnTo>
                  <a:pt x="57936" y="26346"/>
                </a:lnTo>
                <a:close/>
                <a:moveTo>
                  <a:pt x="67446" y="26369"/>
                </a:moveTo>
                <a:lnTo>
                  <a:pt x="69391" y="27495"/>
                </a:lnTo>
                <a:lnTo>
                  <a:pt x="69380" y="27540"/>
                </a:lnTo>
                <a:lnTo>
                  <a:pt x="69368" y="27597"/>
                </a:lnTo>
                <a:lnTo>
                  <a:pt x="69380" y="27643"/>
                </a:lnTo>
                <a:lnTo>
                  <a:pt x="69391" y="27688"/>
                </a:lnTo>
                <a:lnTo>
                  <a:pt x="69414" y="27722"/>
                </a:lnTo>
                <a:lnTo>
                  <a:pt x="69436" y="27768"/>
                </a:lnTo>
                <a:lnTo>
                  <a:pt x="69471" y="27790"/>
                </a:lnTo>
                <a:lnTo>
                  <a:pt x="69516" y="27813"/>
                </a:lnTo>
                <a:lnTo>
                  <a:pt x="69550" y="27836"/>
                </a:lnTo>
                <a:lnTo>
                  <a:pt x="69596" y="27836"/>
                </a:lnTo>
                <a:lnTo>
                  <a:pt x="69596" y="30134"/>
                </a:lnTo>
                <a:lnTo>
                  <a:pt x="69562" y="30145"/>
                </a:lnTo>
                <a:lnTo>
                  <a:pt x="69527" y="30157"/>
                </a:lnTo>
                <a:lnTo>
                  <a:pt x="69493" y="30179"/>
                </a:lnTo>
                <a:lnTo>
                  <a:pt x="69459" y="30202"/>
                </a:lnTo>
                <a:lnTo>
                  <a:pt x="69436" y="30236"/>
                </a:lnTo>
                <a:lnTo>
                  <a:pt x="69425" y="30270"/>
                </a:lnTo>
                <a:lnTo>
                  <a:pt x="69414" y="30316"/>
                </a:lnTo>
                <a:lnTo>
                  <a:pt x="69402" y="30350"/>
                </a:lnTo>
                <a:lnTo>
                  <a:pt x="69414" y="30395"/>
                </a:lnTo>
                <a:lnTo>
                  <a:pt x="69425" y="30430"/>
                </a:lnTo>
                <a:lnTo>
                  <a:pt x="67423" y="31578"/>
                </a:lnTo>
                <a:lnTo>
                  <a:pt x="67389" y="31544"/>
                </a:lnTo>
                <a:lnTo>
                  <a:pt x="67355" y="31510"/>
                </a:lnTo>
                <a:lnTo>
                  <a:pt x="67298" y="31499"/>
                </a:lnTo>
                <a:lnTo>
                  <a:pt x="67252" y="31487"/>
                </a:lnTo>
                <a:lnTo>
                  <a:pt x="67195" y="31499"/>
                </a:lnTo>
                <a:lnTo>
                  <a:pt x="67150" y="31510"/>
                </a:lnTo>
                <a:lnTo>
                  <a:pt x="67116" y="31544"/>
                </a:lnTo>
                <a:lnTo>
                  <a:pt x="67082" y="31578"/>
                </a:lnTo>
                <a:lnTo>
                  <a:pt x="65125" y="30452"/>
                </a:lnTo>
                <a:lnTo>
                  <a:pt x="65136" y="30407"/>
                </a:lnTo>
                <a:lnTo>
                  <a:pt x="65136" y="30350"/>
                </a:lnTo>
                <a:lnTo>
                  <a:pt x="65136" y="30304"/>
                </a:lnTo>
                <a:lnTo>
                  <a:pt x="65125" y="30259"/>
                </a:lnTo>
                <a:lnTo>
                  <a:pt x="65102" y="30213"/>
                </a:lnTo>
                <a:lnTo>
                  <a:pt x="65068" y="30179"/>
                </a:lnTo>
                <a:lnTo>
                  <a:pt x="65034" y="30145"/>
                </a:lnTo>
                <a:lnTo>
                  <a:pt x="65000" y="30122"/>
                </a:lnTo>
                <a:lnTo>
                  <a:pt x="64954" y="30100"/>
                </a:lnTo>
                <a:lnTo>
                  <a:pt x="64909" y="30100"/>
                </a:lnTo>
                <a:lnTo>
                  <a:pt x="64909" y="27779"/>
                </a:lnTo>
                <a:lnTo>
                  <a:pt x="64966" y="27756"/>
                </a:lnTo>
                <a:lnTo>
                  <a:pt x="65023" y="27722"/>
                </a:lnTo>
                <a:lnTo>
                  <a:pt x="65057" y="27665"/>
                </a:lnTo>
                <a:lnTo>
                  <a:pt x="65068" y="27597"/>
                </a:lnTo>
                <a:lnTo>
                  <a:pt x="65068" y="27563"/>
                </a:lnTo>
                <a:lnTo>
                  <a:pt x="65057" y="27529"/>
                </a:lnTo>
                <a:lnTo>
                  <a:pt x="67059" y="26369"/>
                </a:lnTo>
                <a:lnTo>
                  <a:pt x="67093" y="26414"/>
                </a:lnTo>
                <a:lnTo>
                  <a:pt x="67139" y="26448"/>
                </a:lnTo>
                <a:lnTo>
                  <a:pt x="67195" y="26471"/>
                </a:lnTo>
                <a:lnTo>
                  <a:pt x="67309" y="26471"/>
                </a:lnTo>
                <a:lnTo>
                  <a:pt x="67366" y="26448"/>
                </a:lnTo>
                <a:lnTo>
                  <a:pt x="67412" y="26414"/>
                </a:lnTo>
                <a:lnTo>
                  <a:pt x="67446" y="26369"/>
                </a:lnTo>
                <a:close/>
                <a:moveTo>
                  <a:pt x="43751" y="26369"/>
                </a:moveTo>
                <a:lnTo>
                  <a:pt x="45673" y="27483"/>
                </a:lnTo>
                <a:lnTo>
                  <a:pt x="45662" y="27540"/>
                </a:lnTo>
                <a:lnTo>
                  <a:pt x="45650" y="27597"/>
                </a:lnTo>
                <a:lnTo>
                  <a:pt x="45662" y="27643"/>
                </a:lnTo>
                <a:lnTo>
                  <a:pt x="45673" y="27688"/>
                </a:lnTo>
                <a:lnTo>
                  <a:pt x="45696" y="27734"/>
                </a:lnTo>
                <a:lnTo>
                  <a:pt x="45719" y="27768"/>
                </a:lnTo>
                <a:lnTo>
                  <a:pt x="45764" y="27802"/>
                </a:lnTo>
                <a:lnTo>
                  <a:pt x="45798" y="27825"/>
                </a:lnTo>
                <a:lnTo>
                  <a:pt x="45844" y="27847"/>
                </a:lnTo>
                <a:lnTo>
                  <a:pt x="45901" y="27847"/>
                </a:lnTo>
                <a:lnTo>
                  <a:pt x="45901" y="30111"/>
                </a:lnTo>
                <a:lnTo>
                  <a:pt x="45844" y="30111"/>
                </a:lnTo>
                <a:lnTo>
                  <a:pt x="45810" y="30134"/>
                </a:lnTo>
                <a:lnTo>
                  <a:pt x="45764" y="30157"/>
                </a:lnTo>
                <a:lnTo>
                  <a:pt x="45730" y="30179"/>
                </a:lnTo>
                <a:lnTo>
                  <a:pt x="45707" y="30225"/>
                </a:lnTo>
                <a:lnTo>
                  <a:pt x="45685" y="30259"/>
                </a:lnTo>
                <a:lnTo>
                  <a:pt x="45673" y="30304"/>
                </a:lnTo>
                <a:lnTo>
                  <a:pt x="45662" y="30350"/>
                </a:lnTo>
                <a:lnTo>
                  <a:pt x="45673" y="30395"/>
                </a:lnTo>
                <a:lnTo>
                  <a:pt x="45685" y="30441"/>
                </a:lnTo>
                <a:lnTo>
                  <a:pt x="43705" y="31590"/>
                </a:lnTo>
                <a:lnTo>
                  <a:pt x="43671" y="31556"/>
                </a:lnTo>
                <a:lnTo>
                  <a:pt x="43637" y="31533"/>
                </a:lnTo>
                <a:lnTo>
                  <a:pt x="43591" y="31510"/>
                </a:lnTo>
                <a:lnTo>
                  <a:pt x="43489" y="31510"/>
                </a:lnTo>
                <a:lnTo>
                  <a:pt x="43455" y="31522"/>
                </a:lnTo>
                <a:lnTo>
                  <a:pt x="43409" y="31556"/>
                </a:lnTo>
                <a:lnTo>
                  <a:pt x="43387" y="31590"/>
                </a:lnTo>
                <a:lnTo>
                  <a:pt x="41373" y="30430"/>
                </a:lnTo>
                <a:lnTo>
                  <a:pt x="41385" y="30384"/>
                </a:lnTo>
                <a:lnTo>
                  <a:pt x="41385" y="30350"/>
                </a:lnTo>
                <a:lnTo>
                  <a:pt x="41385" y="30316"/>
                </a:lnTo>
                <a:lnTo>
                  <a:pt x="41373" y="30270"/>
                </a:lnTo>
                <a:lnTo>
                  <a:pt x="41362" y="30236"/>
                </a:lnTo>
                <a:lnTo>
                  <a:pt x="41339" y="30202"/>
                </a:lnTo>
                <a:lnTo>
                  <a:pt x="41271" y="30157"/>
                </a:lnTo>
                <a:lnTo>
                  <a:pt x="41237" y="30145"/>
                </a:lnTo>
                <a:lnTo>
                  <a:pt x="41203" y="30134"/>
                </a:lnTo>
                <a:lnTo>
                  <a:pt x="41203" y="27813"/>
                </a:lnTo>
                <a:lnTo>
                  <a:pt x="41237" y="27813"/>
                </a:lnTo>
                <a:lnTo>
                  <a:pt x="41282" y="27790"/>
                </a:lnTo>
                <a:lnTo>
                  <a:pt x="41316" y="27768"/>
                </a:lnTo>
                <a:lnTo>
                  <a:pt x="41339" y="27745"/>
                </a:lnTo>
                <a:lnTo>
                  <a:pt x="41362" y="27711"/>
                </a:lnTo>
                <a:lnTo>
                  <a:pt x="41385" y="27677"/>
                </a:lnTo>
                <a:lnTo>
                  <a:pt x="41396" y="27631"/>
                </a:lnTo>
                <a:lnTo>
                  <a:pt x="41396" y="27597"/>
                </a:lnTo>
                <a:lnTo>
                  <a:pt x="41396" y="27552"/>
                </a:lnTo>
                <a:lnTo>
                  <a:pt x="41385" y="27506"/>
                </a:lnTo>
                <a:lnTo>
                  <a:pt x="43341" y="26380"/>
                </a:lnTo>
                <a:lnTo>
                  <a:pt x="43375" y="26425"/>
                </a:lnTo>
                <a:lnTo>
                  <a:pt x="43421" y="26460"/>
                </a:lnTo>
                <a:lnTo>
                  <a:pt x="43478" y="26482"/>
                </a:lnTo>
                <a:lnTo>
                  <a:pt x="43535" y="26494"/>
                </a:lnTo>
                <a:lnTo>
                  <a:pt x="43603" y="26482"/>
                </a:lnTo>
                <a:lnTo>
                  <a:pt x="43660" y="26460"/>
                </a:lnTo>
                <a:lnTo>
                  <a:pt x="43705" y="26425"/>
                </a:lnTo>
                <a:lnTo>
                  <a:pt x="43751" y="26369"/>
                </a:lnTo>
                <a:close/>
                <a:moveTo>
                  <a:pt x="5825" y="26369"/>
                </a:moveTo>
                <a:lnTo>
                  <a:pt x="7816" y="27529"/>
                </a:lnTo>
                <a:lnTo>
                  <a:pt x="7804" y="27563"/>
                </a:lnTo>
                <a:lnTo>
                  <a:pt x="7804" y="27597"/>
                </a:lnTo>
                <a:lnTo>
                  <a:pt x="7816" y="27665"/>
                </a:lnTo>
                <a:lnTo>
                  <a:pt x="7850" y="27722"/>
                </a:lnTo>
                <a:lnTo>
                  <a:pt x="7907" y="27756"/>
                </a:lnTo>
                <a:lnTo>
                  <a:pt x="7964" y="27779"/>
                </a:lnTo>
                <a:lnTo>
                  <a:pt x="7964" y="30100"/>
                </a:lnTo>
                <a:lnTo>
                  <a:pt x="7918" y="30100"/>
                </a:lnTo>
                <a:lnTo>
                  <a:pt x="7873" y="30122"/>
                </a:lnTo>
                <a:lnTo>
                  <a:pt x="7839" y="30145"/>
                </a:lnTo>
                <a:lnTo>
                  <a:pt x="7804" y="30179"/>
                </a:lnTo>
                <a:lnTo>
                  <a:pt x="7770" y="30213"/>
                </a:lnTo>
                <a:lnTo>
                  <a:pt x="7748" y="30259"/>
                </a:lnTo>
                <a:lnTo>
                  <a:pt x="7736" y="30304"/>
                </a:lnTo>
                <a:lnTo>
                  <a:pt x="7736" y="30350"/>
                </a:lnTo>
                <a:lnTo>
                  <a:pt x="7736" y="30407"/>
                </a:lnTo>
                <a:lnTo>
                  <a:pt x="7748" y="30452"/>
                </a:lnTo>
                <a:lnTo>
                  <a:pt x="5757" y="31601"/>
                </a:lnTo>
                <a:lnTo>
                  <a:pt x="5734" y="31578"/>
                </a:lnTo>
                <a:lnTo>
                  <a:pt x="5700" y="31556"/>
                </a:lnTo>
                <a:lnTo>
                  <a:pt x="5655" y="31533"/>
                </a:lnTo>
                <a:lnTo>
                  <a:pt x="5575" y="31533"/>
                </a:lnTo>
                <a:lnTo>
                  <a:pt x="5541" y="31556"/>
                </a:lnTo>
                <a:lnTo>
                  <a:pt x="5507" y="31567"/>
                </a:lnTo>
                <a:lnTo>
                  <a:pt x="5484" y="31601"/>
                </a:lnTo>
                <a:lnTo>
                  <a:pt x="3448" y="30430"/>
                </a:lnTo>
                <a:lnTo>
                  <a:pt x="3459" y="30384"/>
                </a:lnTo>
                <a:lnTo>
                  <a:pt x="3459" y="30350"/>
                </a:lnTo>
                <a:lnTo>
                  <a:pt x="3459" y="30316"/>
                </a:lnTo>
                <a:lnTo>
                  <a:pt x="3448" y="30270"/>
                </a:lnTo>
                <a:lnTo>
                  <a:pt x="3425" y="30236"/>
                </a:lnTo>
                <a:lnTo>
                  <a:pt x="3402" y="30213"/>
                </a:lnTo>
                <a:lnTo>
                  <a:pt x="3345" y="30168"/>
                </a:lnTo>
                <a:lnTo>
                  <a:pt x="3311" y="30157"/>
                </a:lnTo>
                <a:lnTo>
                  <a:pt x="3277" y="30145"/>
                </a:lnTo>
                <a:lnTo>
                  <a:pt x="3277" y="27813"/>
                </a:lnTo>
                <a:lnTo>
                  <a:pt x="3311" y="27802"/>
                </a:lnTo>
                <a:lnTo>
                  <a:pt x="3345" y="27790"/>
                </a:lnTo>
                <a:lnTo>
                  <a:pt x="3379" y="27768"/>
                </a:lnTo>
                <a:lnTo>
                  <a:pt x="3414" y="27745"/>
                </a:lnTo>
                <a:lnTo>
                  <a:pt x="3436" y="27711"/>
                </a:lnTo>
                <a:lnTo>
                  <a:pt x="3448" y="27677"/>
                </a:lnTo>
                <a:lnTo>
                  <a:pt x="3459" y="27631"/>
                </a:lnTo>
                <a:lnTo>
                  <a:pt x="3470" y="27597"/>
                </a:lnTo>
                <a:lnTo>
                  <a:pt x="3459" y="27552"/>
                </a:lnTo>
                <a:lnTo>
                  <a:pt x="3448" y="27506"/>
                </a:lnTo>
                <a:lnTo>
                  <a:pt x="5416" y="26380"/>
                </a:lnTo>
                <a:lnTo>
                  <a:pt x="5450" y="26425"/>
                </a:lnTo>
                <a:lnTo>
                  <a:pt x="5507" y="26460"/>
                </a:lnTo>
                <a:lnTo>
                  <a:pt x="5564" y="26482"/>
                </a:lnTo>
                <a:lnTo>
                  <a:pt x="5677" y="26482"/>
                </a:lnTo>
                <a:lnTo>
                  <a:pt x="5734" y="26460"/>
                </a:lnTo>
                <a:lnTo>
                  <a:pt x="5780" y="26414"/>
                </a:lnTo>
                <a:lnTo>
                  <a:pt x="5825" y="26369"/>
                </a:lnTo>
                <a:close/>
                <a:moveTo>
                  <a:pt x="29509" y="26369"/>
                </a:moveTo>
                <a:lnTo>
                  <a:pt x="31465" y="27495"/>
                </a:lnTo>
                <a:lnTo>
                  <a:pt x="31443" y="27540"/>
                </a:lnTo>
                <a:lnTo>
                  <a:pt x="31431" y="27597"/>
                </a:lnTo>
                <a:lnTo>
                  <a:pt x="31443" y="27643"/>
                </a:lnTo>
                <a:lnTo>
                  <a:pt x="31454" y="27688"/>
                </a:lnTo>
                <a:lnTo>
                  <a:pt x="31477" y="27734"/>
                </a:lnTo>
                <a:lnTo>
                  <a:pt x="31511" y="27768"/>
                </a:lnTo>
                <a:lnTo>
                  <a:pt x="31545" y="27802"/>
                </a:lnTo>
                <a:lnTo>
                  <a:pt x="31579" y="27825"/>
                </a:lnTo>
                <a:lnTo>
                  <a:pt x="31625" y="27836"/>
                </a:lnTo>
                <a:lnTo>
                  <a:pt x="31670" y="27847"/>
                </a:lnTo>
                <a:lnTo>
                  <a:pt x="31670" y="30111"/>
                </a:lnTo>
                <a:lnTo>
                  <a:pt x="31625" y="30111"/>
                </a:lnTo>
                <a:lnTo>
                  <a:pt x="31579" y="30134"/>
                </a:lnTo>
                <a:lnTo>
                  <a:pt x="31545" y="30157"/>
                </a:lnTo>
                <a:lnTo>
                  <a:pt x="31511" y="30179"/>
                </a:lnTo>
                <a:lnTo>
                  <a:pt x="31488" y="30225"/>
                </a:lnTo>
                <a:lnTo>
                  <a:pt x="31465" y="30259"/>
                </a:lnTo>
                <a:lnTo>
                  <a:pt x="31454" y="30304"/>
                </a:lnTo>
                <a:lnTo>
                  <a:pt x="31443" y="30350"/>
                </a:lnTo>
                <a:lnTo>
                  <a:pt x="31454" y="30395"/>
                </a:lnTo>
                <a:lnTo>
                  <a:pt x="31465" y="30441"/>
                </a:lnTo>
                <a:lnTo>
                  <a:pt x="29463" y="31601"/>
                </a:lnTo>
                <a:lnTo>
                  <a:pt x="29429" y="31567"/>
                </a:lnTo>
                <a:lnTo>
                  <a:pt x="29395" y="31544"/>
                </a:lnTo>
                <a:lnTo>
                  <a:pt x="29361" y="31533"/>
                </a:lnTo>
                <a:lnTo>
                  <a:pt x="29315" y="31522"/>
                </a:lnTo>
                <a:lnTo>
                  <a:pt x="29281" y="31533"/>
                </a:lnTo>
                <a:lnTo>
                  <a:pt x="29236" y="31544"/>
                </a:lnTo>
                <a:lnTo>
                  <a:pt x="29213" y="31567"/>
                </a:lnTo>
                <a:lnTo>
                  <a:pt x="29179" y="31601"/>
                </a:lnTo>
                <a:lnTo>
                  <a:pt x="27120" y="30407"/>
                </a:lnTo>
                <a:lnTo>
                  <a:pt x="27131" y="30350"/>
                </a:lnTo>
                <a:lnTo>
                  <a:pt x="27120" y="30282"/>
                </a:lnTo>
                <a:lnTo>
                  <a:pt x="27086" y="30236"/>
                </a:lnTo>
                <a:lnTo>
                  <a:pt x="27040" y="30191"/>
                </a:lnTo>
                <a:lnTo>
                  <a:pt x="26972" y="30168"/>
                </a:lnTo>
                <a:lnTo>
                  <a:pt x="26972" y="27756"/>
                </a:lnTo>
                <a:lnTo>
                  <a:pt x="27029" y="27734"/>
                </a:lnTo>
                <a:lnTo>
                  <a:pt x="27074" y="27699"/>
                </a:lnTo>
                <a:lnTo>
                  <a:pt x="27109" y="27654"/>
                </a:lnTo>
                <a:lnTo>
                  <a:pt x="27120" y="27597"/>
                </a:lnTo>
                <a:lnTo>
                  <a:pt x="27109" y="27540"/>
                </a:lnTo>
                <a:lnTo>
                  <a:pt x="29133" y="26369"/>
                </a:lnTo>
                <a:lnTo>
                  <a:pt x="29167" y="26414"/>
                </a:lnTo>
                <a:lnTo>
                  <a:pt x="29213" y="26448"/>
                </a:lnTo>
                <a:lnTo>
                  <a:pt x="29258" y="26471"/>
                </a:lnTo>
                <a:lnTo>
                  <a:pt x="29384" y="26471"/>
                </a:lnTo>
                <a:lnTo>
                  <a:pt x="29429" y="26448"/>
                </a:lnTo>
                <a:lnTo>
                  <a:pt x="29475" y="26414"/>
                </a:lnTo>
                <a:lnTo>
                  <a:pt x="29509" y="26369"/>
                </a:lnTo>
                <a:close/>
                <a:moveTo>
                  <a:pt x="38984" y="26357"/>
                </a:moveTo>
                <a:lnTo>
                  <a:pt x="40964" y="27506"/>
                </a:lnTo>
                <a:lnTo>
                  <a:pt x="40952" y="27552"/>
                </a:lnTo>
                <a:lnTo>
                  <a:pt x="40941" y="27597"/>
                </a:lnTo>
                <a:lnTo>
                  <a:pt x="40941" y="27643"/>
                </a:lnTo>
                <a:lnTo>
                  <a:pt x="40964" y="27677"/>
                </a:lnTo>
                <a:lnTo>
                  <a:pt x="40975" y="27722"/>
                </a:lnTo>
                <a:lnTo>
                  <a:pt x="41009" y="27745"/>
                </a:lnTo>
                <a:lnTo>
                  <a:pt x="41032" y="27779"/>
                </a:lnTo>
                <a:lnTo>
                  <a:pt x="41066" y="27802"/>
                </a:lnTo>
                <a:lnTo>
                  <a:pt x="41112" y="27813"/>
                </a:lnTo>
                <a:lnTo>
                  <a:pt x="41157" y="27825"/>
                </a:lnTo>
                <a:lnTo>
                  <a:pt x="41157" y="30134"/>
                </a:lnTo>
                <a:lnTo>
                  <a:pt x="41112" y="30145"/>
                </a:lnTo>
                <a:lnTo>
                  <a:pt x="41078" y="30157"/>
                </a:lnTo>
                <a:lnTo>
                  <a:pt x="41043" y="30179"/>
                </a:lnTo>
                <a:lnTo>
                  <a:pt x="41009" y="30202"/>
                </a:lnTo>
                <a:lnTo>
                  <a:pt x="40987" y="30236"/>
                </a:lnTo>
                <a:lnTo>
                  <a:pt x="40964" y="30270"/>
                </a:lnTo>
                <a:lnTo>
                  <a:pt x="40952" y="30304"/>
                </a:lnTo>
                <a:lnTo>
                  <a:pt x="40952" y="30350"/>
                </a:lnTo>
                <a:lnTo>
                  <a:pt x="40952" y="30395"/>
                </a:lnTo>
                <a:lnTo>
                  <a:pt x="40964" y="30430"/>
                </a:lnTo>
                <a:lnTo>
                  <a:pt x="38939" y="31601"/>
                </a:lnTo>
                <a:lnTo>
                  <a:pt x="38916" y="31567"/>
                </a:lnTo>
                <a:lnTo>
                  <a:pt x="38882" y="31544"/>
                </a:lnTo>
                <a:lnTo>
                  <a:pt x="38848" y="31533"/>
                </a:lnTo>
                <a:lnTo>
                  <a:pt x="38802" y="31522"/>
                </a:lnTo>
                <a:lnTo>
                  <a:pt x="38757" y="31533"/>
                </a:lnTo>
                <a:lnTo>
                  <a:pt x="38723" y="31544"/>
                </a:lnTo>
                <a:lnTo>
                  <a:pt x="38689" y="31567"/>
                </a:lnTo>
                <a:lnTo>
                  <a:pt x="38666" y="31590"/>
                </a:lnTo>
                <a:lnTo>
                  <a:pt x="36607" y="30407"/>
                </a:lnTo>
                <a:lnTo>
                  <a:pt x="36618" y="30350"/>
                </a:lnTo>
                <a:lnTo>
                  <a:pt x="36607" y="30282"/>
                </a:lnTo>
                <a:lnTo>
                  <a:pt x="36573" y="30225"/>
                </a:lnTo>
                <a:lnTo>
                  <a:pt x="36527" y="30191"/>
                </a:lnTo>
                <a:lnTo>
                  <a:pt x="36459" y="30168"/>
                </a:lnTo>
                <a:lnTo>
                  <a:pt x="36459" y="27847"/>
                </a:lnTo>
                <a:lnTo>
                  <a:pt x="36505" y="27836"/>
                </a:lnTo>
                <a:lnTo>
                  <a:pt x="36550" y="27825"/>
                </a:lnTo>
                <a:lnTo>
                  <a:pt x="36584" y="27790"/>
                </a:lnTo>
                <a:lnTo>
                  <a:pt x="36618" y="27768"/>
                </a:lnTo>
                <a:lnTo>
                  <a:pt x="36641" y="27722"/>
                </a:lnTo>
                <a:lnTo>
                  <a:pt x="36664" y="27688"/>
                </a:lnTo>
                <a:lnTo>
                  <a:pt x="36675" y="27643"/>
                </a:lnTo>
                <a:lnTo>
                  <a:pt x="36687" y="27597"/>
                </a:lnTo>
                <a:lnTo>
                  <a:pt x="36675" y="27540"/>
                </a:lnTo>
                <a:lnTo>
                  <a:pt x="36664" y="27495"/>
                </a:lnTo>
                <a:lnTo>
                  <a:pt x="38620" y="26369"/>
                </a:lnTo>
                <a:lnTo>
                  <a:pt x="38655" y="26403"/>
                </a:lnTo>
                <a:lnTo>
                  <a:pt x="38700" y="26437"/>
                </a:lnTo>
                <a:lnTo>
                  <a:pt x="38746" y="26460"/>
                </a:lnTo>
                <a:lnTo>
                  <a:pt x="38859" y="26460"/>
                </a:lnTo>
                <a:lnTo>
                  <a:pt x="38905" y="26437"/>
                </a:lnTo>
                <a:lnTo>
                  <a:pt x="38950" y="26403"/>
                </a:lnTo>
                <a:lnTo>
                  <a:pt x="38984" y="26357"/>
                </a:lnTo>
                <a:close/>
                <a:moveTo>
                  <a:pt x="48483" y="26369"/>
                </a:moveTo>
                <a:lnTo>
                  <a:pt x="50474" y="27517"/>
                </a:lnTo>
                <a:lnTo>
                  <a:pt x="50462" y="27552"/>
                </a:lnTo>
                <a:lnTo>
                  <a:pt x="50462" y="27597"/>
                </a:lnTo>
                <a:lnTo>
                  <a:pt x="50462" y="27631"/>
                </a:lnTo>
                <a:lnTo>
                  <a:pt x="50474" y="27665"/>
                </a:lnTo>
                <a:lnTo>
                  <a:pt x="50508" y="27722"/>
                </a:lnTo>
                <a:lnTo>
                  <a:pt x="50565" y="27768"/>
                </a:lnTo>
                <a:lnTo>
                  <a:pt x="50599" y="27779"/>
                </a:lnTo>
                <a:lnTo>
                  <a:pt x="50633" y="27779"/>
                </a:lnTo>
                <a:lnTo>
                  <a:pt x="50633" y="30191"/>
                </a:lnTo>
                <a:lnTo>
                  <a:pt x="50576" y="30202"/>
                </a:lnTo>
                <a:lnTo>
                  <a:pt x="50530" y="30236"/>
                </a:lnTo>
                <a:lnTo>
                  <a:pt x="50496" y="30293"/>
                </a:lnTo>
                <a:lnTo>
                  <a:pt x="50485" y="30350"/>
                </a:lnTo>
                <a:lnTo>
                  <a:pt x="50496" y="30407"/>
                </a:lnTo>
                <a:lnTo>
                  <a:pt x="48426" y="31601"/>
                </a:lnTo>
                <a:lnTo>
                  <a:pt x="48392" y="31567"/>
                </a:lnTo>
                <a:lnTo>
                  <a:pt x="48358" y="31544"/>
                </a:lnTo>
                <a:lnTo>
                  <a:pt x="48324" y="31533"/>
                </a:lnTo>
                <a:lnTo>
                  <a:pt x="48278" y="31522"/>
                </a:lnTo>
                <a:lnTo>
                  <a:pt x="48244" y="31533"/>
                </a:lnTo>
                <a:lnTo>
                  <a:pt x="48199" y="31544"/>
                </a:lnTo>
                <a:lnTo>
                  <a:pt x="48164" y="31567"/>
                </a:lnTo>
                <a:lnTo>
                  <a:pt x="48142" y="31590"/>
                </a:lnTo>
                <a:lnTo>
                  <a:pt x="46140" y="30441"/>
                </a:lnTo>
                <a:lnTo>
                  <a:pt x="46151" y="30395"/>
                </a:lnTo>
                <a:lnTo>
                  <a:pt x="46151" y="30350"/>
                </a:lnTo>
                <a:lnTo>
                  <a:pt x="46151" y="30304"/>
                </a:lnTo>
                <a:lnTo>
                  <a:pt x="46140" y="30259"/>
                </a:lnTo>
                <a:lnTo>
                  <a:pt x="46117" y="30225"/>
                </a:lnTo>
                <a:lnTo>
                  <a:pt x="46094" y="30191"/>
                </a:lnTo>
                <a:lnTo>
                  <a:pt x="46060" y="30157"/>
                </a:lnTo>
                <a:lnTo>
                  <a:pt x="46026" y="30134"/>
                </a:lnTo>
                <a:lnTo>
                  <a:pt x="45980" y="30122"/>
                </a:lnTo>
                <a:lnTo>
                  <a:pt x="45946" y="30111"/>
                </a:lnTo>
                <a:lnTo>
                  <a:pt x="45946" y="27847"/>
                </a:lnTo>
                <a:lnTo>
                  <a:pt x="45992" y="27836"/>
                </a:lnTo>
                <a:lnTo>
                  <a:pt x="46026" y="27825"/>
                </a:lnTo>
                <a:lnTo>
                  <a:pt x="46071" y="27802"/>
                </a:lnTo>
                <a:lnTo>
                  <a:pt x="46105" y="27768"/>
                </a:lnTo>
                <a:lnTo>
                  <a:pt x="46128" y="27734"/>
                </a:lnTo>
                <a:lnTo>
                  <a:pt x="46151" y="27688"/>
                </a:lnTo>
                <a:lnTo>
                  <a:pt x="46162" y="27643"/>
                </a:lnTo>
                <a:lnTo>
                  <a:pt x="46162" y="27597"/>
                </a:lnTo>
                <a:lnTo>
                  <a:pt x="46162" y="27540"/>
                </a:lnTo>
                <a:lnTo>
                  <a:pt x="46151" y="27495"/>
                </a:lnTo>
                <a:lnTo>
                  <a:pt x="48073" y="26380"/>
                </a:lnTo>
                <a:lnTo>
                  <a:pt x="48119" y="26425"/>
                </a:lnTo>
                <a:lnTo>
                  <a:pt x="48164" y="26460"/>
                </a:lnTo>
                <a:lnTo>
                  <a:pt x="48221" y="26482"/>
                </a:lnTo>
                <a:lnTo>
                  <a:pt x="48346" y="26482"/>
                </a:lnTo>
                <a:lnTo>
                  <a:pt x="48403" y="26460"/>
                </a:lnTo>
                <a:lnTo>
                  <a:pt x="48449" y="26414"/>
                </a:lnTo>
                <a:lnTo>
                  <a:pt x="48483" y="26369"/>
                </a:lnTo>
                <a:close/>
                <a:moveTo>
                  <a:pt x="62714" y="26369"/>
                </a:moveTo>
                <a:lnTo>
                  <a:pt x="64704" y="27529"/>
                </a:lnTo>
                <a:lnTo>
                  <a:pt x="64693" y="27563"/>
                </a:lnTo>
                <a:lnTo>
                  <a:pt x="64693" y="27597"/>
                </a:lnTo>
                <a:lnTo>
                  <a:pt x="64704" y="27665"/>
                </a:lnTo>
                <a:lnTo>
                  <a:pt x="64738" y="27722"/>
                </a:lnTo>
                <a:lnTo>
                  <a:pt x="64795" y="27756"/>
                </a:lnTo>
                <a:lnTo>
                  <a:pt x="64863" y="27779"/>
                </a:lnTo>
                <a:lnTo>
                  <a:pt x="64863" y="30100"/>
                </a:lnTo>
                <a:lnTo>
                  <a:pt x="64807" y="30100"/>
                </a:lnTo>
                <a:lnTo>
                  <a:pt x="64761" y="30122"/>
                </a:lnTo>
                <a:lnTo>
                  <a:pt x="64727" y="30145"/>
                </a:lnTo>
                <a:lnTo>
                  <a:pt x="64693" y="30179"/>
                </a:lnTo>
                <a:lnTo>
                  <a:pt x="64659" y="30213"/>
                </a:lnTo>
                <a:lnTo>
                  <a:pt x="64636" y="30259"/>
                </a:lnTo>
                <a:lnTo>
                  <a:pt x="64625" y="30304"/>
                </a:lnTo>
                <a:lnTo>
                  <a:pt x="64625" y="30350"/>
                </a:lnTo>
                <a:lnTo>
                  <a:pt x="64625" y="30407"/>
                </a:lnTo>
                <a:lnTo>
                  <a:pt x="64647" y="30452"/>
                </a:lnTo>
                <a:lnTo>
                  <a:pt x="62645" y="31601"/>
                </a:lnTo>
                <a:lnTo>
                  <a:pt x="62623" y="31578"/>
                </a:lnTo>
                <a:lnTo>
                  <a:pt x="62588" y="31556"/>
                </a:lnTo>
                <a:lnTo>
                  <a:pt x="62554" y="31533"/>
                </a:lnTo>
                <a:lnTo>
                  <a:pt x="62475" y="31533"/>
                </a:lnTo>
                <a:lnTo>
                  <a:pt x="62429" y="31556"/>
                </a:lnTo>
                <a:lnTo>
                  <a:pt x="62406" y="31567"/>
                </a:lnTo>
                <a:lnTo>
                  <a:pt x="62372" y="31601"/>
                </a:lnTo>
                <a:lnTo>
                  <a:pt x="60336" y="30430"/>
                </a:lnTo>
                <a:lnTo>
                  <a:pt x="60347" y="30384"/>
                </a:lnTo>
                <a:lnTo>
                  <a:pt x="60347" y="30350"/>
                </a:lnTo>
                <a:lnTo>
                  <a:pt x="60347" y="30316"/>
                </a:lnTo>
                <a:lnTo>
                  <a:pt x="60336" y="30270"/>
                </a:lnTo>
                <a:lnTo>
                  <a:pt x="60325" y="30236"/>
                </a:lnTo>
                <a:lnTo>
                  <a:pt x="60302" y="30213"/>
                </a:lnTo>
                <a:lnTo>
                  <a:pt x="60234" y="30168"/>
                </a:lnTo>
                <a:lnTo>
                  <a:pt x="60200" y="30157"/>
                </a:lnTo>
                <a:lnTo>
                  <a:pt x="60165" y="30145"/>
                </a:lnTo>
                <a:lnTo>
                  <a:pt x="60165" y="27813"/>
                </a:lnTo>
                <a:lnTo>
                  <a:pt x="60200" y="27802"/>
                </a:lnTo>
                <a:lnTo>
                  <a:pt x="60245" y="27790"/>
                </a:lnTo>
                <a:lnTo>
                  <a:pt x="60279" y="27768"/>
                </a:lnTo>
                <a:lnTo>
                  <a:pt x="60302" y="27745"/>
                </a:lnTo>
                <a:lnTo>
                  <a:pt x="60325" y="27711"/>
                </a:lnTo>
                <a:lnTo>
                  <a:pt x="60347" y="27677"/>
                </a:lnTo>
                <a:lnTo>
                  <a:pt x="60359" y="27631"/>
                </a:lnTo>
                <a:lnTo>
                  <a:pt x="60359" y="27597"/>
                </a:lnTo>
                <a:lnTo>
                  <a:pt x="60359" y="27552"/>
                </a:lnTo>
                <a:lnTo>
                  <a:pt x="60347" y="27506"/>
                </a:lnTo>
                <a:lnTo>
                  <a:pt x="62304" y="26380"/>
                </a:lnTo>
                <a:lnTo>
                  <a:pt x="62350" y="26425"/>
                </a:lnTo>
                <a:lnTo>
                  <a:pt x="62395" y="26460"/>
                </a:lnTo>
                <a:lnTo>
                  <a:pt x="62452" y="26482"/>
                </a:lnTo>
                <a:lnTo>
                  <a:pt x="62577" y="26482"/>
                </a:lnTo>
                <a:lnTo>
                  <a:pt x="62623" y="26460"/>
                </a:lnTo>
                <a:lnTo>
                  <a:pt x="62679" y="26414"/>
                </a:lnTo>
                <a:lnTo>
                  <a:pt x="62714" y="26369"/>
                </a:lnTo>
                <a:close/>
                <a:moveTo>
                  <a:pt x="55581" y="30464"/>
                </a:moveTo>
                <a:lnTo>
                  <a:pt x="57583" y="31624"/>
                </a:lnTo>
                <a:lnTo>
                  <a:pt x="57572" y="31658"/>
                </a:lnTo>
                <a:lnTo>
                  <a:pt x="57572" y="31704"/>
                </a:lnTo>
                <a:lnTo>
                  <a:pt x="57572" y="31738"/>
                </a:lnTo>
                <a:lnTo>
                  <a:pt x="57583" y="31772"/>
                </a:lnTo>
                <a:lnTo>
                  <a:pt x="57617" y="31829"/>
                </a:lnTo>
                <a:lnTo>
                  <a:pt x="57674" y="31874"/>
                </a:lnTo>
                <a:lnTo>
                  <a:pt x="57708" y="31897"/>
                </a:lnTo>
                <a:lnTo>
                  <a:pt x="57754" y="31897"/>
                </a:lnTo>
                <a:lnTo>
                  <a:pt x="57754" y="34263"/>
                </a:lnTo>
                <a:lnTo>
                  <a:pt x="57686" y="34286"/>
                </a:lnTo>
                <a:lnTo>
                  <a:pt x="57629" y="34331"/>
                </a:lnTo>
                <a:lnTo>
                  <a:pt x="57595" y="34388"/>
                </a:lnTo>
                <a:lnTo>
                  <a:pt x="57583" y="34422"/>
                </a:lnTo>
                <a:lnTo>
                  <a:pt x="57572" y="34456"/>
                </a:lnTo>
                <a:lnTo>
                  <a:pt x="57583" y="34525"/>
                </a:lnTo>
                <a:lnTo>
                  <a:pt x="55615" y="35662"/>
                </a:lnTo>
                <a:lnTo>
                  <a:pt x="55570" y="35617"/>
                </a:lnTo>
                <a:lnTo>
                  <a:pt x="55513" y="35583"/>
                </a:lnTo>
                <a:lnTo>
                  <a:pt x="55456" y="35560"/>
                </a:lnTo>
                <a:lnTo>
                  <a:pt x="55388" y="35548"/>
                </a:lnTo>
                <a:lnTo>
                  <a:pt x="55331" y="35548"/>
                </a:lnTo>
                <a:lnTo>
                  <a:pt x="55274" y="35571"/>
                </a:lnTo>
                <a:lnTo>
                  <a:pt x="55217" y="35617"/>
                </a:lnTo>
                <a:lnTo>
                  <a:pt x="55183" y="35662"/>
                </a:lnTo>
                <a:lnTo>
                  <a:pt x="53204" y="34513"/>
                </a:lnTo>
                <a:lnTo>
                  <a:pt x="53204" y="34456"/>
                </a:lnTo>
                <a:lnTo>
                  <a:pt x="53192" y="34388"/>
                </a:lnTo>
                <a:lnTo>
                  <a:pt x="53170" y="34331"/>
                </a:lnTo>
                <a:lnTo>
                  <a:pt x="53113" y="34297"/>
                </a:lnTo>
                <a:lnTo>
                  <a:pt x="53056" y="34274"/>
                </a:lnTo>
                <a:lnTo>
                  <a:pt x="53056" y="31942"/>
                </a:lnTo>
                <a:lnTo>
                  <a:pt x="53101" y="31931"/>
                </a:lnTo>
                <a:lnTo>
                  <a:pt x="53135" y="31908"/>
                </a:lnTo>
                <a:lnTo>
                  <a:pt x="53170" y="31886"/>
                </a:lnTo>
                <a:lnTo>
                  <a:pt x="53204" y="31863"/>
                </a:lnTo>
                <a:lnTo>
                  <a:pt x="53226" y="31829"/>
                </a:lnTo>
                <a:lnTo>
                  <a:pt x="53249" y="31783"/>
                </a:lnTo>
                <a:lnTo>
                  <a:pt x="53261" y="31749"/>
                </a:lnTo>
                <a:lnTo>
                  <a:pt x="53261" y="31704"/>
                </a:lnTo>
                <a:lnTo>
                  <a:pt x="53261" y="31647"/>
                </a:lnTo>
                <a:lnTo>
                  <a:pt x="53249" y="31613"/>
                </a:lnTo>
                <a:lnTo>
                  <a:pt x="55206" y="30475"/>
                </a:lnTo>
                <a:lnTo>
                  <a:pt x="55240" y="30509"/>
                </a:lnTo>
                <a:lnTo>
                  <a:pt x="55285" y="30543"/>
                </a:lnTo>
                <a:lnTo>
                  <a:pt x="55342" y="30566"/>
                </a:lnTo>
                <a:lnTo>
                  <a:pt x="55388" y="30577"/>
                </a:lnTo>
                <a:lnTo>
                  <a:pt x="55445" y="30566"/>
                </a:lnTo>
                <a:lnTo>
                  <a:pt x="55502" y="30543"/>
                </a:lnTo>
                <a:lnTo>
                  <a:pt x="55547" y="30509"/>
                </a:lnTo>
                <a:lnTo>
                  <a:pt x="55581" y="30464"/>
                </a:lnTo>
                <a:close/>
                <a:moveTo>
                  <a:pt x="3425" y="30464"/>
                </a:moveTo>
                <a:lnTo>
                  <a:pt x="5461" y="31635"/>
                </a:lnTo>
                <a:lnTo>
                  <a:pt x="5450" y="31704"/>
                </a:lnTo>
                <a:lnTo>
                  <a:pt x="5461" y="31760"/>
                </a:lnTo>
                <a:lnTo>
                  <a:pt x="5495" y="31806"/>
                </a:lnTo>
                <a:lnTo>
                  <a:pt x="5541" y="31840"/>
                </a:lnTo>
                <a:lnTo>
                  <a:pt x="5598" y="31863"/>
                </a:lnTo>
                <a:lnTo>
                  <a:pt x="5598" y="34218"/>
                </a:lnTo>
                <a:lnTo>
                  <a:pt x="5552" y="34218"/>
                </a:lnTo>
                <a:lnTo>
                  <a:pt x="5507" y="34240"/>
                </a:lnTo>
                <a:lnTo>
                  <a:pt x="5473" y="34263"/>
                </a:lnTo>
                <a:lnTo>
                  <a:pt x="5438" y="34286"/>
                </a:lnTo>
                <a:lnTo>
                  <a:pt x="5416" y="34320"/>
                </a:lnTo>
                <a:lnTo>
                  <a:pt x="5393" y="34365"/>
                </a:lnTo>
                <a:lnTo>
                  <a:pt x="5382" y="34411"/>
                </a:lnTo>
                <a:lnTo>
                  <a:pt x="5370" y="34456"/>
                </a:lnTo>
                <a:lnTo>
                  <a:pt x="5382" y="34502"/>
                </a:lnTo>
                <a:lnTo>
                  <a:pt x="5393" y="34547"/>
                </a:lnTo>
                <a:lnTo>
                  <a:pt x="3448" y="35674"/>
                </a:lnTo>
                <a:lnTo>
                  <a:pt x="3414" y="35628"/>
                </a:lnTo>
                <a:lnTo>
                  <a:pt x="3368" y="35594"/>
                </a:lnTo>
                <a:lnTo>
                  <a:pt x="3311" y="35571"/>
                </a:lnTo>
                <a:lnTo>
                  <a:pt x="3186" y="35571"/>
                </a:lnTo>
                <a:lnTo>
                  <a:pt x="3141" y="35594"/>
                </a:lnTo>
                <a:lnTo>
                  <a:pt x="3084" y="35628"/>
                </a:lnTo>
                <a:lnTo>
                  <a:pt x="3050" y="35674"/>
                </a:lnTo>
                <a:lnTo>
                  <a:pt x="1059" y="34525"/>
                </a:lnTo>
                <a:lnTo>
                  <a:pt x="1070" y="34456"/>
                </a:lnTo>
                <a:lnTo>
                  <a:pt x="1070" y="34422"/>
                </a:lnTo>
                <a:lnTo>
                  <a:pt x="1059" y="34388"/>
                </a:lnTo>
                <a:lnTo>
                  <a:pt x="1025" y="34331"/>
                </a:lnTo>
                <a:lnTo>
                  <a:pt x="968" y="34286"/>
                </a:lnTo>
                <a:lnTo>
                  <a:pt x="900" y="34263"/>
                </a:lnTo>
                <a:lnTo>
                  <a:pt x="900" y="31897"/>
                </a:lnTo>
                <a:lnTo>
                  <a:pt x="934" y="31897"/>
                </a:lnTo>
                <a:lnTo>
                  <a:pt x="968" y="31874"/>
                </a:lnTo>
                <a:lnTo>
                  <a:pt x="1036" y="31829"/>
                </a:lnTo>
                <a:lnTo>
                  <a:pt x="1070" y="31772"/>
                </a:lnTo>
                <a:lnTo>
                  <a:pt x="1082" y="31738"/>
                </a:lnTo>
                <a:lnTo>
                  <a:pt x="1082" y="31704"/>
                </a:lnTo>
                <a:lnTo>
                  <a:pt x="1082" y="31658"/>
                </a:lnTo>
                <a:lnTo>
                  <a:pt x="1070" y="31624"/>
                </a:lnTo>
                <a:lnTo>
                  <a:pt x="3072" y="30464"/>
                </a:lnTo>
                <a:lnTo>
                  <a:pt x="3106" y="30509"/>
                </a:lnTo>
                <a:lnTo>
                  <a:pt x="3152" y="30532"/>
                </a:lnTo>
                <a:lnTo>
                  <a:pt x="3197" y="30555"/>
                </a:lnTo>
                <a:lnTo>
                  <a:pt x="3254" y="30566"/>
                </a:lnTo>
                <a:lnTo>
                  <a:pt x="3300" y="30555"/>
                </a:lnTo>
                <a:lnTo>
                  <a:pt x="3357" y="30532"/>
                </a:lnTo>
                <a:lnTo>
                  <a:pt x="3391" y="30509"/>
                </a:lnTo>
                <a:lnTo>
                  <a:pt x="3425" y="30464"/>
                </a:lnTo>
                <a:close/>
                <a:moveTo>
                  <a:pt x="50792" y="30441"/>
                </a:moveTo>
                <a:lnTo>
                  <a:pt x="52794" y="31601"/>
                </a:lnTo>
                <a:lnTo>
                  <a:pt x="52783" y="31647"/>
                </a:lnTo>
                <a:lnTo>
                  <a:pt x="52771" y="31704"/>
                </a:lnTo>
                <a:lnTo>
                  <a:pt x="52783" y="31749"/>
                </a:lnTo>
                <a:lnTo>
                  <a:pt x="52794" y="31795"/>
                </a:lnTo>
                <a:lnTo>
                  <a:pt x="52817" y="31829"/>
                </a:lnTo>
                <a:lnTo>
                  <a:pt x="52840" y="31863"/>
                </a:lnTo>
                <a:lnTo>
                  <a:pt x="52874" y="31897"/>
                </a:lnTo>
                <a:lnTo>
                  <a:pt x="52919" y="31920"/>
                </a:lnTo>
                <a:lnTo>
                  <a:pt x="52965" y="31931"/>
                </a:lnTo>
                <a:lnTo>
                  <a:pt x="53010" y="31942"/>
                </a:lnTo>
                <a:lnTo>
                  <a:pt x="53010" y="34263"/>
                </a:lnTo>
                <a:lnTo>
                  <a:pt x="52976" y="34274"/>
                </a:lnTo>
                <a:lnTo>
                  <a:pt x="52942" y="34286"/>
                </a:lnTo>
                <a:lnTo>
                  <a:pt x="52885" y="34331"/>
                </a:lnTo>
                <a:lnTo>
                  <a:pt x="52840" y="34388"/>
                </a:lnTo>
                <a:lnTo>
                  <a:pt x="52828" y="34422"/>
                </a:lnTo>
                <a:lnTo>
                  <a:pt x="52828" y="34456"/>
                </a:lnTo>
                <a:lnTo>
                  <a:pt x="52828" y="34491"/>
                </a:lnTo>
                <a:lnTo>
                  <a:pt x="52840" y="34525"/>
                </a:lnTo>
                <a:lnTo>
                  <a:pt x="50849" y="35674"/>
                </a:lnTo>
                <a:lnTo>
                  <a:pt x="50803" y="35639"/>
                </a:lnTo>
                <a:lnTo>
                  <a:pt x="50758" y="35605"/>
                </a:lnTo>
                <a:lnTo>
                  <a:pt x="50712" y="35583"/>
                </a:lnTo>
                <a:lnTo>
                  <a:pt x="50644" y="35571"/>
                </a:lnTo>
                <a:lnTo>
                  <a:pt x="50587" y="35583"/>
                </a:lnTo>
                <a:lnTo>
                  <a:pt x="50542" y="35594"/>
                </a:lnTo>
                <a:lnTo>
                  <a:pt x="50496" y="35628"/>
                </a:lnTo>
                <a:lnTo>
                  <a:pt x="50462" y="35674"/>
                </a:lnTo>
                <a:lnTo>
                  <a:pt x="48460" y="34513"/>
                </a:lnTo>
                <a:lnTo>
                  <a:pt x="48472" y="34456"/>
                </a:lnTo>
                <a:lnTo>
                  <a:pt x="48460" y="34388"/>
                </a:lnTo>
                <a:lnTo>
                  <a:pt x="48426" y="34331"/>
                </a:lnTo>
                <a:lnTo>
                  <a:pt x="48381" y="34286"/>
                </a:lnTo>
                <a:lnTo>
                  <a:pt x="48312" y="34263"/>
                </a:lnTo>
                <a:lnTo>
                  <a:pt x="48312" y="31863"/>
                </a:lnTo>
                <a:lnTo>
                  <a:pt x="48369" y="31851"/>
                </a:lnTo>
                <a:lnTo>
                  <a:pt x="48415" y="31806"/>
                </a:lnTo>
                <a:lnTo>
                  <a:pt x="48437" y="31760"/>
                </a:lnTo>
                <a:lnTo>
                  <a:pt x="48449" y="31704"/>
                </a:lnTo>
                <a:lnTo>
                  <a:pt x="48437" y="31647"/>
                </a:lnTo>
                <a:lnTo>
                  <a:pt x="50508" y="30452"/>
                </a:lnTo>
                <a:lnTo>
                  <a:pt x="50542" y="30475"/>
                </a:lnTo>
                <a:lnTo>
                  <a:pt x="50576" y="30498"/>
                </a:lnTo>
                <a:lnTo>
                  <a:pt x="50610" y="30509"/>
                </a:lnTo>
                <a:lnTo>
                  <a:pt x="50644" y="30521"/>
                </a:lnTo>
                <a:lnTo>
                  <a:pt x="50690" y="30509"/>
                </a:lnTo>
                <a:lnTo>
                  <a:pt x="50735" y="30498"/>
                </a:lnTo>
                <a:lnTo>
                  <a:pt x="50769" y="30475"/>
                </a:lnTo>
                <a:lnTo>
                  <a:pt x="50792" y="30441"/>
                </a:lnTo>
                <a:close/>
                <a:moveTo>
                  <a:pt x="60313" y="30464"/>
                </a:moveTo>
                <a:lnTo>
                  <a:pt x="62350" y="31635"/>
                </a:lnTo>
                <a:lnTo>
                  <a:pt x="62338" y="31704"/>
                </a:lnTo>
                <a:lnTo>
                  <a:pt x="62350" y="31760"/>
                </a:lnTo>
                <a:lnTo>
                  <a:pt x="62384" y="31806"/>
                </a:lnTo>
                <a:lnTo>
                  <a:pt x="62429" y="31840"/>
                </a:lnTo>
                <a:lnTo>
                  <a:pt x="62486" y="31863"/>
                </a:lnTo>
                <a:lnTo>
                  <a:pt x="62486" y="34218"/>
                </a:lnTo>
                <a:lnTo>
                  <a:pt x="62441" y="34218"/>
                </a:lnTo>
                <a:lnTo>
                  <a:pt x="62406" y="34240"/>
                </a:lnTo>
                <a:lnTo>
                  <a:pt x="62361" y="34263"/>
                </a:lnTo>
                <a:lnTo>
                  <a:pt x="62327" y="34286"/>
                </a:lnTo>
                <a:lnTo>
                  <a:pt x="62304" y="34320"/>
                </a:lnTo>
                <a:lnTo>
                  <a:pt x="62281" y="34365"/>
                </a:lnTo>
                <a:lnTo>
                  <a:pt x="62270" y="34411"/>
                </a:lnTo>
                <a:lnTo>
                  <a:pt x="62270" y="34456"/>
                </a:lnTo>
                <a:lnTo>
                  <a:pt x="62270" y="34502"/>
                </a:lnTo>
                <a:lnTo>
                  <a:pt x="62281" y="34547"/>
                </a:lnTo>
                <a:lnTo>
                  <a:pt x="60336" y="35674"/>
                </a:lnTo>
                <a:lnTo>
                  <a:pt x="60302" y="35628"/>
                </a:lnTo>
                <a:lnTo>
                  <a:pt x="60256" y="35594"/>
                </a:lnTo>
                <a:lnTo>
                  <a:pt x="60200" y="35571"/>
                </a:lnTo>
                <a:lnTo>
                  <a:pt x="60086" y="35571"/>
                </a:lnTo>
                <a:lnTo>
                  <a:pt x="60029" y="35594"/>
                </a:lnTo>
                <a:lnTo>
                  <a:pt x="59983" y="35628"/>
                </a:lnTo>
                <a:lnTo>
                  <a:pt x="59938" y="35674"/>
                </a:lnTo>
                <a:lnTo>
                  <a:pt x="57947" y="34525"/>
                </a:lnTo>
                <a:lnTo>
                  <a:pt x="57970" y="34456"/>
                </a:lnTo>
                <a:lnTo>
                  <a:pt x="57959" y="34422"/>
                </a:lnTo>
                <a:lnTo>
                  <a:pt x="57947" y="34388"/>
                </a:lnTo>
                <a:lnTo>
                  <a:pt x="57913" y="34331"/>
                </a:lnTo>
                <a:lnTo>
                  <a:pt x="57856" y="34286"/>
                </a:lnTo>
                <a:lnTo>
                  <a:pt x="57799" y="34263"/>
                </a:lnTo>
                <a:lnTo>
                  <a:pt x="57799" y="31897"/>
                </a:lnTo>
                <a:lnTo>
                  <a:pt x="57833" y="31897"/>
                </a:lnTo>
                <a:lnTo>
                  <a:pt x="57868" y="31874"/>
                </a:lnTo>
                <a:lnTo>
                  <a:pt x="57924" y="31829"/>
                </a:lnTo>
                <a:lnTo>
                  <a:pt x="57959" y="31772"/>
                </a:lnTo>
                <a:lnTo>
                  <a:pt x="57970" y="31738"/>
                </a:lnTo>
                <a:lnTo>
                  <a:pt x="57970" y="31704"/>
                </a:lnTo>
                <a:lnTo>
                  <a:pt x="57970" y="31658"/>
                </a:lnTo>
                <a:lnTo>
                  <a:pt x="57959" y="31624"/>
                </a:lnTo>
                <a:lnTo>
                  <a:pt x="59961" y="30464"/>
                </a:lnTo>
                <a:lnTo>
                  <a:pt x="59995" y="30509"/>
                </a:lnTo>
                <a:lnTo>
                  <a:pt x="60040" y="30532"/>
                </a:lnTo>
                <a:lnTo>
                  <a:pt x="60086" y="30555"/>
                </a:lnTo>
                <a:lnTo>
                  <a:pt x="60143" y="30566"/>
                </a:lnTo>
                <a:lnTo>
                  <a:pt x="60200" y="30555"/>
                </a:lnTo>
                <a:lnTo>
                  <a:pt x="60245" y="30532"/>
                </a:lnTo>
                <a:lnTo>
                  <a:pt x="60279" y="30509"/>
                </a:lnTo>
                <a:lnTo>
                  <a:pt x="60313" y="30464"/>
                </a:lnTo>
                <a:close/>
                <a:moveTo>
                  <a:pt x="8203" y="30486"/>
                </a:moveTo>
                <a:lnTo>
                  <a:pt x="10171" y="31624"/>
                </a:lnTo>
                <a:lnTo>
                  <a:pt x="10159" y="31658"/>
                </a:lnTo>
                <a:lnTo>
                  <a:pt x="10148" y="31704"/>
                </a:lnTo>
                <a:lnTo>
                  <a:pt x="10148" y="31738"/>
                </a:lnTo>
                <a:lnTo>
                  <a:pt x="10159" y="31772"/>
                </a:lnTo>
                <a:lnTo>
                  <a:pt x="10182" y="31806"/>
                </a:lnTo>
                <a:lnTo>
                  <a:pt x="10205" y="31840"/>
                </a:lnTo>
                <a:lnTo>
                  <a:pt x="10262" y="31886"/>
                </a:lnTo>
                <a:lnTo>
                  <a:pt x="10296" y="31897"/>
                </a:lnTo>
                <a:lnTo>
                  <a:pt x="10341" y="31908"/>
                </a:lnTo>
                <a:lnTo>
                  <a:pt x="10341" y="34206"/>
                </a:lnTo>
                <a:lnTo>
                  <a:pt x="10296" y="34218"/>
                </a:lnTo>
                <a:lnTo>
                  <a:pt x="10250" y="34229"/>
                </a:lnTo>
                <a:lnTo>
                  <a:pt x="10205" y="34252"/>
                </a:lnTo>
                <a:lnTo>
                  <a:pt x="10171" y="34286"/>
                </a:lnTo>
                <a:lnTo>
                  <a:pt x="10148" y="34320"/>
                </a:lnTo>
                <a:lnTo>
                  <a:pt x="10125" y="34365"/>
                </a:lnTo>
                <a:lnTo>
                  <a:pt x="10114" y="34411"/>
                </a:lnTo>
                <a:lnTo>
                  <a:pt x="10102" y="34456"/>
                </a:lnTo>
                <a:lnTo>
                  <a:pt x="10114" y="34502"/>
                </a:lnTo>
                <a:lnTo>
                  <a:pt x="10125" y="34559"/>
                </a:lnTo>
                <a:lnTo>
                  <a:pt x="8168" y="35685"/>
                </a:lnTo>
                <a:lnTo>
                  <a:pt x="8134" y="35639"/>
                </a:lnTo>
                <a:lnTo>
                  <a:pt x="8089" y="35605"/>
                </a:lnTo>
                <a:lnTo>
                  <a:pt x="8043" y="35594"/>
                </a:lnTo>
                <a:lnTo>
                  <a:pt x="7986" y="35583"/>
                </a:lnTo>
                <a:lnTo>
                  <a:pt x="7930" y="35594"/>
                </a:lnTo>
                <a:lnTo>
                  <a:pt x="7884" y="35605"/>
                </a:lnTo>
                <a:lnTo>
                  <a:pt x="7839" y="35639"/>
                </a:lnTo>
                <a:lnTo>
                  <a:pt x="7804" y="35685"/>
                </a:lnTo>
                <a:lnTo>
                  <a:pt x="5848" y="34547"/>
                </a:lnTo>
                <a:lnTo>
                  <a:pt x="5859" y="34502"/>
                </a:lnTo>
                <a:lnTo>
                  <a:pt x="5859" y="34456"/>
                </a:lnTo>
                <a:lnTo>
                  <a:pt x="5859" y="34411"/>
                </a:lnTo>
                <a:lnTo>
                  <a:pt x="5848" y="34365"/>
                </a:lnTo>
                <a:lnTo>
                  <a:pt x="5825" y="34331"/>
                </a:lnTo>
                <a:lnTo>
                  <a:pt x="5802" y="34286"/>
                </a:lnTo>
                <a:lnTo>
                  <a:pt x="5768" y="34263"/>
                </a:lnTo>
                <a:lnTo>
                  <a:pt x="5734" y="34240"/>
                </a:lnTo>
                <a:lnTo>
                  <a:pt x="5689" y="34218"/>
                </a:lnTo>
                <a:lnTo>
                  <a:pt x="5643" y="34218"/>
                </a:lnTo>
                <a:lnTo>
                  <a:pt x="5643" y="31863"/>
                </a:lnTo>
                <a:lnTo>
                  <a:pt x="5700" y="31840"/>
                </a:lnTo>
                <a:lnTo>
                  <a:pt x="5746" y="31806"/>
                </a:lnTo>
                <a:lnTo>
                  <a:pt x="5780" y="31760"/>
                </a:lnTo>
                <a:lnTo>
                  <a:pt x="5791" y="31704"/>
                </a:lnTo>
                <a:lnTo>
                  <a:pt x="5780" y="31647"/>
                </a:lnTo>
                <a:lnTo>
                  <a:pt x="7770" y="30486"/>
                </a:lnTo>
                <a:lnTo>
                  <a:pt x="7816" y="30543"/>
                </a:lnTo>
                <a:lnTo>
                  <a:pt x="7861" y="30577"/>
                </a:lnTo>
                <a:lnTo>
                  <a:pt x="7918" y="30600"/>
                </a:lnTo>
                <a:lnTo>
                  <a:pt x="7986" y="30612"/>
                </a:lnTo>
                <a:lnTo>
                  <a:pt x="8055" y="30600"/>
                </a:lnTo>
                <a:lnTo>
                  <a:pt x="8112" y="30577"/>
                </a:lnTo>
                <a:lnTo>
                  <a:pt x="8168" y="30543"/>
                </a:lnTo>
                <a:lnTo>
                  <a:pt x="8203" y="30486"/>
                </a:lnTo>
                <a:close/>
                <a:moveTo>
                  <a:pt x="17644" y="30464"/>
                </a:moveTo>
                <a:lnTo>
                  <a:pt x="19624" y="31613"/>
                </a:lnTo>
                <a:lnTo>
                  <a:pt x="19612" y="31647"/>
                </a:lnTo>
                <a:lnTo>
                  <a:pt x="19612" y="31704"/>
                </a:lnTo>
                <a:lnTo>
                  <a:pt x="19612" y="31738"/>
                </a:lnTo>
                <a:lnTo>
                  <a:pt x="19624" y="31783"/>
                </a:lnTo>
                <a:lnTo>
                  <a:pt x="19646" y="31817"/>
                </a:lnTo>
                <a:lnTo>
                  <a:pt x="19669" y="31851"/>
                </a:lnTo>
                <a:lnTo>
                  <a:pt x="19703" y="31886"/>
                </a:lnTo>
                <a:lnTo>
                  <a:pt x="19737" y="31908"/>
                </a:lnTo>
                <a:lnTo>
                  <a:pt x="19783" y="31920"/>
                </a:lnTo>
                <a:lnTo>
                  <a:pt x="19817" y="31931"/>
                </a:lnTo>
                <a:lnTo>
                  <a:pt x="19817" y="34263"/>
                </a:lnTo>
                <a:lnTo>
                  <a:pt x="19749" y="34286"/>
                </a:lnTo>
                <a:lnTo>
                  <a:pt x="19703" y="34331"/>
                </a:lnTo>
                <a:lnTo>
                  <a:pt x="19658" y="34388"/>
                </a:lnTo>
                <a:lnTo>
                  <a:pt x="19646" y="34422"/>
                </a:lnTo>
                <a:lnTo>
                  <a:pt x="19646" y="34456"/>
                </a:lnTo>
                <a:lnTo>
                  <a:pt x="19658" y="34525"/>
                </a:lnTo>
                <a:lnTo>
                  <a:pt x="17644" y="35685"/>
                </a:lnTo>
                <a:lnTo>
                  <a:pt x="17610" y="35651"/>
                </a:lnTo>
                <a:lnTo>
                  <a:pt x="17565" y="35628"/>
                </a:lnTo>
                <a:lnTo>
                  <a:pt x="17519" y="35605"/>
                </a:lnTo>
                <a:lnTo>
                  <a:pt x="17474" y="35594"/>
                </a:lnTo>
                <a:lnTo>
                  <a:pt x="17417" y="35605"/>
                </a:lnTo>
                <a:lnTo>
                  <a:pt x="17371" y="35617"/>
                </a:lnTo>
                <a:lnTo>
                  <a:pt x="17337" y="35651"/>
                </a:lnTo>
                <a:lnTo>
                  <a:pt x="17303" y="35685"/>
                </a:lnTo>
                <a:lnTo>
                  <a:pt x="15289" y="34525"/>
                </a:lnTo>
                <a:lnTo>
                  <a:pt x="15301" y="34491"/>
                </a:lnTo>
                <a:lnTo>
                  <a:pt x="15312" y="34456"/>
                </a:lnTo>
                <a:lnTo>
                  <a:pt x="15301" y="34422"/>
                </a:lnTo>
                <a:lnTo>
                  <a:pt x="15289" y="34377"/>
                </a:lnTo>
                <a:lnTo>
                  <a:pt x="15255" y="34320"/>
                </a:lnTo>
                <a:lnTo>
                  <a:pt x="15198" y="34274"/>
                </a:lnTo>
                <a:lnTo>
                  <a:pt x="15164" y="34263"/>
                </a:lnTo>
                <a:lnTo>
                  <a:pt x="15130" y="34252"/>
                </a:lnTo>
                <a:lnTo>
                  <a:pt x="15130" y="31942"/>
                </a:lnTo>
                <a:lnTo>
                  <a:pt x="15164" y="31931"/>
                </a:lnTo>
                <a:lnTo>
                  <a:pt x="15210" y="31908"/>
                </a:lnTo>
                <a:lnTo>
                  <a:pt x="15244" y="31886"/>
                </a:lnTo>
                <a:lnTo>
                  <a:pt x="15278" y="31863"/>
                </a:lnTo>
                <a:lnTo>
                  <a:pt x="15301" y="31829"/>
                </a:lnTo>
                <a:lnTo>
                  <a:pt x="15324" y="31783"/>
                </a:lnTo>
                <a:lnTo>
                  <a:pt x="15335" y="31749"/>
                </a:lnTo>
                <a:lnTo>
                  <a:pt x="15346" y="31704"/>
                </a:lnTo>
                <a:lnTo>
                  <a:pt x="15335" y="31647"/>
                </a:lnTo>
                <a:lnTo>
                  <a:pt x="15324" y="31601"/>
                </a:lnTo>
                <a:lnTo>
                  <a:pt x="17303" y="30464"/>
                </a:lnTo>
                <a:lnTo>
                  <a:pt x="17337" y="30498"/>
                </a:lnTo>
                <a:lnTo>
                  <a:pt x="17371" y="30532"/>
                </a:lnTo>
                <a:lnTo>
                  <a:pt x="17417" y="30543"/>
                </a:lnTo>
                <a:lnTo>
                  <a:pt x="17474" y="30555"/>
                </a:lnTo>
                <a:lnTo>
                  <a:pt x="17519" y="30543"/>
                </a:lnTo>
                <a:lnTo>
                  <a:pt x="17565" y="30532"/>
                </a:lnTo>
                <a:lnTo>
                  <a:pt x="17610" y="30498"/>
                </a:lnTo>
                <a:lnTo>
                  <a:pt x="17644" y="30464"/>
                </a:lnTo>
                <a:close/>
                <a:moveTo>
                  <a:pt x="22388" y="30464"/>
                </a:moveTo>
                <a:lnTo>
                  <a:pt x="24356" y="31601"/>
                </a:lnTo>
                <a:lnTo>
                  <a:pt x="24344" y="31647"/>
                </a:lnTo>
                <a:lnTo>
                  <a:pt x="24333" y="31704"/>
                </a:lnTo>
                <a:lnTo>
                  <a:pt x="24344" y="31749"/>
                </a:lnTo>
                <a:lnTo>
                  <a:pt x="24356" y="31783"/>
                </a:lnTo>
                <a:lnTo>
                  <a:pt x="24378" y="31829"/>
                </a:lnTo>
                <a:lnTo>
                  <a:pt x="24401" y="31863"/>
                </a:lnTo>
                <a:lnTo>
                  <a:pt x="24435" y="31897"/>
                </a:lnTo>
                <a:lnTo>
                  <a:pt x="24469" y="31920"/>
                </a:lnTo>
                <a:lnTo>
                  <a:pt x="24515" y="31931"/>
                </a:lnTo>
                <a:lnTo>
                  <a:pt x="24560" y="31942"/>
                </a:lnTo>
                <a:lnTo>
                  <a:pt x="24560" y="34286"/>
                </a:lnTo>
                <a:lnTo>
                  <a:pt x="24504" y="34297"/>
                </a:lnTo>
                <a:lnTo>
                  <a:pt x="24447" y="34343"/>
                </a:lnTo>
                <a:lnTo>
                  <a:pt x="24413" y="34388"/>
                </a:lnTo>
                <a:lnTo>
                  <a:pt x="24401" y="34456"/>
                </a:lnTo>
                <a:lnTo>
                  <a:pt x="24413" y="34513"/>
                </a:lnTo>
                <a:lnTo>
                  <a:pt x="22388" y="35685"/>
                </a:lnTo>
                <a:lnTo>
                  <a:pt x="22354" y="35651"/>
                </a:lnTo>
                <a:lnTo>
                  <a:pt x="22308" y="35617"/>
                </a:lnTo>
                <a:lnTo>
                  <a:pt x="22263" y="35594"/>
                </a:lnTo>
                <a:lnTo>
                  <a:pt x="22160" y="35594"/>
                </a:lnTo>
                <a:lnTo>
                  <a:pt x="22115" y="35617"/>
                </a:lnTo>
                <a:lnTo>
                  <a:pt x="22069" y="35651"/>
                </a:lnTo>
                <a:lnTo>
                  <a:pt x="22035" y="35685"/>
                </a:lnTo>
                <a:lnTo>
                  <a:pt x="20022" y="34513"/>
                </a:lnTo>
                <a:lnTo>
                  <a:pt x="20033" y="34456"/>
                </a:lnTo>
                <a:lnTo>
                  <a:pt x="20022" y="34388"/>
                </a:lnTo>
                <a:lnTo>
                  <a:pt x="19988" y="34331"/>
                </a:lnTo>
                <a:lnTo>
                  <a:pt x="19931" y="34286"/>
                </a:lnTo>
                <a:lnTo>
                  <a:pt x="19862" y="34263"/>
                </a:lnTo>
                <a:lnTo>
                  <a:pt x="19862" y="31931"/>
                </a:lnTo>
                <a:lnTo>
                  <a:pt x="19908" y="31920"/>
                </a:lnTo>
                <a:lnTo>
                  <a:pt x="19942" y="31897"/>
                </a:lnTo>
                <a:lnTo>
                  <a:pt x="19976" y="31874"/>
                </a:lnTo>
                <a:lnTo>
                  <a:pt x="20010" y="31851"/>
                </a:lnTo>
                <a:lnTo>
                  <a:pt x="20033" y="31817"/>
                </a:lnTo>
                <a:lnTo>
                  <a:pt x="20056" y="31783"/>
                </a:lnTo>
                <a:lnTo>
                  <a:pt x="20067" y="31738"/>
                </a:lnTo>
                <a:lnTo>
                  <a:pt x="20067" y="31704"/>
                </a:lnTo>
                <a:lnTo>
                  <a:pt x="20067" y="31658"/>
                </a:lnTo>
                <a:lnTo>
                  <a:pt x="20056" y="31613"/>
                </a:lnTo>
                <a:lnTo>
                  <a:pt x="22035" y="30464"/>
                </a:lnTo>
                <a:lnTo>
                  <a:pt x="22069" y="30509"/>
                </a:lnTo>
                <a:lnTo>
                  <a:pt x="22103" y="30543"/>
                </a:lnTo>
                <a:lnTo>
                  <a:pt x="22160" y="30555"/>
                </a:lnTo>
                <a:lnTo>
                  <a:pt x="22206" y="30566"/>
                </a:lnTo>
                <a:lnTo>
                  <a:pt x="22263" y="30555"/>
                </a:lnTo>
                <a:lnTo>
                  <a:pt x="22319" y="30543"/>
                </a:lnTo>
                <a:lnTo>
                  <a:pt x="22354" y="30509"/>
                </a:lnTo>
                <a:lnTo>
                  <a:pt x="22388" y="30464"/>
                </a:lnTo>
                <a:close/>
                <a:moveTo>
                  <a:pt x="46117" y="30475"/>
                </a:moveTo>
                <a:lnTo>
                  <a:pt x="48119" y="31635"/>
                </a:lnTo>
                <a:lnTo>
                  <a:pt x="48108" y="31704"/>
                </a:lnTo>
                <a:lnTo>
                  <a:pt x="48119" y="31760"/>
                </a:lnTo>
                <a:lnTo>
                  <a:pt x="48153" y="31817"/>
                </a:lnTo>
                <a:lnTo>
                  <a:pt x="48199" y="31851"/>
                </a:lnTo>
                <a:lnTo>
                  <a:pt x="48267" y="31874"/>
                </a:lnTo>
                <a:lnTo>
                  <a:pt x="48267" y="34263"/>
                </a:lnTo>
                <a:lnTo>
                  <a:pt x="48233" y="34274"/>
                </a:lnTo>
                <a:lnTo>
                  <a:pt x="48199" y="34286"/>
                </a:lnTo>
                <a:lnTo>
                  <a:pt x="48142" y="34320"/>
                </a:lnTo>
                <a:lnTo>
                  <a:pt x="48096" y="34388"/>
                </a:lnTo>
                <a:lnTo>
                  <a:pt x="48085" y="34422"/>
                </a:lnTo>
                <a:lnTo>
                  <a:pt x="48085" y="34456"/>
                </a:lnTo>
                <a:lnTo>
                  <a:pt x="48085" y="34491"/>
                </a:lnTo>
                <a:lnTo>
                  <a:pt x="48096" y="34525"/>
                </a:lnTo>
                <a:lnTo>
                  <a:pt x="46094" y="35685"/>
                </a:lnTo>
                <a:lnTo>
                  <a:pt x="46060" y="35651"/>
                </a:lnTo>
                <a:lnTo>
                  <a:pt x="46014" y="35617"/>
                </a:lnTo>
                <a:lnTo>
                  <a:pt x="45969" y="35594"/>
                </a:lnTo>
                <a:lnTo>
                  <a:pt x="45855" y="35594"/>
                </a:lnTo>
                <a:lnTo>
                  <a:pt x="45810" y="35617"/>
                </a:lnTo>
                <a:lnTo>
                  <a:pt x="45764" y="35639"/>
                </a:lnTo>
                <a:lnTo>
                  <a:pt x="45730" y="35685"/>
                </a:lnTo>
                <a:lnTo>
                  <a:pt x="43751" y="34536"/>
                </a:lnTo>
                <a:lnTo>
                  <a:pt x="43762" y="34491"/>
                </a:lnTo>
                <a:lnTo>
                  <a:pt x="43762" y="34456"/>
                </a:lnTo>
                <a:lnTo>
                  <a:pt x="43762" y="34411"/>
                </a:lnTo>
                <a:lnTo>
                  <a:pt x="43751" y="34377"/>
                </a:lnTo>
                <a:lnTo>
                  <a:pt x="43728" y="34343"/>
                </a:lnTo>
                <a:lnTo>
                  <a:pt x="43705" y="34309"/>
                </a:lnTo>
                <a:lnTo>
                  <a:pt x="43648" y="34263"/>
                </a:lnTo>
                <a:lnTo>
                  <a:pt x="43614" y="34252"/>
                </a:lnTo>
                <a:lnTo>
                  <a:pt x="43569" y="34240"/>
                </a:lnTo>
                <a:lnTo>
                  <a:pt x="43569" y="31886"/>
                </a:lnTo>
                <a:lnTo>
                  <a:pt x="43637" y="31863"/>
                </a:lnTo>
                <a:lnTo>
                  <a:pt x="43682" y="31829"/>
                </a:lnTo>
                <a:lnTo>
                  <a:pt x="43717" y="31772"/>
                </a:lnTo>
                <a:lnTo>
                  <a:pt x="43728" y="31704"/>
                </a:lnTo>
                <a:lnTo>
                  <a:pt x="43717" y="31635"/>
                </a:lnTo>
                <a:lnTo>
                  <a:pt x="45707" y="30486"/>
                </a:lnTo>
                <a:lnTo>
                  <a:pt x="45741" y="30532"/>
                </a:lnTo>
                <a:lnTo>
                  <a:pt x="45787" y="30566"/>
                </a:lnTo>
                <a:lnTo>
                  <a:pt x="45844" y="30589"/>
                </a:lnTo>
                <a:lnTo>
                  <a:pt x="45912" y="30600"/>
                </a:lnTo>
                <a:lnTo>
                  <a:pt x="45969" y="30589"/>
                </a:lnTo>
                <a:lnTo>
                  <a:pt x="46026" y="30566"/>
                </a:lnTo>
                <a:lnTo>
                  <a:pt x="46083" y="30521"/>
                </a:lnTo>
                <a:lnTo>
                  <a:pt x="46117" y="30475"/>
                </a:lnTo>
                <a:close/>
                <a:moveTo>
                  <a:pt x="65102" y="30486"/>
                </a:moveTo>
                <a:lnTo>
                  <a:pt x="67059" y="31624"/>
                </a:lnTo>
                <a:lnTo>
                  <a:pt x="67048" y="31658"/>
                </a:lnTo>
                <a:lnTo>
                  <a:pt x="67036" y="31704"/>
                </a:lnTo>
                <a:lnTo>
                  <a:pt x="67048" y="31738"/>
                </a:lnTo>
                <a:lnTo>
                  <a:pt x="67059" y="31772"/>
                </a:lnTo>
                <a:lnTo>
                  <a:pt x="67070" y="31806"/>
                </a:lnTo>
                <a:lnTo>
                  <a:pt x="67093" y="31840"/>
                </a:lnTo>
                <a:lnTo>
                  <a:pt x="67161" y="31886"/>
                </a:lnTo>
                <a:lnTo>
                  <a:pt x="67195" y="31897"/>
                </a:lnTo>
                <a:lnTo>
                  <a:pt x="67230" y="31908"/>
                </a:lnTo>
                <a:lnTo>
                  <a:pt x="67230" y="34206"/>
                </a:lnTo>
                <a:lnTo>
                  <a:pt x="67184" y="34218"/>
                </a:lnTo>
                <a:lnTo>
                  <a:pt x="67139" y="34229"/>
                </a:lnTo>
                <a:lnTo>
                  <a:pt x="67104" y="34252"/>
                </a:lnTo>
                <a:lnTo>
                  <a:pt x="67070" y="34286"/>
                </a:lnTo>
                <a:lnTo>
                  <a:pt x="67036" y="34320"/>
                </a:lnTo>
                <a:lnTo>
                  <a:pt x="67013" y="34365"/>
                </a:lnTo>
                <a:lnTo>
                  <a:pt x="67002" y="34411"/>
                </a:lnTo>
                <a:lnTo>
                  <a:pt x="67002" y="34456"/>
                </a:lnTo>
                <a:lnTo>
                  <a:pt x="67002" y="34502"/>
                </a:lnTo>
                <a:lnTo>
                  <a:pt x="67013" y="34559"/>
                </a:lnTo>
                <a:lnTo>
                  <a:pt x="65068" y="35685"/>
                </a:lnTo>
                <a:lnTo>
                  <a:pt x="65034" y="35639"/>
                </a:lnTo>
                <a:lnTo>
                  <a:pt x="64989" y="35605"/>
                </a:lnTo>
                <a:lnTo>
                  <a:pt x="64932" y="35594"/>
                </a:lnTo>
                <a:lnTo>
                  <a:pt x="64886" y="35583"/>
                </a:lnTo>
                <a:lnTo>
                  <a:pt x="64829" y="35594"/>
                </a:lnTo>
                <a:lnTo>
                  <a:pt x="64772" y="35605"/>
                </a:lnTo>
                <a:lnTo>
                  <a:pt x="64738" y="35639"/>
                </a:lnTo>
                <a:lnTo>
                  <a:pt x="64704" y="35685"/>
                </a:lnTo>
                <a:lnTo>
                  <a:pt x="62736" y="34547"/>
                </a:lnTo>
                <a:lnTo>
                  <a:pt x="62748" y="34502"/>
                </a:lnTo>
                <a:lnTo>
                  <a:pt x="62759" y="34456"/>
                </a:lnTo>
                <a:lnTo>
                  <a:pt x="62748" y="34411"/>
                </a:lnTo>
                <a:lnTo>
                  <a:pt x="62736" y="34365"/>
                </a:lnTo>
                <a:lnTo>
                  <a:pt x="62714" y="34331"/>
                </a:lnTo>
                <a:lnTo>
                  <a:pt x="62691" y="34286"/>
                </a:lnTo>
                <a:lnTo>
                  <a:pt x="62657" y="34263"/>
                </a:lnTo>
                <a:lnTo>
                  <a:pt x="62623" y="34240"/>
                </a:lnTo>
                <a:lnTo>
                  <a:pt x="62577" y="34218"/>
                </a:lnTo>
                <a:lnTo>
                  <a:pt x="62532" y="34218"/>
                </a:lnTo>
                <a:lnTo>
                  <a:pt x="62532" y="31863"/>
                </a:lnTo>
                <a:lnTo>
                  <a:pt x="62588" y="31840"/>
                </a:lnTo>
                <a:lnTo>
                  <a:pt x="62634" y="31806"/>
                </a:lnTo>
                <a:lnTo>
                  <a:pt x="62668" y="31760"/>
                </a:lnTo>
                <a:lnTo>
                  <a:pt x="62679" y="31704"/>
                </a:lnTo>
                <a:lnTo>
                  <a:pt x="62668" y="31647"/>
                </a:lnTo>
                <a:lnTo>
                  <a:pt x="64659" y="30486"/>
                </a:lnTo>
                <a:lnTo>
                  <a:pt x="64704" y="30543"/>
                </a:lnTo>
                <a:lnTo>
                  <a:pt x="64750" y="30577"/>
                </a:lnTo>
                <a:lnTo>
                  <a:pt x="64818" y="30600"/>
                </a:lnTo>
                <a:lnTo>
                  <a:pt x="64886" y="30612"/>
                </a:lnTo>
                <a:lnTo>
                  <a:pt x="64943" y="30600"/>
                </a:lnTo>
                <a:lnTo>
                  <a:pt x="65011" y="30577"/>
                </a:lnTo>
                <a:lnTo>
                  <a:pt x="65057" y="30543"/>
                </a:lnTo>
                <a:lnTo>
                  <a:pt x="65102" y="30486"/>
                </a:lnTo>
                <a:close/>
                <a:moveTo>
                  <a:pt x="74533" y="30464"/>
                </a:moveTo>
                <a:lnTo>
                  <a:pt x="76523" y="31613"/>
                </a:lnTo>
                <a:lnTo>
                  <a:pt x="76501" y="31647"/>
                </a:lnTo>
                <a:lnTo>
                  <a:pt x="76501" y="31704"/>
                </a:lnTo>
                <a:lnTo>
                  <a:pt x="76501" y="31738"/>
                </a:lnTo>
                <a:lnTo>
                  <a:pt x="76512" y="31783"/>
                </a:lnTo>
                <a:lnTo>
                  <a:pt x="76535" y="31817"/>
                </a:lnTo>
                <a:lnTo>
                  <a:pt x="76557" y="31851"/>
                </a:lnTo>
                <a:lnTo>
                  <a:pt x="76592" y="31886"/>
                </a:lnTo>
                <a:lnTo>
                  <a:pt x="76626" y="31908"/>
                </a:lnTo>
                <a:lnTo>
                  <a:pt x="76671" y="31920"/>
                </a:lnTo>
                <a:lnTo>
                  <a:pt x="76717" y="31931"/>
                </a:lnTo>
                <a:lnTo>
                  <a:pt x="76717" y="34263"/>
                </a:lnTo>
                <a:lnTo>
                  <a:pt x="76648" y="34286"/>
                </a:lnTo>
                <a:lnTo>
                  <a:pt x="76592" y="34331"/>
                </a:lnTo>
                <a:lnTo>
                  <a:pt x="76557" y="34388"/>
                </a:lnTo>
                <a:lnTo>
                  <a:pt x="76546" y="34422"/>
                </a:lnTo>
                <a:lnTo>
                  <a:pt x="76535" y="34456"/>
                </a:lnTo>
                <a:lnTo>
                  <a:pt x="76546" y="34525"/>
                </a:lnTo>
                <a:lnTo>
                  <a:pt x="74533" y="35685"/>
                </a:lnTo>
                <a:lnTo>
                  <a:pt x="74498" y="35651"/>
                </a:lnTo>
                <a:lnTo>
                  <a:pt x="74464" y="35628"/>
                </a:lnTo>
                <a:lnTo>
                  <a:pt x="74407" y="35605"/>
                </a:lnTo>
                <a:lnTo>
                  <a:pt x="74362" y="35594"/>
                </a:lnTo>
                <a:lnTo>
                  <a:pt x="74305" y="35605"/>
                </a:lnTo>
                <a:lnTo>
                  <a:pt x="74260" y="35617"/>
                </a:lnTo>
                <a:lnTo>
                  <a:pt x="74225" y="35651"/>
                </a:lnTo>
                <a:lnTo>
                  <a:pt x="74191" y="35685"/>
                </a:lnTo>
                <a:lnTo>
                  <a:pt x="72189" y="34525"/>
                </a:lnTo>
                <a:lnTo>
                  <a:pt x="72201" y="34491"/>
                </a:lnTo>
                <a:lnTo>
                  <a:pt x="72201" y="34456"/>
                </a:lnTo>
                <a:lnTo>
                  <a:pt x="72201" y="34422"/>
                </a:lnTo>
                <a:lnTo>
                  <a:pt x="72189" y="34377"/>
                </a:lnTo>
                <a:lnTo>
                  <a:pt x="72144" y="34320"/>
                </a:lnTo>
                <a:lnTo>
                  <a:pt x="72087" y="34274"/>
                </a:lnTo>
                <a:lnTo>
                  <a:pt x="72053" y="34263"/>
                </a:lnTo>
                <a:lnTo>
                  <a:pt x="72019" y="34252"/>
                </a:lnTo>
                <a:lnTo>
                  <a:pt x="72019" y="31942"/>
                </a:lnTo>
                <a:lnTo>
                  <a:pt x="72064" y="31931"/>
                </a:lnTo>
                <a:lnTo>
                  <a:pt x="72098" y="31908"/>
                </a:lnTo>
                <a:lnTo>
                  <a:pt x="72144" y="31886"/>
                </a:lnTo>
                <a:lnTo>
                  <a:pt x="72166" y="31863"/>
                </a:lnTo>
                <a:lnTo>
                  <a:pt x="72201" y="31829"/>
                </a:lnTo>
                <a:lnTo>
                  <a:pt x="72212" y="31783"/>
                </a:lnTo>
                <a:lnTo>
                  <a:pt x="72223" y="31749"/>
                </a:lnTo>
                <a:lnTo>
                  <a:pt x="72235" y="31704"/>
                </a:lnTo>
                <a:lnTo>
                  <a:pt x="72223" y="31647"/>
                </a:lnTo>
                <a:lnTo>
                  <a:pt x="72212" y="31601"/>
                </a:lnTo>
                <a:lnTo>
                  <a:pt x="74191" y="30464"/>
                </a:lnTo>
                <a:lnTo>
                  <a:pt x="74225" y="30498"/>
                </a:lnTo>
                <a:lnTo>
                  <a:pt x="74260" y="30532"/>
                </a:lnTo>
                <a:lnTo>
                  <a:pt x="74305" y="30543"/>
                </a:lnTo>
                <a:lnTo>
                  <a:pt x="74362" y="30555"/>
                </a:lnTo>
                <a:lnTo>
                  <a:pt x="74407" y="30543"/>
                </a:lnTo>
                <a:lnTo>
                  <a:pt x="74464" y="30532"/>
                </a:lnTo>
                <a:lnTo>
                  <a:pt x="74498" y="30498"/>
                </a:lnTo>
                <a:lnTo>
                  <a:pt x="74533" y="30464"/>
                </a:lnTo>
                <a:close/>
                <a:moveTo>
                  <a:pt x="79276" y="30464"/>
                </a:moveTo>
                <a:lnTo>
                  <a:pt x="81244" y="31601"/>
                </a:lnTo>
                <a:lnTo>
                  <a:pt x="81233" y="31647"/>
                </a:lnTo>
                <a:lnTo>
                  <a:pt x="81233" y="31704"/>
                </a:lnTo>
                <a:lnTo>
                  <a:pt x="81233" y="31749"/>
                </a:lnTo>
                <a:lnTo>
                  <a:pt x="81244" y="31783"/>
                </a:lnTo>
                <a:lnTo>
                  <a:pt x="81267" y="31829"/>
                </a:lnTo>
                <a:lnTo>
                  <a:pt x="81290" y="31863"/>
                </a:lnTo>
                <a:lnTo>
                  <a:pt x="81324" y="31897"/>
                </a:lnTo>
                <a:lnTo>
                  <a:pt x="81369" y="31920"/>
                </a:lnTo>
                <a:lnTo>
                  <a:pt x="81403" y="31931"/>
                </a:lnTo>
                <a:lnTo>
                  <a:pt x="81449" y="31942"/>
                </a:lnTo>
                <a:lnTo>
                  <a:pt x="81449" y="34286"/>
                </a:lnTo>
                <a:lnTo>
                  <a:pt x="81392" y="34297"/>
                </a:lnTo>
                <a:lnTo>
                  <a:pt x="81346" y="34343"/>
                </a:lnTo>
                <a:lnTo>
                  <a:pt x="81312" y="34388"/>
                </a:lnTo>
                <a:lnTo>
                  <a:pt x="81301" y="34456"/>
                </a:lnTo>
                <a:lnTo>
                  <a:pt x="81312" y="34513"/>
                </a:lnTo>
                <a:lnTo>
                  <a:pt x="79276" y="35685"/>
                </a:lnTo>
                <a:lnTo>
                  <a:pt x="79242" y="35651"/>
                </a:lnTo>
                <a:lnTo>
                  <a:pt x="79208" y="35617"/>
                </a:lnTo>
                <a:lnTo>
                  <a:pt x="79151" y="35594"/>
                </a:lnTo>
                <a:lnTo>
                  <a:pt x="79049" y="35594"/>
                </a:lnTo>
                <a:lnTo>
                  <a:pt x="79003" y="35617"/>
                </a:lnTo>
                <a:lnTo>
                  <a:pt x="78958" y="35651"/>
                </a:lnTo>
                <a:lnTo>
                  <a:pt x="78923" y="35685"/>
                </a:lnTo>
                <a:lnTo>
                  <a:pt x="76910" y="34513"/>
                </a:lnTo>
                <a:lnTo>
                  <a:pt x="76921" y="34456"/>
                </a:lnTo>
                <a:lnTo>
                  <a:pt x="76910" y="34388"/>
                </a:lnTo>
                <a:lnTo>
                  <a:pt x="76876" y="34331"/>
                </a:lnTo>
                <a:lnTo>
                  <a:pt x="76819" y="34286"/>
                </a:lnTo>
                <a:lnTo>
                  <a:pt x="76762" y="34263"/>
                </a:lnTo>
                <a:lnTo>
                  <a:pt x="76762" y="31931"/>
                </a:lnTo>
                <a:lnTo>
                  <a:pt x="76796" y="31920"/>
                </a:lnTo>
                <a:lnTo>
                  <a:pt x="76842" y="31897"/>
                </a:lnTo>
                <a:lnTo>
                  <a:pt x="76876" y="31874"/>
                </a:lnTo>
                <a:lnTo>
                  <a:pt x="76899" y="31851"/>
                </a:lnTo>
                <a:lnTo>
                  <a:pt x="76921" y="31817"/>
                </a:lnTo>
                <a:lnTo>
                  <a:pt x="76944" y="31783"/>
                </a:lnTo>
                <a:lnTo>
                  <a:pt x="76956" y="31738"/>
                </a:lnTo>
                <a:lnTo>
                  <a:pt x="76956" y="31704"/>
                </a:lnTo>
                <a:lnTo>
                  <a:pt x="76956" y="31658"/>
                </a:lnTo>
                <a:lnTo>
                  <a:pt x="76944" y="31613"/>
                </a:lnTo>
                <a:lnTo>
                  <a:pt x="78923" y="30464"/>
                </a:lnTo>
                <a:lnTo>
                  <a:pt x="78958" y="30509"/>
                </a:lnTo>
                <a:lnTo>
                  <a:pt x="79003" y="30543"/>
                </a:lnTo>
                <a:lnTo>
                  <a:pt x="79049" y="30555"/>
                </a:lnTo>
                <a:lnTo>
                  <a:pt x="79105" y="30566"/>
                </a:lnTo>
                <a:lnTo>
                  <a:pt x="79151" y="30555"/>
                </a:lnTo>
                <a:lnTo>
                  <a:pt x="79208" y="30543"/>
                </a:lnTo>
                <a:lnTo>
                  <a:pt x="79253" y="30509"/>
                </a:lnTo>
                <a:lnTo>
                  <a:pt x="79276" y="30464"/>
                </a:lnTo>
                <a:close/>
                <a:moveTo>
                  <a:pt x="12912" y="30464"/>
                </a:moveTo>
                <a:lnTo>
                  <a:pt x="14880" y="31601"/>
                </a:lnTo>
                <a:lnTo>
                  <a:pt x="14857" y="31647"/>
                </a:lnTo>
                <a:lnTo>
                  <a:pt x="14857" y="31704"/>
                </a:lnTo>
                <a:lnTo>
                  <a:pt x="14857" y="31749"/>
                </a:lnTo>
                <a:lnTo>
                  <a:pt x="14880" y="31783"/>
                </a:lnTo>
                <a:lnTo>
                  <a:pt x="14891" y="31829"/>
                </a:lnTo>
                <a:lnTo>
                  <a:pt x="14925" y="31863"/>
                </a:lnTo>
                <a:lnTo>
                  <a:pt x="14960" y="31897"/>
                </a:lnTo>
                <a:lnTo>
                  <a:pt x="14994" y="31920"/>
                </a:lnTo>
                <a:lnTo>
                  <a:pt x="15039" y="31931"/>
                </a:lnTo>
                <a:lnTo>
                  <a:pt x="15085" y="31942"/>
                </a:lnTo>
                <a:lnTo>
                  <a:pt x="15085" y="34252"/>
                </a:lnTo>
                <a:lnTo>
                  <a:pt x="15039" y="34252"/>
                </a:lnTo>
                <a:lnTo>
                  <a:pt x="15005" y="34274"/>
                </a:lnTo>
                <a:lnTo>
                  <a:pt x="14971" y="34286"/>
                </a:lnTo>
                <a:lnTo>
                  <a:pt x="14948" y="34320"/>
                </a:lnTo>
                <a:lnTo>
                  <a:pt x="14925" y="34343"/>
                </a:lnTo>
                <a:lnTo>
                  <a:pt x="14903" y="34377"/>
                </a:lnTo>
                <a:lnTo>
                  <a:pt x="14891" y="34411"/>
                </a:lnTo>
                <a:lnTo>
                  <a:pt x="14891" y="34456"/>
                </a:lnTo>
                <a:lnTo>
                  <a:pt x="14891" y="34491"/>
                </a:lnTo>
                <a:lnTo>
                  <a:pt x="14903" y="34536"/>
                </a:lnTo>
                <a:lnTo>
                  <a:pt x="12889" y="35696"/>
                </a:lnTo>
                <a:lnTo>
                  <a:pt x="12867" y="35651"/>
                </a:lnTo>
                <a:lnTo>
                  <a:pt x="12821" y="35628"/>
                </a:lnTo>
                <a:lnTo>
                  <a:pt x="12776" y="35605"/>
                </a:lnTo>
                <a:lnTo>
                  <a:pt x="12685" y="35605"/>
                </a:lnTo>
                <a:lnTo>
                  <a:pt x="12639" y="35628"/>
                </a:lnTo>
                <a:lnTo>
                  <a:pt x="12594" y="35651"/>
                </a:lnTo>
                <a:lnTo>
                  <a:pt x="12571" y="35685"/>
                </a:lnTo>
                <a:lnTo>
                  <a:pt x="10591" y="34547"/>
                </a:lnTo>
                <a:lnTo>
                  <a:pt x="10603" y="34502"/>
                </a:lnTo>
                <a:lnTo>
                  <a:pt x="10614" y="34456"/>
                </a:lnTo>
                <a:lnTo>
                  <a:pt x="10603" y="34411"/>
                </a:lnTo>
                <a:lnTo>
                  <a:pt x="10591" y="34365"/>
                </a:lnTo>
                <a:lnTo>
                  <a:pt x="10569" y="34320"/>
                </a:lnTo>
                <a:lnTo>
                  <a:pt x="10546" y="34286"/>
                </a:lnTo>
                <a:lnTo>
                  <a:pt x="10512" y="34252"/>
                </a:lnTo>
                <a:lnTo>
                  <a:pt x="10478" y="34229"/>
                </a:lnTo>
                <a:lnTo>
                  <a:pt x="10432" y="34218"/>
                </a:lnTo>
                <a:lnTo>
                  <a:pt x="10387" y="34206"/>
                </a:lnTo>
                <a:lnTo>
                  <a:pt x="10387" y="31908"/>
                </a:lnTo>
                <a:lnTo>
                  <a:pt x="10421" y="31897"/>
                </a:lnTo>
                <a:lnTo>
                  <a:pt x="10455" y="31886"/>
                </a:lnTo>
                <a:lnTo>
                  <a:pt x="10512" y="31840"/>
                </a:lnTo>
                <a:lnTo>
                  <a:pt x="10557" y="31772"/>
                </a:lnTo>
                <a:lnTo>
                  <a:pt x="10569" y="31738"/>
                </a:lnTo>
                <a:lnTo>
                  <a:pt x="10569" y="31704"/>
                </a:lnTo>
                <a:lnTo>
                  <a:pt x="10569" y="31658"/>
                </a:lnTo>
                <a:lnTo>
                  <a:pt x="10557" y="31624"/>
                </a:lnTo>
                <a:lnTo>
                  <a:pt x="12548" y="30464"/>
                </a:lnTo>
                <a:lnTo>
                  <a:pt x="12582" y="30509"/>
                </a:lnTo>
                <a:lnTo>
                  <a:pt x="12628" y="30543"/>
                </a:lnTo>
                <a:lnTo>
                  <a:pt x="12673" y="30555"/>
                </a:lnTo>
                <a:lnTo>
                  <a:pt x="12730" y="30566"/>
                </a:lnTo>
                <a:lnTo>
                  <a:pt x="12787" y="30555"/>
                </a:lnTo>
                <a:lnTo>
                  <a:pt x="12832" y="30543"/>
                </a:lnTo>
                <a:lnTo>
                  <a:pt x="12878" y="30509"/>
                </a:lnTo>
                <a:lnTo>
                  <a:pt x="12912" y="30464"/>
                </a:lnTo>
                <a:close/>
                <a:moveTo>
                  <a:pt x="27109" y="30452"/>
                </a:moveTo>
                <a:lnTo>
                  <a:pt x="29156" y="31635"/>
                </a:lnTo>
                <a:lnTo>
                  <a:pt x="29145" y="31704"/>
                </a:lnTo>
                <a:lnTo>
                  <a:pt x="29156" y="31760"/>
                </a:lnTo>
                <a:lnTo>
                  <a:pt x="29190" y="31817"/>
                </a:lnTo>
                <a:lnTo>
                  <a:pt x="29247" y="31851"/>
                </a:lnTo>
                <a:lnTo>
                  <a:pt x="29304" y="31874"/>
                </a:lnTo>
                <a:lnTo>
                  <a:pt x="29304" y="34218"/>
                </a:lnTo>
                <a:lnTo>
                  <a:pt x="29258" y="34229"/>
                </a:lnTo>
                <a:lnTo>
                  <a:pt x="29213" y="34240"/>
                </a:lnTo>
                <a:lnTo>
                  <a:pt x="29179" y="34263"/>
                </a:lnTo>
                <a:lnTo>
                  <a:pt x="29145" y="34297"/>
                </a:lnTo>
                <a:lnTo>
                  <a:pt x="29122" y="34331"/>
                </a:lnTo>
                <a:lnTo>
                  <a:pt x="29099" y="34365"/>
                </a:lnTo>
                <a:lnTo>
                  <a:pt x="29088" y="34411"/>
                </a:lnTo>
                <a:lnTo>
                  <a:pt x="29076" y="34456"/>
                </a:lnTo>
                <a:lnTo>
                  <a:pt x="29088" y="34502"/>
                </a:lnTo>
                <a:lnTo>
                  <a:pt x="29099" y="34547"/>
                </a:lnTo>
                <a:lnTo>
                  <a:pt x="27109" y="35696"/>
                </a:lnTo>
                <a:lnTo>
                  <a:pt x="27086" y="35662"/>
                </a:lnTo>
                <a:lnTo>
                  <a:pt x="27040" y="35628"/>
                </a:lnTo>
                <a:lnTo>
                  <a:pt x="26995" y="35617"/>
                </a:lnTo>
                <a:lnTo>
                  <a:pt x="26949" y="35605"/>
                </a:lnTo>
                <a:lnTo>
                  <a:pt x="26904" y="35617"/>
                </a:lnTo>
                <a:lnTo>
                  <a:pt x="26858" y="35628"/>
                </a:lnTo>
                <a:lnTo>
                  <a:pt x="26824" y="35651"/>
                </a:lnTo>
                <a:lnTo>
                  <a:pt x="26790" y="35685"/>
                </a:lnTo>
                <a:lnTo>
                  <a:pt x="24742" y="34513"/>
                </a:lnTo>
                <a:lnTo>
                  <a:pt x="24754" y="34456"/>
                </a:lnTo>
                <a:lnTo>
                  <a:pt x="24742" y="34400"/>
                </a:lnTo>
                <a:lnTo>
                  <a:pt x="24708" y="34343"/>
                </a:lnTo>
                <a:lnTo>
                  <a:pt x="24663" y="34309"/>
                </a:lnTo>
                <a:lnTo>
                  <a:pt x="24606" y="34286"/>
                </a:lnTo>
                <a:lnTo>
                  <a:pt x="24606" y="31942"/>
                </a:lnTo>
                <a:lnTo>
                  <a:pt x="24651" y="31931"/>
                </a:lnTo>
                <a:lnTo>
                  <a:pt x="24697" y="31908"/>
                </a:lnTo>
                <a:lnTo>
                  <a:pt x="24731" y="31886"/>
                </a:lnTo>
                <a:lnTo>
                  <a:pt x="24765" y="31863"/>
                </a:lnTo>
                <a:lnTo>
                  <a:pt x="24788" y="31829"/>
                </a:lnTo>
                <a:lnTo>
                  <a:pt x="24811" y="31783"/>
                </a:lnTo>
                <a:lnTo>
                  <a:pt x="24822" y="31749"/>
                </a:lnTo>
                <a:lnTo>
                  <a:pt x="24822" y="31704"/>
                </a:lnTo>
                <a:lnTo>
                  <a:pt x="24822" y="31647"/>
                </a:lnTo>
                <a:lnTo>
                  <a:pt x="24799" y="31601"/>
                </a:lnTo>
                <a:lnTo>
                  <a:pt x="26801" y="30452"/>
                </a:lnTo>
                <a:lnTo>
                  <a:pt x="26824" y="30486"/>
                </a:lnTo>
                <a:lnTo>
                  <a:pt x="26858" y="30509"/>
                </a:lnTo>
                <a:lnTo>
                  <a:pt x="26904" y="30532"/>
                </a:lnTo>
                <a:lnTo>
                  <a:pt x="26995" y="30532"/>
                </a:lnTo>
                <a:lnTo>
                  <a:pt x="27040" y="30509"/>
                </a:lnTo>
                <a:lnTo>
                  <a:pt x="27074" y="30486"/>
                </a:lnTo>
                <a:lnTo>
                  <a:pt x="27109" y="30452"/>
                </a:lnTo>
                <a:close/>
                <a:moveTo>
                  <a:pt x="31898" y="30475"/>
                </a:moveTo>
                <a:lnTo>
                  <a:pt x="33809" y="31590"/>
                </a:lnTo>
                <a:lnTo>
                  <a:pt x="33797" y="31635"/>
                </a:lnTo>
                <a:lnTo>
                  <a:pt x="33786" y="31704"/>
                </a:lnTo>
                <a:lnTo>
                  <a:pt x="33797" y="31749"/>
                </a:lnTo>
                <a:lnTo>
                  <a:pt x="33809" y="31795"/>
                </a:lnTo>
                <a:lnTo>
                  <a:pt x="33831" y="31840"/>
                </a:lnTo>
                <a:lnTo>
                  <a:pt x="33866" y="31886"/>
                </a:lnTo>
                <a:lnTo>
                  <a:pt x="33900" y="31920"/>
                </a:lnTo>
                <a:lnTo>
                  <a:pt x="33945" y="31942"/>
                </a:lnTo>
                <a:lnTo>
                  <a:pt x="33991" y="31965"/>
                </a:lnTo>
                <a:lnTo>
                  <a:pt x="34048" y="31965"/>
                </a:lnTo>
                <a:lnTo>
                  <a:pt x="34048" y="34229"/>
                </a:lnTo>
                <a:lnTo>
                  <a:pt x="34002" y="34240"/>
                </a:lnTo>
                <a:lnTo>
                  <a:pt x="33968" y="34252"/>
                </a:lnTo>
                <a:lnTo>
                  <a:pt x="33922" y="34274"/>
                </a:lnTo>
                <a:lnTo>
                  <a:pt x="33900" y="34309"/>
                </a:lnTo>
                <a:lnTo>
                  <a:pt x="33866" y="34331"/>
                </a:lnTo>
                <a:lnTo>
                  <a:pt x="33854" y="34377"/>
                </a:lnTo>
                <a:lnTo>
                  <a:pt x="33843" y="34411"/>
                </a:lnTo>
                <a:lnTo>
                  <a:pt x="33831" y="34456"/>
                </a:lnTo>
                <a:lnTo>
                  <a:pt x="33843" y="34502"/>
                </a:lnTo>
                <a:lnTo>
                  <a:pt x="33854" y="34536"/>
                </a:lnTo>
                <a:lnTo>
                  <a:pt x="31852" y="35696"/>
                </a:lnTo>
                <a:lnTo>
                  <a:pt x="31829" y="35662"/>
                </a:lnTo>
                <a:lnTo>
                  <a:pt x="31784" y="35628"/>
                </a:lnTo>
                <a:lnTo>
                  <a:pt x="31738" y="35617"/>
                </a:lnTo>
                <a:lnTo>
                  <a:pt x="31693" y="35605"/>
                </a:lnTo>
                <a:lnTo>
                  <a:pt x="31636" y="35605"/>
                </a:lnTo>
                <a:lnTo>
                  <a:pt x="31602" y="35628"/>
                </a:lnTo>
                <a:lnTo>
                  <a:pt x="31556" y="35651"/>
                </a:lnTo>
                <a:lnTo>
                  <a:pt x="31522" y="35685"/>
                </a:lnTo>
                <a:lnTo>
                  <a:pt x="29543" y="34547"/>
                </a:lnTo>
                <a:lnTo>
                  <a:pt x="29554" y="34502"/>
                </a:lnTo>
                <a:lnTo>
                  <a:pt x="29554" y="34456"/>
                </a:lnTo>
                <a:lnTo>
                  <a:pt x="29554" y="34411"/>
                </a:lnTo>
                <a:lnTo>
                  <a:pt x="29543" y="34365"/>
                </a:lnTo>
                <a:lnTo>
                  <a:pt x="29520" y="34331"/>
                </a:lnTo>
                <a:lnTo>
                  <a:pt x="29497" y="34297"/>
                </a:lnTo>
                <a:lnTo>
                  <a:pt x="29463" y="34263"/>
                </a:lnTo>
                <a:lnTo>
                  <a:pt x="29429" y="34240"/>
                </a:lnTo>
                <a:lnTo>
                  <a:pt x="29395" y="34229"/>
                </a:lnTo>
                <a:lnTo>
                  <a:pt x="29349" y="34218"/>
                </a:lnTo>
                <a:lnTo>
                  <a:pt x="29349" y="31863"/>
                </a:lnTo>
                <a:lnTo>
                  <a:pt x="29406" y="31851"/>
                </a:lnTo>
                <a:lnTo>
                  <a:pt x="29452" y="31806"/>
                </a:lnTo>
                <a:lnTo>
                  <a:pt x="29486" y="31760"/>
                </a:lnTo>
                <a:lnTo>
                  <a:pt x="29486" y="31704"/>
                </a:lnTo>
                <a:lnTo>
                  <a:pt x="29486" y="31647"/>
                </a:lnTo>
                <a:lnTo>
                  <a:pt x="31488" y="30486"/>
                </a:lnTo>
                <a:lnTo>
                  <a:pt x="31522" y="30532"/>
                </a:lnTo>
                <a:lnTo>
                  <a:pt x="31568" y="30566"/>
                </a:lnTo>
                <a:lnTo>
                  <a:pt x="31625" y="30589"/>
                </a:lnTo>
                <a:lnTo>
                  <a:pt x="31693" y="30600"/>
                </a:lnTo>
                <a:lnTo>
                  <a:pt x="31750" y="30589"/>
                </a:lnTo>
                <a:lnTo>
                  <a:pt x="31807" y="30566"/>
                </a:lnTo>
                <a:lnTo>
                  <a:pt x="31863" y="30532"/>
                </a:lnTo>
                <a:lnTo>
                  <a:pt x="31898" y="30475"/>
                </a:lnTo>
                <a:close/>
                <a:moveTo>
                  <a:pt x="36596" y="30452"/>
                </a:moveTo>
                <a:lnTo>
                  <a:pt x="38643" y="31635"/>
                </a:lnTo>
                <a:lnTo>
                  <a:pt x="38620" y="31704"/>
                </a:lnTo>
                <a:lnTo>
                  <a:pt x="38643" y="31760"/>
                </a:lnTo>
                <a:lnTo>
                  <a:pt x="38677" y="31817"/>
                </a:lnTo>
                <a:lnTo>
                  <a:pt x="38723" y="31851"/>
                </a:lnTo>
                <a:lnTo>
                  <a:pt x="38780" y="31874"/>
                </a:lnTo>
                <a:lnTo>
                  <a:pt x="38780" y="34240"/>
                </a:lnTo>
                <a:lnTo>
                  <a:pt x="38746" y="34252"/>
                </a:lnTo>
                <a:lnTo>
                  <a:pt x="38711" y="34263"/>
                </a:lnTo>
                <a:lnTo>
                  <a:pt x="38677" y="34286"/>
                </a:lnTo>
                <a:lnTo>
                  <a:pt x="38643" y="34309"/>
                </a:lnTo>
                <a:lnTo>
                  <a:pt x="38620" y="34343"/>
                </a:lnTo>
                <a:lnTo>
                  <a:pt x="38598" y="34377"/>
                </a:lnTo>
                <a:lnTo>
                  <a:pt x="38586" y="34411"/>
                </a:lnTo>
                <a:lnTo>
                  <a:pt x="38586" y="34456"/>
                </a:lnTo>
                <a:lnTo>
                  <a:pt x="38586" y="34502"/>
                </a:lnTo>
                <a:lnTo>
                  <a:pt x="38598" y="34536"/>
                </a:lnTo>
                <a:lnTo>
                  <a:pt x="36596" y="35696"/>
                </a:lnTo>
                <a:lnTo>
                  <a:pt x="36561" y="35651"/>
                </a:lnTo>
                <a:lnTo>
                  <a:pt x="36527" y="35628"/>
                </a:lnTo>
                <a:lnTo>
                  <a:pt x="36482" y="35605"/>
                </a:lnTo>
                <a:lnTo>
                  <a:pt x="36379" y="35605"/>
                </a:lnTo>
                <a:lnTo>
                  <a:pt x="36334" y="35628"/>
                </a:lnTo>
                <a:lnTo>
                  <a:pt x="36300" y="35651"/>
                </a:lnTo>
                <a:lnTo>
                  <a:pt x="36266" y="35685"/>
                </a:lnTo>
                <a:lnTo>
                  <a:pt x="34264" y="34536"/>
                </a:lnTo>
                <a:lnTo>
                  <a:pt x="34275" y="34491"/>
                </a:lnTo>
                <a:lnTo>
                  <a:pt x="34286" y="34456"/>
                </a:lnTo>
                <a:lnTo>
                  <a:pt x="34275" y="34411"/>
                </a:lnTo>
                <a:lnTo>
                  <a:pt x="34264" y="34377"/>
                </a:lnTo>
                <a:lnTo>
                  <a:pt x="34252" y="34343"/>
                </a:lnTo>
                <a:lnTo>
                  <a:pt x="34230" y="34309"/>
                </a:lnTo>
                <a:lnTo>
                  <a:pt x="34195" y="34286"/>
                </a:lnTo>
                <a:lnTo>
                  <a:pt x="34161" y="34263"/>
                </a:lnTo>
                <a:lnTo>
                  <a:pt x="34127" y="34240"/>
                </a:lnTo>
                <a:lnTo>
                  <a:pt x="34093" y="34240"/>
                </a:lnTo>
                <a:lnTo>
                  <a:pt x="34093" y="31965"/>
                </a:lnTo>
                <a:lnTo>
                  <a:pt x="34139" y="31954"/>
                </a:lnTo>
                <a:lnTo>
                  <a:pt x="34184" y="31942"/>
                </a:lnTo>
                <a:lnTo>
                  <a:pt x="34230" y="31908"/>
                </a:lnTo>
                <a:lnTo>
                  <a:pt x="34264" y="31874"/>
                </a:lnTo>
                <a:lnTo>
                  <a:pt x="34286" y="31840"/>
                </a:lnTo>
                <a:lnTo>
                  <a:pt x="34309" y="31795"/>
                </a:lnTo>
                <a:lnTo>
                  <a:pt x="34321" y="31749"/>
                </a:lnTo>
                <a:lnTo>
                  <a:pt x="34332" y="31704"/>
                </a:lnTo>
                <a:lnTo>
                  <a:pt x="34321" y="31647"/>
                </a:lnTo>
                <a:lnTo>
                  <a:pt x="34309" y="31590"/>
                </a:lnTo>
                <a:lnTo>
                  <a:pt x="36277" y="30464"/>
                </a:lnTo>
                <a:lnTo>
                  <a:pt x="36300" y="30498"/>
                </a:lnTo>
                <a:lnTo>
                  <a:pt x="36334" y="30521"/>
                </a:lnTo>
                <a:lnTo>
                  <a:pt x="36379" y="30532"/>
                </a:lnTo>
                <a:lnTo>
                  <a:pt x="36425" y="30543"/>
                </a:lnTo>
                <a:lnTo>
                  <a:pt x="36482" y="30532"/>
                </a:lnTo>
                <a:lnTo>
                  <a:pt x="36527" y="30521"/>
                </a:lnTo>
                <a:lnTo>
                  <a:pt x="36561" y="30486"/>
                </a:lnTo>
                <a:lnTo>
                  <a:pt x="36596" y="30452"/>
                </a:lnTo>
                <a:close/>
                <a:moveTo>
                  <a:pt x="41362" y="30464"/>
                </a:moveTo>
                <a:lnTo>
                  <a:pt x="43364" y="31624"/>
                </a:lnTo>
                <a:lnTo>
                  <a:pt x="43353" y="31658"/>
                </a:lnTo>
                <a:lnTo>
                  <a:pt x="43341" y="31704"/>
                </a:lnTo>
                <a:lnTo>
                  <a:pt x="43353" y="31738"/>
                </a:lnTo>
                <a:lnTo>
                  <a:pt x="43364" y="31772"/>
                </a:lnTo>
                <a:lnTo>
                  <a:pt x="43398" y="31829"/>
                </a:lnTo>
                <a:lnTo>
                  <a:pt x="43455" y="31874"/>
                </a:lnTo>
                <a:lnTo>
                  <a:pt x="43489" y="31886"/>
                </a:lnTo>
                <a:lnTo>
                  <a:pt x="43523" y="31886"/>
                </a:lnTo>
                <a:lnTo>
                  <a:pt x="43523" y="34240"/>
                </a:lnTo>
                <a:lnTo>
                  <a:pt x="43478" y="34240"/>
                </a:lnTo>
                <a:lnTo>
                  <a:pt x="43444" y="34252"/>
                </a:lnTo>
                <a:lnTo>
                  <a:pt x="43409" y="34274"/>
                </a:lnTo>
                <a:lnTo>
                  <a:pt x="43375" y="34309"/>
                </a:lnTo>
                <a:lnTo>
                  <a:pt x="43353" y="34331"/>
                </a:lnTo>
                <a:lnTo>
                  <a:pt x="43330" y="34377"/>
                </a:lnTo>
                <a:lnTo>
                  <a:pt x="43318" y="34411"/>
                </a:lnTo>
                <a:lnTo>
                  <a:pt x="43318" y="34456"/>
                </a:lnTo>
                <a:lnTo>
                  <a:pt x="43318" y="34502"/>
                </a:lnTo>
                <a:lnTo>
                  <a:pt x="43330" y="34536"/>
                </a:lnTo>
                <a:lnTo>
                  <a:pt x="41339" y="35696"/>
                </a:lnTo>
                <a:lnTo>
                  <a:pt x="41305" y="35662"/>
                </a:lnTo>
                <a:lnTo>
                  <a:pt x="41260" y="35628"/>
                </a:lnTo>
                <a:lnTo>
                  <a:pt x="41214" y="35617"/>
                </a:lnTo>
                <a:lnTo>
                  <a:pt x="41169" y="35605"/>
                </a:lnTo>
                <a:lnTo>
                  <a:pt x="41123" y="35617"/>
                </a:lnTo>
                <a:lnTo>
                  <a:pt x="41078" y="35628"/>
                </a:lnTo>
                <a:lnTo>
                  <a:pt x="41043" y="35651"/>
                </a:lnTo>
                <a:lnTo>
                  <a:pt x="41009" y="35685"/>
                </a:lnTo>
                <a:lnTo>
                  <a:pt x="38996" y="34525"/>
                </a:lnTo>
                <a:lnTo>
                  <a:pt x="39007" y="34491"/>
                </a:lnTo>
                <a:lnTo>
                  <a:pt x="39019" y="34456"/>
                </a:lnTo>
                <a:lnTo>
                  <a:pt x="39007" y="34411"/>
                </a:lnTo>
                <a:lnTo>
                  <a:pt x="38996" y="34377"/>
                </a:lnTo>
                <a:lnTo>
                  <a:pt x="38962" y="34320"/>
                </a:lnTo>
                <a:lnTo>
                  <a:pt x="38905" y="34274"/>
                </a:lnTo>
                <a:lnTo>
                  <a:pt x="38871" y="34252"/>
                </a:lnTo>
                <a:lnTo>
                  <a:pt x="38825" y="34240"/>
                </a:lnTo>
                <a:lnTo>
                  <a:pt x="38825" y="31874"/>
                </a:lnTo>
                <a:lnTo>
                  <a:pt x="38882" y="31851"/>
                </a:lnTo>
                <a:lnTo>
                  <a:pt x="38928" y="31806"/>
                </a:lnTo>
                <a:lnTo>
                  <a:pt x="38962" y="31760"/>
                </a:lnTo>
                <a:lnTo>
                  <a:pt x="38973" y="31704"/>
                </a:lnTo>
                <a:lnTo>
                  <a:pt x="38962" y="31647"/>
                </a:lnTo>
                <a:lnTo>
                  <a:pt x="40987" y="30475"/>
                </a:lnTo>
                <a:lnTo>
                  <a:pt x="41021" y="30509"/>
                </a:lnTo>
                <a:lnTo>
                  <a:pt x="41066" y="30543"/>
                </a:lnTo>
                <a:lnTo>
                  <a:pt x="41112" y="30566"/>
                </a:lnTo>
                <a:lnTo>
                  <a:pt x="41169" y="30577"/>
                </a:lnTo>
                <a:lnTo>
                  <a:pt x="41225" y="30566"/>
                </a:lnTo>
                <a:lnTo>
                  <a:pt x="41282" y="30543"/>
                </a:lnTo>
                <a:lnTo>
                  <a:pt x="41316" y="30509"/>
                </a:lnTo>
                <a:lnTo>
                  <a:pt x="41362" y="30464"/>
                </a:lnTo>
                <a:close/>
                <a:moveTo>
                  <a:pt x="69800" y="30464"/>
                </a:moveTo>
                <a:lnTo>
                  <a:pt x="71768" y="31601"/>
                </a:lnTo>
                <a:lnTo>
                  <a:pt x="71757" y="31647"/>
                </a:lnTo>
                <a:lnTo>
                  <a:pt x="71746" y="31704"/>
                </a:lnTo>
                <a:lnTo>
                  <a:pt x="71757" y="31749"/>
                </a:lnTo>
                <a:lnTo>
                  <a:pt x="71768" y="31783"/>
                </a:lnTo>
                <a:lnTo>
                  <a:pt x="71791" y="31829"/>
                </a:lnTo>
                <a:lnTo>
                  <a:pt x="71814" y="31863"/>
                </a:lnTo>
                <a:lnTo>
                  <a:pt x="71848" y="31897"/>
                </a:lnTo>
                <a:lnTo>
                  <a:pt x="71882" y="31920"/>
                </a:lnTo>
                <a:lnTo>
                  <a:pt x="71928" y="31931"/>
                </a:lnTo>
                <a:lnTo>
                  <a:pt x="71973" y="31942"/>
                </a:lnTo>
                <a:lnTo>
                  <a:pt x="71973" y="34252"/>
                </a:lnTo>
                <a:lnTo>
                  <a:pt x="71928" y="34252"/>
                </a:lnTo>
                <a:lnTo>
                  <a:pt x="71893" y="34274"/>
                </a:lnTo>
                <a:lnTo>
                  <a:pt x="71859" y="34286"/>
                </a:lnTo>
                <a:lnTo>
                  <a:pt x="71837" y="34320"/>
                </a:lnTo>
                <a:lnTo>
                  <a:pt x="71814" y="34343"/>
                </a:lnTo>
                <a:lnTo>
                  <a:pt x="71791" y="34377"/>
                </a:lnTo>
                <a:lnTo>
                  <a:pt x="71780" y="34411"/>
                </a:lnTo>
                <a:lnTo>
                  <a:pt x="71780" y="34456"/>
                </a:lnTo>
                <a:lnTo>
                  <a:pt x="71780" y="34491"/>
                </a:lnTo>
                <a:lnTo>
                  <a:pt x="71791" y="34536"/>
                </a:lnTo>
                <a:lnTo>
                  <a:pt x="69789" y="35696"/>
                </a:lnTo>
                <a:lnTo>
                  <a:pt x="69755" y="35651"/>
                </a:lnTo>
                <a:lnTo>
                  <a:pt x="69721" y="35628"/>
                </a:lnTo>
                <a:lnTo>
                  <a:pt x="69675" y="35605"/>
                </a:lnTo>
                <a:lnTo>
                  <a:pt x="69573" y="35605"/>
                </a:lnTo>
                <a:lnTo>
                  <a:pt x="69527" y="35628"/>
                </a:lnTo>
                <a:lnTo>
                  <a:pt x="69493" y="35651"/>
                </a:lnTo>
                <a:lnTo>
                  <a:pt x="69459" y="35685"/>
                </a:lnTo>
                <a:lnTo>
                  <a:pt x="67480" y="34547"/>
                </a:lnTo>
                <a:lnTo>
                  <a:pt x="67503" y="34502"/>
                </a:lnTo>
                <a:lnTo>
                  <a:pt x="67503" y="34456"/>
                </a:lnTo>
                <a:lnTo>
                  <a:pt x="67503" y="34411"/>
                </a:lnTo>
                <a:lnTo>
                  <a:pt x="67491" y="34365"/>
                </a:lnTo>
                <a:lnTo>
                  <a:pt x="67468" y="34320"/>
                </a:lnTo>
                <a:lnTo>
                  <a:pt x="67434" y="34286"/>
                </a:lnTo>
                <a:lnTo>
                  <a:pt x="67400" y="34252"/>
                </a:lnTo>
                <a:lnTo>
                  <a:pt x="67366" y="34229"/>
                </a:lnTo>
                <a:lnTo>
                  <a:pt x="67321" y="34218"/>
                </a:lnTo>
                <a:lnTo>
                  <a:pt x="67275" y="34206"/>
                </a:lnTo>
                <a:lnTo>
                  <a:pt x="67275" y="31908"/>
                </a:lnTo>
                <a:lnTo>
                  <a:pt x="67309" y="31897"/>
                </a:lnTo>
                <a:lnTo>
                  <a:pt x="67343" y="31886"/>
                </a:lnTo>
                <a:lnTo>
                  <a:pt x="67412" y="31840"/>
                </a:lnTo>
                <a:lnTo>
                  <a:pt x="67446" y="31772"/>
                </a:lnTo>
                <a:lnTo>
                  <a:pt x="67457" y="31738"/>
                </a:lnTo>
                <a:lnTo>
                  <a:pt x="67457" y="31704"/>
                </a:lnTo>
                <a:lnTo>
                  <a:pt x="67457" y="31658"/>
                </a:lnTo>
                <a:lnTo>
                  <a:pt x="67446" y="31624"/>
                </a:lnTo>
                <a:lnTo>
                  <a:pt x="69436" y="30464"/>
                </a:lnTo>
                <a:lnTo>
                  <a:pt x="69471" y="30509"/>
                </a:lnTo>
                <a:lnTo>
                  <a:pt x="69516" y="30543"/>
                </a:lnTo>
                <a:lnTo>
                  <a:pt x="69562" y="30555"/>
                </a:lnTo>
                <a:lnTo>
                  <a:pt x="69618" y="30566"/>
                </a:lnTo>
                <a:lnTo>
                  <a:pt x="69675" y="30555"/>
                </a:lnTo>
                <a:lnTo>
                  <a:pt x="69721" y="30543"/>
                </a:lnTo>
                <a:lnTo>
                  <a:pt x="69766" y="30509"/>
                </a:lnTo>
                <a:lnTo>
                  <a:pt x="69800" y="30464"/>
                </a:lnTo>
                <a:close/>
                <a:moveTo>
                  <a:pt x="83997" y="30452"/>
                </a:moveTo>
                <a:lnTo>
                  <a:pt x="86056" y="31635"/>
                </a:lnTo>
                <a:lnTo>
                  <a:pt x="86044" y="31704"/>
                </a:lnTo>
                <a:lnTo>
                  <a:pt x="86056" y="31760"/>
                </a:lnTo>
                <a:lnTo>
                  <a:pt x="86079" y="31817"/>
                </a:lnTo>
                <a:lnTo>
                  <a:pt x="86135" y="31851"/>
                </a:lnTo>
                <a:lnTo>
                  <a:pt x="86192" y="31874"/>
                </a:lnTo>
                <a:lnTo>
                  <a:pt x="86192" y="34218"/>
                </a:lnTo>
                <a:lnTo>
                  <a:pt x="86147" y="34229"/>
                </a:lnTo>
                <a:lnTo>
                  <a:pt x="86101" y="34240"/>
                </a:lnTo>
                <a:lnTo>
                  <a:pt x="86067" y="34263"/>
                </a:lnTo>
                <a:lnTo>
                  <a:pt x="86033" y="34297"/>
                </a:lnTo>
                <a:lnTo>
                  <a:pt x="86010" y="34331"/>
                </a:lnTo>
                <a:lnTo>
                  <a:pt x="85988" y="34365"/>
                </a:lnTo>
                <a:lnTo>
                  <a:pt x="85976" y="34411"/>
                </a:lnTo>
                <a:lnTo>
                  <a:pt x="85976" y="34456"/>
                </a:lnTo>
                <a:lnTo>
                  <a:pt x="85976" y="34502"/>
                </a:lnTo>
                <a:lnTo>
                  <a:pt x="85988" y="34547"/>
                </a:lnTo>
                <a:lnTo>
                  <a:pt x="84008" y="35696"/>
                </a:lnTo>
                <a:lnTo>
                  <a:pt x="83974" y="35662"/>
                </a:lnTo>
                <a:lnTo>
                  <a:pt x="83940" y="35628"/>
                </a:lnTo>
                <a:lnTo>
                  <a:pt x="83895" y="35617"/>
                </a:lnTo>
                <a:lnTo>
                  <a:pt x="83838" y="35605"/>
                </a:lnTo>
                <a:lnTo>
                  <a:pt x="83792" y="35617"/>
                </a:lnTo>
                <a:lnTo>
                  <a:pt x="83747" y="35628"/>
                </a:lnTo>
                <a:lnTo>
                  <a:pt x="83713" y="35651"/>
                </a:lnTo>
                <a:lnTo>
                  <a:pt x="83678" y="35685"/>
                </a:lnTo>
                <a:lnTo>
                  <a:pt x="81631" y="34513"/>
                </a:lnTo>
                <a:lnTo>
                  <a:pt x="81642" y="34456"/>
                </a:lnTo>
                <a:lnTo>
                  <a:pt x="81631" y="34400"/>
                </a:lnTo>
                <a:lnTo>
                  <a:pt x="81608" y="34343"/>
                </a:lnTo>
                <a:lnTo>
                  <a:pt x="81551" y="34309"/>
                </a:lnTo>
                <a:lnTo>
                  <a:pt x="81494" y="34286"/>
                </a:lnTo>
                <a:lnTo>
                  <a:pt x="81494" y="31942"/>
                </a:lnTo>
                <a:lnTo>
                  <a:pt x="81540" y="31931"/>
                </a:lnTo>
                <a:lnTo>
                  <a:pt x="81585" y="31908"/>
                </a:lnTo>
                <a:lnTo>
                  <a:pt x="81619" y="31886"/>
                </a:lnTo>
                <a:lnTo>
                  <a:pt x="81654" y="31863"/>
                </a:lnTo>
                <a:lnTo>
                  <a:pt x="81676" y="31829"/>
                </a:lnTo>
                <a:lnTo>
                  <a:pt x="81699" y="31783"/>
                </a:lnTo>
                <a:lnTo>
                  <a:pt x="81710" y="31749"/>
                </a:lnTo>
                <a:lnTo>
                  <a:pt x="81710" y="31704"/>
                </a:lnTo>
                <a:lnTo>
                  <a:pt x="81710" y="31647"/>
                </a:lnTo>
                <a:lnTo>
                  <a:pt x="81699" y="31601"/>
                </a:lnTo>
                <a:lnTo>
                  <a:pt x="83690" y="30452"/>
                </a:lnTo>
                <a:lnTo>
                  <a:pt x="83713" y="30486"/>
                </a:lnTo>
                <a:lnTo>
                  <a:pt x="83758" y="30509"/>
                </a:lnTo>
                <a:lnTo>
                  <a:pt x="83792" y="30532"/>
                </a:lnTo>
                <a:lnTo>
                  <a:pt x="83883" y="30532"/>
                </a:lnTo>
                <a:lnTo>
                  <a:pt x="83929" y="30509"/>
                </a:lnTo>
                <a:lnTo>
                  <a:pt x="83963" y="30486"/>
                </a:lnTo>
                <a:lnTo>
                  <a:pt x="83997" y="30452"/>
                </a:lnTo>
                <a:close/>
                <a:moveTo>
                  <a:pt x="15278" y="34570"/>
                </a:moveTo>
                <a:lnTo>
                  <a:pt x="17280" y="35730"/>
                </a:lnTo>
                <a:lnTo>
                  <a:pt x="17269" y="35765"/>
                </a:lnTo>
                <a:lnTo>
                  <a:pt x="17257" y="35810"/>
                </a:lnTo>
                <a:lnTo>
                  <a:pt x="17269" y="35844"/>
                </a:lnTo>
                <a:lnTo>
                  <a:pt x="17280" y="35878"/>
                </a:lnTo>
                <a:lnTo>
                  <a:pt x="17292" y="35912"/>
                </a:lnTo>
                <a:lnTo>
                  <a:pt x="17314" y="35947"/>
                </a:lnTo>
                <a:lnTo>
                  <a:pt x="17371" y="35992"/>
                </a:lnTo>
                <a:lnTo>
                  <a:pt x="17417" y="36003"/>
                </a:lnTo>
                <a:lnTo>
                  <a:pt x="17451" y="36015"/>
                </a:lnTo>
                <a:lnTo>
                  <a:pt x="17451" y="38381"/>
                </a:lnTo>
                <a:lnTo>
                  <a:pt x="17383" y="38404"/>
                </a:lnTo>
                <a:lnTo>
                  <a:pt x="17337" y="38438"/>
                </a:lnTo>
                <a:lnTo>
                  <a:pt x="17303" y="38495"/>
                </a:lnTo>
                <a:lnTo>
                  <a:pt x="17292" y="38563"/>
                </a:lnTo>
                <a:lnTo>
                  <a:pt x="17303" y="38620"/>
                </a:lnTo>
                <a:lnTo>
                  <a:pt x="15324" y="39757"/>
                </a:lnTo>
                <a:lnTo>
                  <a:pt x="15278" y="39712"/>
                </a:lnTo>
                <a:lnTo>
                  <a:pt x="15233" y="39678"/>
                </a:lnTo>
                <a:lnTo>
                  <a:pt x="15164" y="39644"/>
                </a:lnTo>
                <a:lnTo>
                  <a:pt x="15028" y="39644"/>
                </a:lnTo>
                <a:lnTo>
                  <a:pt x="14971" y="39666"/>
                </a:lnTo>
                <a:lnTo>
                  <a:pt x="14914" y="39712"/>
                </a:lnTo>
                <a:lnTo>
                  <a:pt x="14869" y="39757"/>
                </a:lnTo>
                <a:lnTo>
                  <a:pt x="12980" y="38665"/>
                </a:lnTo>
                <a:lnTo>
                  <a:pt x="12992" y="38620"/>
                </a:lnTo>
                <a:lnTo>
                  <a:pt x="12992" y="38563"/>
                </a:lnTo>
                <a:lnTo>
                  <a:pt x="12992" y="38506"/>
                </a:lnTo>
                <a:lnTo>
                  <a:pt x="12980" y="38461"/>
                </a:lnTo>
                <a:lnTo>
                  <a:pt x="12958" y="38415"/>
                </a:lnTo>
                <a:lnTo>
                  <a:pt x="12923" y="38381"/>
                </a:lnTo>
                <a:lnTo>
                  <a:pt x="12889" y="38347"/>
                </a:lnTo>
                <a:lnTo>
                  <a:pt x="12855" y="38324"/>
                </a:lnTo>
                <a:lnTo>
                  <a:pt x="12810" y="38301"/>
                </a:lnTo>
                <a:lnTo>
                  <a:pt x="12753" y="38301"/>
                </a:lnTo>
                <a:lnTo>
                  <a:pt x="12753" y="36003"/>
                </a:lnTo>
                <a:lnTo>
                  <a:pt x="12821" y="35981"/>
                </a:lnTo>
                <a:lnTo>
                  <a:pt x="12878" y="35935"/>
                </a:lnTo>
                <a:lnTo>
                  <a:pt x="12912" y="35878"/>
                </a:lnTo>
                <a:lnTo>
                  <a:pt x="12923" y="35844"/>
                </a:lnTo>
                <a:lnTo>
                  <a:pt x="12935" y="35810"/>
                </a:lnTo>
                <a:lnTo>
                  <a:pt x="12923" y="35765"/>
                </a:lnTo>
                <a:lnTo>
                  <a:pt x="12912" y="35730"/>
                </a:lnTo>
                <a:lnTo>
                  <a:pt x="14925" y="34570"/>
                </a:lnTo>
                <a:lnTo>
                  <a:pt x="14960" y="34616"/>
                </a:lnTo>
                <a:lnTo>
                  <a:pt x="14994" y="34638"/>
                </a:lnTo>
                <a:lnTo>
                  <a:pt x="15051" y="34661"/>
                </a:lnTo>
                <a:lnTo>
                  <a:pt x="15153" y="34661"/>
                </a:lnTo>
                <a:lnTo>
                  <a:pt x="15198" y="34638"/>
                </a:lnTo>
                <a:lnTo>
                  <a:pt x="15244" y="34604"/>
                </a:lnTo>
                <a:lnTo>
                  <a:pt x="15278" y="34570"/>
                </a:lnTo>
                <a:close/>
                <a:moveTo>
                  <a:pt x="57936" y="34559"/>
                </a:moveTo>
                <a:lnTo>
                  <a:pt x="59927" y="35708"/>
                </a:lnTo>
                <a:lnTo>
                  <a:pt x="59904" y="35753"/>
                </a:lnTo>
                <a:lnTo>
                  <a:pt x="59904" y="35810"/>
                </a:lnTo>
                <a:lnTo>
                  <a:pt x="59904" y="35856"/>
                </a:lnTo>
                <a:lnTo>
                  <a:pt x="59915" y="35890"/>
                </a:lnTo>
                <a:lnTo>
                  <a:pt x="59938" y="35935"/>
                </a:lnTo>
                <a:lnTo>
                  <a:pt x="59961" y="35969"/>
                </a:lnTo>
                <a:lnTo>
                  <a:pt x="59995" y="35992"/>
                </a:lnTo>
                <a:lnTo>
                  <a:pt x="60029" y="36015"/>
                </a:lnTo>
                <a:lnTo>
                  <a:pt x="60074" y="36038"/>
                </a:lnTo>
                <a:lnTo>
                  <a:pt x="60120" y="36038"/>
                </a:lnTo>
                <a:lnTo>
                  <a:pt x="60120" y="38392"/>
                </a:lnTo>
                <a:lnTo>
                  <a:pt x="60063" y="38404"/>
                </a:lnTo>
                <a:lnTo>
                  <a:pt x="60006" y="38449"/>
                </a:lnTo>
                <a:lnTo>
                  <a:pt x="59983" y="38495"/>
                </a:lnTo>
                <a:lnTo>
                  <a:pt x="59961" y="38563"/>
                </a:lnTo>
                <a:lnTo>
                  <a:pt x="59972" y="38620"/>
                </a:lnTo>
                <a:lnTo>
                  <a:pt x="57993" y="39757"/>
                </a:lnTo>
                <a:lnTo>
                  <a:pt x="57947" y="39712"/>
                </a:lnTo>
                <a:lnTo>
                  <a:pt x="57902" y="39678"/>
                </a:lnTo>
                <a:lnTo>
                  <a:pt x="57833" y="39655"/>
                </a:lnTo>
                <a:lnTo>
                  <a:pt x="57765" y="39644"/>
                </a:lnTo>
                <a:lnTo>
                  <a:pt x="57708" y="39655"/>
                </a:lnTo>
                <a:lnTo>
                  <a:pt x="57640" y="39678"/>
                </a:lnTo>
                <a:lnTo>
                  <a:pt x="57595" y="39712"/>
                </a:lnTo>
                <a:lnTo>
                  <a:pt x="57549" y="39757"/>
                </a:lnTo>
                <a:lnTo>
                  <a:pt x="55615" y="38643"/>
                </a:lnTo>
                <a:lnTo>
                  <a:pt x="55627" y="38608"/>
                </a:lnTo>
                <a:lnTo>
                  <a:pt x="55627" y="38563"/>
                </a:lnTo>
                <a:lnTo>
                  <a:pt x="55627" y="38517"/>
                </a:lnTo>
                <a:lnTo>
                  <a:pt x="55615" y="38472"/>
                </a:lnTo>
                <a:lnTo>
                  <a:pt x="55593" y="38438"/>
                </a:lnTo>
                <a:lnTo>
                  <a:pt x="55570" y="38404"/>
                </a:lnTo>
                <a:lnTo>
                  <a:pt x="55536" y="38381"/>
                </a:lnTo>
                <a:lnTo>
                  <a:pt x="55502" y="38358"/>
                </a:lnTo>
                <a:lnTo>
                  <a:pt x="55467" y="38335"/>
                </a:lnTo>
                <a:lnTo>
                  <a:pt x="55422" y="38335"/>
                </a:lnTo>
                <a:lnTo>
                  <a:pt x="55422" y="36060"/>
                </a:lnTo>
                <a:lnTo>
                  <a:pt x="55467" y="36049"/>
                </a:lnTo>
                <a:lnTo>
                  <a:pt x="55513" y="36038"/>
                </a:lnTo>
                <a:lnTo>
                  <a:pt x="55547" y="36003"/>
                </a:lnTo>
                <a:lnTo>
                  <a:pt x="55581" y="35981"/>
                </a:lnTo>
                <a:lnTo>
                  <a:pt x="55615" y="35935"/>
                </a:lnTo>
                <a:lnTo>
                  <a:pt x="55638" y="35901"/>
                </a:lnTo>
                <a:lnTo>
                  <a:pt x="55649" y="35856"/>
                </a:lnTo>
                <a:lnTo>
                  <a:pt x="55649" y="35810"/>
                </a:lnTo>
                <a:lnTo>
                  <a:pt x="55649" y="35753"/>
                </a:lnTo>
                <a:lnTo>
                  <a:pt x="55627" y="35708"/>
                </a:lnTo>
                <a:lnTo>
                  <a:pt x="57606" y="34559"/>
                </a:lnTo>
                <a:lnTo>
                  <a:pt x="57640" y="34604"/>
                </a:lnTo>
                <a:lnTo>
                  <a:pt x="57674" y="34627"/>
                </a:lnTo>
                <a:lnTo>
                  <a:pt x="57720" y="34638"/>
                </a:lnTo>
                <a:lnTo>
                  <a:pt x="57765" y="34650"/>
                </a:lnTo>
                <a:lnTo>
                  <a:pt x="57822" y="34638"/>
                </a:lnTo>
                <a:lnTo>
                  <a:pt x="57868" y="34627"/>
                </a:lnTo>
                <a:lnTo>
                  <a:pt x="57902" y="34593"/>
                </a:lnTo>
                <a:lnTo>
                  <a:pt x="57936" y="34559"/>
                </a:lnTo>
                <a:close/>
                <a:moveTo>
                  <a:pt x="72166" y="34570"/>
                </a:moveTo>
                <a:lnTo>
                  <a:pt x="74169" y="35730"/>
                </a:lnTo>
                <a:lnTo>
                  <a:pt x="74157" y="35765"/>
                </a:lnTo>
                <a:lnTo>
                  <a:pt x="74157" y="35810"/>
                </a:lnTo>
                <a:lnTo>
                  <a:pt x="74157" y="35844"/>
                </a:lnTo>
                <a:lnTo>
                  <a:pt x="74169" y="35878"/>
                </a:lnTo>
                <a:lnTo>
                  <a:pt x="74180" y="35912"/>
                </a:lnTo>
                <a:lnTo>
                  <a:pt x="74203" y="35947"/>
                </a:lnTo>
                <a:lnTo>
                  <a:pt x="74271" y="35992"/>
                </a:lnTo>
                <a:lnTo>
                  <a:pt x="74305" y="36003"/>
                </a:lnTo>
                <a:lnTo>
                  <a:pt x="74339" y="36015"/>
                </a:lnTo>
                <a:lnTo>
                  <a:pt x="74339" y="38381"/>
                </a:lnTo>
                <a:lnTo>
                  <a:pt x="74282" y="38404"/>
                </a:lnTo>
                <a:lnTo>
                  <a:pt x="74225" y="38438"/>
                </a:lnTo>
                <a:lnTo>
                  <a:pt x="74191" y="38495"/>
                </a:lnTo>
                <a:lnTo>
                  <a:pt x="74180" y="38563"/>
                </a:lnTo>
                <a:lnTo>
                  <a:pt x="74191" y="38620"/>
                </a:lnTo>
                <a:lnTo>
                  <a:pt x="72212" y="39757"/>
                </a:lnTo>
                <a:lnTo>
                  <a:pt x="72178" y="39712"/>
                </a:lnTo>
                <a:lnTo>
                  <a:pt x="72121" y="39678"/>
                </a:lnTo>
                <a:lnTo>
                  <a:pt x="72064" y="39644"/>
                </a:lnTo>
                <a:lnTo>
                  <a:pt x="71928" y="39644"/>
                </a:lnTo>
                <a:lnTo>
                  <a:pt x="71859" y="39666"/>
                </a:lnTo>
                <a:lnTo>
                  <a:pt x="71802" y="39712"/>
                </a:lnTo>
                <a:lnTo>
                  <a:pt x="71768" y="39757"/>
                </a:lnTo>
                <a:lnTo>
                  <a:pt x="69869" y="38665"/>
                </a:lnTo>
                <a:lnTo>
                  <a:pt x="69880" y="38620"/>
                </a:lnTo>
                <a:lnTo>
                  <a:pt x="69891" y="38563"/>
                </a:lnTo>
                <a:lnTo>
                  <a:pt x="69880" y="38506"/>
                </a:lnTo>
                <a:lnTo>
                  <a:pt x="69869" y="38461"/>
                </a:lnTo>
                <a:lnTo>
                  <a:pt x="69846" y="38415"/>
                </a:lnTo>
                <a:lnTo>
                  <a:pt x="69823" y="38381"/>
                </a:lnTo>
                <a:lnTo>
                  <a:pt x="69778" y="38347"/>
                </a:lnTo>
                <a:lnTo>
                  <a:pt x="69744" y="38324"/>
                </a:lnTo>
                <a:lnTo>
                  <a:pt x="69698" y="38301"/>
                </a:lnTo>
                <a:lnTo>
                  <a:pt x="69641" y="38301"/>
                </a:lnTo>
                <a:lnTo>
                  <a:pt x="69641" y="36003"/>
                </a:lnTo>
                <a:lnTo>
                  <a:pt x="69709" y="35981"/>
                </a:lnTo>
                <a:lnTo>
                  <a:pt x="69766" y="35935"/>
                </a:lnTo>
                <a:lnTo>
                  <a:pt x="69812" y="35878"/>
                </a:lnTo>
                <a:lnTo>
                  <a:pt x="69823" y="35844"/>
                </a:lnTo>
                <a:lnTo>
                  <a:pt x="69823" y="35810"/>
                </a:lnTo>
                <a:lnTo>
                  <a:pt x="69812" y="35765"/>
                </a:lnTo>
                <a:lnTo>
                  <a:pt x="69812" y="35730"/>
                </a:lnTo>
                <a:lnTo>
                  <a:pt x="71814" y="34570"/>
                </a:lnTo>
                <a:lnTo>
                  <a:pt x="71848" y="34616"/>
                </a:lnTo>
                <a:lnTo>
                  <a:pt x="71893" y="34638"/>
                </a:lnTo>
                <a:lnTo>
                  <a:pt x="71939" y="34661"/>
                </a:lnTo>
                <a:lnTo>
                  <a:pt x="72041" y="34661"/>
                </a:lnTo>
                <a:lnTo>
                  <a:pt x="72087" y="34638"/>
                </a:lnTo>
                <a:lnTo>
                  <a:pt x="72132" y="34604"/>
                </a:lnTo>
                <a:lnTo>
                  <a:pt x="72166" y="34570"/>
                </a:lnTo>
                <a:close/>
                <a:moveTo>
                  <a:pt x="38984" y="34570"/>
                </a:moveTo>
                <a:lnTo>
                  <a:pt x="40987" y="35730"/>
                </a:lnTo>
                <a:lnTo>
                  <a:pt x="40975" y="35765"/>
                </a:lnTo>
                <a:lnTo>
                  <a:pt x="40975" y="35810"/>
                </a:lnTo>
                <a:lnTo>
                  <a:pt x="40975" y="35844"/>
                </a:lnTo>
                <a:lnTo>
                  <a:pt x="40987" y="35878"/>
                </a:lnTo>
                <a:lnTo>
                  <a:pt x="41021" y="35935"/>
                </a:lnTo>
                <a:lnTo>
                  <a:pt x="41089" y="35981"/>
                </a:lnTo>
                <a:lnTo>
                  <a:pt x="41123" y="35992"/>
                </a:lnTo>
                <a:lnTo>
                  <a:pt x="41157" y="36003"/>
                </a:lnTo>
                <a:lnTo>
                  <a:pt x="41157" y="38392"/>
                </a:lnTo>
                <a:lnTo>
                  <a:pt x="41100" y="38415"/>
                </a:lnTo>
                <a:lnTo>
                  <a:pt x="41043" y="38449"/>
                </a:lnTo>
                <a:lnTo>
                  <a:pt x="41009" y="38495"/>
                </a:lnTo>
                <a:lnTo>
                  <a:pt x="40998" y="38563"/>
                </a:lnTo>
                <a:lnTo>
                  <a:pt x="41009" y="38620"/>
                </a:lnTo>
                <a:lnTo>
                  <a:pt x="39030" y="39769"/>
                </a:lnTo>
                <a:lnTo>
                  <a:pt x="38984" y="39712"/>
                </a:lnTo>
                <a:lnTo>
                  <a:pt x="38928" y="39678"/>
                </a:lnTo>
                <a:lnTo>
                  <a:pt x="38871" y="39655"/>
                </a:lnTo>
                <a:lnTo>
                  <a:pt x="38802" y="39644"/>
                </a:lnTo>
                <a:lnTo>
                  <a:pt x="38734" y="39655"/>
                </a:lnTo>
                <a:lnTo>
                  <a:pt x="38677" y="39678"/>
                </a:lnTo>
                <a:lnTo>
                  <a:pt x="38620" y="39712"/>
                </a:lnTo>
                <a:lnTo>
                  <a:pt x="38575" y="39757"/>
                </a:lnTo>
                <a:lnTo>
                  <a:pt x="36664" y="38654"/>
                </a:lnTo>
                <a:lnTo>
                  <a:pt x="36675" y="38608"/>
                </a:lnTo>
                <a:lnTo>
                  <a:pt x="36675" y="38563"/>
                </a:lnTo>
                <a:lnTo>
                  <a:pt x="36675" y="38517"/>
                </a:lnTo>
                <a:lnTo>
                  <a:pt x="36664" y="38472"/>
                </a:lnTo>
                <a:lnTo>
                  <a:pt x="36641" y="38426"/>
                </a:lnTo>
                <a:lnTo>
                  <a:pt x="36618" y="38392"/>
                </a:lnTo>
                <a:lnTo>
                  <a:pt x="36584" y="38370"/>
                </a:lnTo>
                <a:lnTo>
                  <a:pt x="36550" y="38347"/>
                </a:lnTo>
                <a:lnTo>
                  <a:pt x="36505" y="38324"/>
                </a:lnTo>
                <a:lnTo>
                  <a:pt x="36459" y="38313"/>
                </a:lnTo>
                <a:lnTo>
                  <a:pt x="36459" y="36003"/>
                </a:lnTo>
                <a:lnTo>
                  <a:pt x="36527" y="35981"/>
                </a:lnTo>
                <a:lnTo>
                  <a:pt x="36584" y="35935"/>
                </a:lnTo>
                <a:lnTo>
                  <a:pt x="36618" y="35878"/>
                </a:lnTo>
                <a:lnTo>
                  <a:pt x="36630" y="35844"/>
                </a:lnTo>
                <a:lnTo>
                  <a:pt x="36630" y="35810"/>
                </a:lnTo>
                <a:lnTo>
                  <a:pt x="36630" y="35765"/>
                </a:lnTo>
                <a:lnTo>
                  <a:pt x="36618" y="35730"/>
                </a:lnTo>
                <a:lnTo>
                  <a:pt x="38620" y="34582"/>
                </a:lnTo>
                <a:lnTo>
                  <a:pt x="38655" y="34616"/>
                </a:lnTo>
                <a:lnTo>
                  <a:pt x="38700" y="34650"/>
                </a:lnTo>
                <a:lnTo>
                  <a:pt x="38746" y="34661"/>
                </a:lnTo>
                <a:lnTo>
                  <a:pt x="38802" y="34673"/>
                </a:lnTo>
                <a:lnTo>
                  <a:pt x="38859" y="34661"/>
                </a:lnTo>
                <a:lnTo>
                  <a:pt x="38905" y="34638"/>
                </a:lnTo>
                <a:lnTo>
                  <a:pt x="38950" y="34616"/>
                </a:lnTo>
                <a:lnTo>
                  <a:pt x="38984" y="34570"/>
                </a:lnTo>
                <a:close/>
                <a:moveTo>
                  <a:pt x="43728" y="34570"/>
                </a:moveTo>
                <a:lnTo>
                  <a:pt x="45707" y="35719"/>
                </a:lnTo>
                <a:lnTo>
                  <a:pt x="45696" y="35765"/>
                </a:lnTo>
                <a:lnTo>
                  <a:pt x="45696" y="35810"/>
                </a:lnTo>
                <a:lnTo>
                  <a:pt x="45696" y="35844"/>
                </a:lnTo>
                <a:lnTo>
                  <a:pt x="45707" y="35890"/>
                </a:lnTo>
                <a:lnTo>
                  <a:pt x="45730" y="35924"/>
                </a:lnTo>
                <a:lnTo>
                  <a:pt x="45753" y="35947"/>
                </a:lnTo>
                <a:lnTo>
                  <a:pt x="45787" y="35981"/>
                </a:lnTo>
                <a:lnTo>
                  <a:pt x="45821" y="35992"/>
                </a:lnTo>
                <a:lnTo>
                  <a:pt x="45855" y="36015"/>
                </a:lnTo>
                <a:lnTo>
                  <a:pt x="45901" y="36015"/>
                </a:lnTo>
                <a:lnTo>
                  <a:pt x="45901" y="38324"/>
                </a:lnTo>
                <a:lnTo>
                  <a:pt x="45855" y="38324"/>
                </a:lnTo>
                <a:lnTo>
                  <a:pt x="45810" y="38347"/>
                </a:lnTo>
                <a:lnTo>
                  <a:pt x="45764" y="38370"/>
                </a:lnTo>
                <a:lnTo>
                  <a:pt x="45730" y="38392"/>
                </a:lnTo>
                <a:lnTo>
                  <a:pt x="45707" y="38426"/>
                </a:lnTo>
                <a:lnTo>
                  <a:pt x="45685" y="38472"/>
                </a:lnTo>
                <a:lnTo>
                  <a:pt x="45673" y="38517"/>
                </a:lnTo>
                <a:lnTo>
                  <a:pt x="45673" y="38563"/>
                </a:lnTo>
                <a:lnTo>
                  <a:pt x="45673" y="38608"/>
                </a:lnTo>
                <a:lnTo>
                  <a:pt x="45685" y="38654"/>
                </a:lnTo>
                <a:lnTo>
                  <a:pt x="43762" y="39769"/>
                </a:lnTo>
                <a:lnTo>
                  <a:pt x="43717" y="39723"/>
                </a:lnTo>
                <a:lnTo>
                  <a:pt x="43671" y="39678"/>
                </a:lnTo>
                <a:lnTo>
                  <a:pt x="43603" y="39655"/>
                </a:lnTo>
                <a:lnTo>
                  <a:pt x="43535" y="39644"/>
                </a:lnTo>
                <a:lnTo>
                  <a:pt x="43478" y="39655"/>
                </a:lnTo>
                <a:lnTo>
                  <a:pt x="43409" y="39678"/>
                </a:lnTo>
                <a:lnTo>
                  <a:pt x="43364" y="39712"/>
                </a:lnTo>
                <a:lnTo>
                  <a:pt x="43318" y="39757"/>
                </a:lnTo>
                <a:lnTo>
                  <a:pt x="41328" y="38608"/>
                </a:lnTo>
                <a:lnTo>
                  <a:pt x="41339" y="38563"/>
                </a:lnTo>
                <a:lnTo>
                  <a:pt x="41328" y="38506"/>
                </a:lnTo>
                <a:lnTo>
                  <a:pt x="41294" y="38449"/>
                </a:lnTo>
                <a:lnTo>
                  <a:pt x="41260" y="38415"/>
                </a:lnTo>
                <a:lnTo>
                  <a:pt x="41203" y="38392"/>
                </a:lnTo>
                <a:lnTo>
                  <a:pt x="41203" y="36003"/>
                </a:lnTo>
                <a:lnTo>
                  <a:pt x="41271" y="35981"/>
                </a:lnTo>
                <a:lnTo>
                  <a:pt x="41316" y="35935"/>
                </a:lnTo>
                <a:lnTo>
                  <a:pt x="41351" y="35878"/>
                </a:lnTo>
                <a:lnTo>
                  <a:pt x="41362" y="35810"/>
                </a:lnTo>
                <a:lnTo>
                  <a:pt x="41351" y="35742"/>
                </a:lnTo>
                <a:lnTo>
                  <a:pt x="43353" y="34582"/>
                </a:lnTo>
                <a:lnTo>
                  <a:pt x="43387" y="34616"/>
                </a:lnTo>
                <a:lnTo>
                  <a:pt x="43432" y="34650"/>
                </a:lnTo>
                <a:lnTo>
                  <a:pt x="43489" y="34673"/>
                </a:lnTo>
                <a:lnTo>
                  <a:pt x="43591" y="34673"/>
                </a:lnTo>
                <a:lnTo>
                  <a:pt x="43648" y="34650"/>
                </a:lnTo>
                <a:lnTo>
                  <a:pt x="43694" y="34616"/>
                </a:lnTo>
                <a:lnTo>
                  <a:pt x="43728" y="34570"/>
                </a:lnTo>
                <a:close/>
                <a:moveTo>
                  <a:pt x="10569" y="34593"/>
                </a:moveTo>
                <a:lnTo>
                  <a:pt x="12548" y="35730"/>
                </a:lnTo>
                <a:lnTo>
                  <a:pt x="12537" y="35765"/>
                </a:lnTo>
                <a:lnTo>
                  <a:pt x="12525" y="35810"/>
                </a:lnTo>
                <a:lnTo>
                  <a:pt x="12537" y="35844"/>
                </a:lnTo>
                <a:lnTo>
                  <a:pt x="12548" y="35878"/>
                </a:lnTo>
                <a:lnTo>
                  <a:pt x="12582" y="35935"/>
                </a:lnTo>
                <a:lnTo>
                  <a:pt x="12639" y="35981"/>
                </a:lnTo>
                <a:lnTo>
                  <a:pt x="12673" y="35992"/>
                </a:lnTo>
                <a:lnTo>
                  <a:pt x="12707" y="36003"/>
                </a:lnTo>
                <a:lnTo>
                  <a:pt x="12707" y="38290"/>
                </a:lnTo>
                <a:lnTo>
                  <a:pt x="12662" y="38301"/>
                </a:lnTo>
                <a:lnTo>
                  <a:pt x="12616" y="38324"/>
                </a:lnTo>
                <a:lnTo>
                  <a:pt x="12571" y="38347"/>
                </a:lnTo>
                <a:lnTo>
                  <a:pt x="12537" y="38381"/>
                </a:lnTo>
                <a:lnTo>
                  <a:pt x="12503" y="38415"/>
                </a:lnTo>
                <a:lnTo>
                  <a:pt x="12480" y="38461"/>
                </a:lnTo>
                <a:lnTo>
                  <a:pt x="12468" y="38506"/>
                </a:lnTo>
                <a:lnTo>
                  <a:pt x="12457" y="38563"/>
                </a:lnTo>
                <a:lnTo>
                  <a:pt x="12468" y="38620"/>
                </a:lnTo>
                <a:lnTo>
                  <a:pt x="12480" y="38665"/>
                </a:lnTo>
                <a:lnTo>
                  <a:pt x="10546" y="39780"/>
                </a:lnTo>
                <a:lnTo>
                  <a:pt x="10512" y="39746"/>
                </a:lnTo>
                <a:lnTo>
                  <a:pt x="10466" y="39712"/>
                </a:lnTo>
                <a:lnTo>
                  <a:pt x="10421" y="39689"/>
                </a:lnTo>
                <a:lnTo>
                  <a:pt x="10307" y="39689"/>
                </a:lnTo>
                <a:lnTo>
                  <a:pt x="10250" y="39712"/>
                </a:lnTo>
                <a:lnTo>
                  <a:pt x="10205" y="39746"/>
                </a:lnTo>
                <a:lnTo>
                  <a:pt x="10171" y="39780"/>
                </a:lnTo>
                <a:lnTo>
                  <a:pt x="8168" y="38620"/>
                </a:lnTo>
                <a:lnTo>
                  <a:pt x="8180" y="38563"/>
                </a:lnTo>
                <a:lnTo>
                  <a:pt x="8168" y="38495"/>
                </a:lnTo>
                <a:lnTo>
                  <a:pt x="8134" y="38438"/>
                </a:lnTo>
                <a:lnTo>
                  <a:pt x="8077" y="38392"/>
                </a:lnTo>
                <a:lnTo>
                  <a:pt x="8009" y="38370"/>
                </a:lnTo>
                <a:lnTo>
                  <a:pt x="8009" y="36026"/>
                </a:lnTo>
                <a:lnTo>
                  <a:pt x="8055" y="36015"/>
                </a:lnTo>
                <a:lnTo>
                  <a:pt x="8089" y="36003"/>
                </a:lnTo>
                <a:lnTo>
                  <a:pt x="8123" y="35981"/>
                </a:lnTo>
                <a:lnTo>
                  <a:pt x="8157" y="35947"/>
                </a:lnTo>
                <a:lnTo>
                  <a:pt x="8180" y="35924"/>
                </a:lnTo>
                <a:lnTo>
                  <a:pt x="8191" y="35890"/>
                </a:lnTo>
                <a:lnTo>
                  <a:pt x="8203" y="35844"/>
                </a:lnTo>
                <a:lnTo>
                  <a:pt x="8214" y="35810"/>
                </a:lnTo>
                <a:lnTo>
                  <a:pt x="8203" y="35765"/>
                </a:lnTo>
                <a:lnTo>
                  <a:pt x="8191" y="35719"/>
                </a:lnTo>
                <a:lnTo>
                  <a:pt x="10148" y="34593"/>
                </a:lnTo>
                <a:lnTo>
                  <a:pt x="10182" y="34638"/>
                </a:lnTo>
                <a:lnTo>
                  <a:pt x="10239" y="34673"/>
                </a:lnTo>
                <a:lnTo>
                  <a:pt x="10296" y="34695"/>
                </a:lnTo>
                <a:lnTo>
                  <a:pt x="10364" y="34707"/>
                </a:lnTo>
                <a:lnTo>
                  <a:pt x="10421" y="34695"/>
                </a:lnTo>
                <a:lnTo>
                  <a:pt x="10478" y="34673"/>
                </a:lnTo>
                <a:lnTo>
                  <a:pt x="10535" y="34638"/>
                </a:lnTo>
                <a:lnTo>
                  <a:pt x="10569" y="34593"/>
                </a:lnTo>
                <a:close/>
                <a:moveTo>
                  <a:pt x="29520" y="34582"/>
                </a:moveTo>
                <a:lnTo>
                  <a:pt x="31499" y="35730"/>
                </a:lnTo>
                <a:lnTo>
                  <a:pt x="31488" y="35765"/>
                </a:lnTo>
                <a:lnTo>
                  <a:pt x="31488" y="35810"/>
                </a:lnTo>
                <a:lnTo>
                  <a:pt x="31488" y="35844"/>
                </a:lnTo>
                <a:lnTo>
                  <a:pt x="31499" y="35878"/>
                </a:lnTo>
                <a:lnTo>
                  <a:pt x="31545" y="35935"/>
                </a:lnTo>
                <a:lnTo>
                  <a:pt x="31602" y="35981"/>
                </a:lnTo>
                <a:lnTo>
                  <a:pt x="31636" y="35992"/>
                </a:lnTo>
                <a:lnTo>
                  <a:pt x="31670" y="36003"/>
                </a:lnTo>
                <a:lnTo>
                  <a:pt x="31670" y="38358"/>
                </a:lnTo>
                <a:lnTo>
                  <a:pt x="31636" y="38358"/>
                </a:lnTo>
                <a:lnTo>
                  <a:pt x="31602" y="38370"/>
                </a:lnTo>
                <a:lnTo>
                  <a:pt x="31568" y="38392"/>
                </a:lnTo>
                <a:lnTo>
                  <a:pt x="31534" y="38415"/>
                </a:lnTo>
                <a:lnTo>
                  <a:pt x="31511" y="38449"/>
                </a:lnTo>
                <a:lnTo>
                  <a:pt x="31488" y="38483"/>
                </a:lnTo>
                <a:lnTo>
                  <a:pt x="31488" y="38517"/>
                </a:lnTo>
                <a:lnTo>
                  <a:pt x="31477" y="38563"/>
                </a:lnTo>
                <a:lnTo>
                  <a:pt x="31488" y="38597"/>
                </a:lnTo>
                <a:lnTo>
                  <a:pt x="31499" y="38643"/>
                </a:lnTo>
                <a:lnTo>
                  <a:pt x="29520" y="39780"/>
                </a:lnTo>
                <a:lnTo>
                  <a:pt x="29486" y="39735"/>
                </a:lnTo>
                <a:lnTo>
                  <a:pt x="29440" y="39700"/>
                </a:lnTo>
                <a:lnTo>
                  <a:pt x="29384" y="39678"/>
                </a:lnTo>
                <a:lnTo>
                  <a:pt x="29315" y="39666"/>
                </a:lnTo>
                <a:lnTo>
                  <a:pt x="29258" y="39678"/>
                </a:lnTo>
                <a:lnTo>
                  <a:pt x="29202" y="39689"/>
                </a:lnTo>
                <a:lnTo>
                  <a:pt x="29156" y="39723"/>
                </a:lnTo>
                <a:lnTo>
                  <a:pt x="29122" y="39769"/>
                </a:lnTo>
                <a:lnTo>
                  <a:pt x="27154" y="38643"/>
                </a:lnTo>
                <a:lnTo>
                  <a:pt x="27165" y="38597"/>
                </a:lnTo>
                <a:lnTo>
                  <a:pt x="27165" y="38563"/>
                </a:lnTo>
                <a:lnTo>
                  <a:pt x="27165" y="38517"/>
                </a:lnTo>
                <a:lnTo>
                  <a:pt x="27154" y="38483"/>
                </a:lnTo>
                <a:lnTo>
                  <a:pt x="27131" y="38449"/>
                </a:lnTo>
                <a:lnTo>
                  <a:pt x="27109" y="38415"/>
                </a:lnTo>
                <a:lnTo>
                  <a:pt x="27052" y="38370"/>
                </a:lnTo>
                <a:lnTo>
                  <a:pt x="27018" y="38358"/>
                </a:lnTo>
                <a:lnTo>
                  <a:pt x="26972" y="38347"/>
                </a:lnTo>
                <a:lnTo>
                  <a:pt x="26972" y="36003"/>
                </a:lnTo>
                <a:lnTo>
                  <a:pt x="27040" y="35981"/>
                </a:lnTo>
                <a:lnTo>
                  <a:pt x="27097" y="35935"/>
                </a:lnTo>
                <a:lnTo>
                  <a:pt x="27131" y="35878"/>
                </a:lnTo>
                <a:lnTo>
                  <a:pt x="27143" y="35810"/>
                </a:lnTo>
                <a:lnTo>
                  <a:pt x="27143" y="35765"/>
                </a:lnTo>
                <a:lnTo>
                  <a:pt x="27131" y="35730"/>
                </a:lnTo>
                <a:lnTo>
                  <a:pt x="29122" y="34593"/>
                </a:lnTo>
                <a:lnTo>
                  <a:pt x="29156" y="34627"/>
                </a:lnTo>
                <a:lnTo>
                  <a:pt x="29202" y="34661"/>
                </a:lnTo>
                <a:lnTo>
                  <a:pt x="29258" y="34684"/>
                </a:lnTo>
                <a:lnTo>
                  <a:pt x="29315" y="34695"/>
                </a:lnTo>
                <a:lnTo>
                  <a:pt x="29384" y="34684"/>
                </a:lnTo>
                <a:lnTo>
                  <a:pt x="29440" y="34661"/>
                </a:lnTo>
                <a:lnTo>
                  <a:pt x="29486" y="34627"/>
                </a:lnTo>
                <a:lnTo>
                  <a:pt x="29520" y="34582"/>
                </a:lnTo>
                <a:close/>
                <a:moveTo>
                  <a:pt x="34252" y="34570"/>
                </a:moveTo>
                <a:lnTo>
                  <a:pt x="36243" y="35730"/>
                </a:lnTo>
                <a:lnTo>
                  <a:pt x="36232" y="35765"/>
                </a:lnTo>
                <a:lnTo>
                  <a:pt x="36232" y="35810"/>
                </a:lnTo>
                <a:lnTo>
                  <a:pt x="36232" y="35844"/>
                </a:lnTo>
                <a:lnTo>
                  <a:pt x="36243" y="35878"/>
                </a:lnTo>
                <a:lnTo>
                  <a:pt x="36254" y="35912"/>
                </a:lnTo>
                <a:lnTo>
                  <a:pt x="36277" y="35947"/>
                </a:lnTo>
                <a:lnTo>
                  <a:pt x="36345" y="35981"/>
                </a:lnTo>
                <a:lnTo>
                  <a:pt x="36379" y="36003"/>
                </a:lnTo>
                <a:lnTo>
                  <a:pt x="36414" y="36003"/>
                </a:lnTo>
                <a:lnTo>
                  <a:pt x="36414" y="38313"/>
                </a:lnTo>
                <a:lnTo>
                  <a:pt x="36368" y="38324"/>
                </a:lnTo>
                <a:lnTo>
                  <a:pt x="36323" y="38335"/>
                </a:lnTo>
                <a:lnTo>
                  <a:pt x="36288" y="38358"/>
                </a:lnTo>
                <a:lnTo>
                  <a:pt x="36243" y="38392"/>
                </a:lnTo>
                <a:lnTo>
                  <a:pt x="36220" y="38426"/>
                </a:lnTo>
                <a:lnTo>
                  <a:pt x="36197" y="38472"/>
                </a:lnTo>
                <a:lnTo>
                  <a:pt x="36186" y="38517"/>
                </a:lnTo>
                <a:lnTo>
                  <a:pt x="36186" y="38563"/>
                </a:lnTo>
                <a:lnTo>
                  <a:pt x="36186" y="38608"/>
                </a:lnTo>
                <a:lnTo>
                  <a:pt x="36197" y="38654"/>
                </a:lnTo>
                <a:lnTo>
                  <a:pt x="34252" y="39780"/>
                </a:lnTo>
                <a:lnTo>
                  <a:pt x="34218" y="39746"/>
                </a:lnTo>
                <a:lnTo>
                  <a:pt x="34173" y="39712"/>
                </a:lnTo>
                <a:lnTo>
                  <a:pt x="34116" y="39689"/>
                </a:lnTo>
                <a:lnTo>
                  <a:pt x="34059" y="39678"/>
                </a:lnTo>
                <a:lnTo>
                  <a:pt x="34002" y="39689"/>
                </a:lnTo>
                <a:lnTo>
                  <a:pt x="33957" y="39712"/>
                </a:lnTo>
                <a:lnTo>
                  <a:pt x="33911" y="39735"/>
                </a:lnTo>
                <a:lnTo>
                  <a:pt x="33877" y="39780"/>
                </a:lnTo>
                <a:lnTo>
                  <a:pt x="31886" y="38631"/>
                </a:lnTo>
                <a:lnTo>
                  <a:pt x="31898" y="38597"/>
                </a:lnTo>
                <a:lnTo>
                  <a:pt x="31898" y="38563"/>
                </a:lnTo>
                <a:lnTo>
                  <a:pt x="31898" y="38517"/>
                </a:lnTo>
                <a:lnTo>
                  <a:pt x="31886" y="38483"/>
                </a:lnTo>
                <a:lnTo>
                  <a:pt x="31852" y="38426"/>
                </a:lnTo>
                <a:lnTo>
                  <a:pt x="31795" y="38381"/>
                </a:lnTo>
                <a:lnTo>
                  <a:pt x="31761" y="38358"/>
                </a:lnTo>
                <a:lnTo>
                  <a:pt x="31716" y="38358"/>
                </a:lnTo>
                <a:lnTo>
                  <a:pt x="31716" y="36003"/>
                </a:lnTo>
                <a:lnTo>
                  <a:pt x="31784" y="35981"/>
                </a:lnTo>
                <a:lnTo>
                  <a:pt x="31841" y="35935"/>
                </a:lnTo>
                <a:lnTo>
                  <a:pt x="31875" y="35878"/>
                </a:lnTo>
                <a:lnTo>
                  <a:pt x="31886" y="35810"/>
                </a:lnTo>
                <a:lnTo>
                  <a:pt x="31886" y="35765"/>
                </a:lnTo>
                <a:lnTo>
                  <a:pt x="31875" y="35730"/>
                </a:lnTo>
                <a:lnTo>
                  <a:pt x="33877" y="34582"/>
                </a:lnTo>
                <a:lnTo>
                  <a:pt x="33911" y="34616"/>
                </a:lnTo>
                <a:lnTo>
                  <a:pt x="33957" y="34650"/>
                </a:lnTo>
                <a:lnTo>
                  <a:pt x="34002" y="34673"/>
                </a:lnTo>
                <a:lnTo>
                  <a:pt x="34059" y="34684"/>
                </a:lnTo>
                <a:lnTo>
                  <a:pt x="34116" y="34673"/>
                </a:lnTo>
                <a:lnTo>
                  <a:pt x="34173" y="34650"/>
                </a:lnTo>
                <a:lnTo>
                  <a:pt x="34218" y="34616"/>
                </a:lnTo>
                <a:lnTo>
                  <a:pt x="34252" y="34570"/>
                </a:lnTo>
                <a:close/>
                <a:moveTo>
                  <a:pt x="67468" y="34593"/>
                </a:moveTo>
                <a:lnTo>
                  <a:pt x="69436" y="35730"/>
                </a:lnTo>
                <a:lnTo>
                  <a:pt x="69425" y="35765"/>
                </a:lnTo>
                <a:lnTo>
                  <a:pt x="69425" y="35810"/>
                </a:lnTo>
                <a:lnTo>
                  <a:pt x="69425" y="35844"/>
                </a:lnTo>
                <a:lnTo>
                  <a:pt x="69436" y="35878"/>
                </a:lnTo>
                <a:lnTo>
                  <a:pt x="69471" y="35935"/>
                </a:lnTo>
                <a:lnTo>
                  <a:pt x="69527" y="35981"/>
                </a:lnTo>
                <a:lnTo>
                  <a:pt x="69562" y="35992"/>
                </a:lnTo>
                <a:lnTo>
                  <a:pt x="69596" y="36003"/>
                </a:lnTo>
                <a:lnTo>
                  <a:pt x="69596" y="38290"/>
                </a:lnTo>
                <a:lnTo>
                  <a:pt x="69550" y="38301"/>
                </a:lnTo>
                <a:lnTo>
                  <a:pt x="69505" y="38324"/>
                </a:lnTo>
                <a:lnTo>
                  <a:pt x="69459" y="38347"/>
                </a:lnTo>
                <a:lnTo>
                  <a:pt x="69425" y="38381"/>
                </a:lnTo>
                <a:lnTo>
                  <a:pt x="69391" y="38415"/>
                </a:lnTo>
                <a:lnTo>
                  <a:pt x="69368" y="38461"/>
                </a:lnTo>
                <a:lnTo>
                  <a:pt x="69357" y="38506"/>
                </a:lnTo>
                <a:lnTo>
                  <a:pt x="69357" y="38563"/>
                </a:lnTo>
                <a:lnTo>
                  <a:pt x="69357" y="38620"/>
                </a:lnTo>
                <a:lnTo>
                  <a:pt x="69380" y="38665"/>
                </a:lnTo>
                <a:lnTo>
                  <a:pt x="67434" y="39780"/>
                </a:lnTo>
                <a:lnTo>
                  <a:pt x="67400" y="39746"/>
                </a:lnTo>
                <a:lnTo>
                  <a:pt x="67355" y="39712"/>
                </a:lnTo>
                <a:lnTo>
                  <a:pt x="67309" y="39689"/>
                </a:lnTo>
                <a:lnTo>
                  <a:pt x="67195" y="39689"/>
                </a:lnTo>
                <a:lnTo>
                  <a:pt x="67139" y="39712"/>
                </a:lnTo>
                <a:lnTo>
                  <a:pt x="67104" y="39746"/>
                </a:lnTo>
                <a:lnTo>
                  <a:pt x="67059" y="39780"/>
                </a:lnTo>
                <a:lnTo>
                  <a:pt x="65057" y="38620"/>
                </a:lnTo>
                <a:lnTo>
                  <a:pt x="65068" y="38563"/>
                </a:lnTo>
                <a:lnTo>
                  <a:pt x="65057" y="38495"/>
                </a:lnTo>
                <a:lnTo>
                  <a:pt x="65023" y="38438"/>
                </a:lnTo>
                <a:lnTo>
                  <a:pt x="64966" y="38392"/>
                </a:lnTo>
                <a:lnTo>
                  <a:pt x="64909" y="38370"/>
                </a:lnTo>
                <a:lnTo>
                  <a:pt x="64909" y="36026"/>
                </a:lnTo>
                <a:lnTo>
                  <a:pt x="64943" y="36015"/>
                </a:lnTo>
                <a:lnTo>
                  <a:pt x="64977" y="36003"/>
                </a:lnTo>
                <a:lnTo>
                  <a:pt x="65011" y="35981"/>
                </a:lnTo>
                <a:lnTo>
                  <a:pt x="65045" y="35947"/>
                </a:lnTo>
                <a:lnTo>
                  <a:pt x="65068" y="35924"/>
                </a:lnTo>
                <a:lnTo>
                  <a:pt x="65091" y="35890"/>
                </a:lnTo>
                <a:lnTo>
                  <a:pt x="65102" y="35844"/>
                </a:lnTo>
                <a:lnTo>
                  <a:pt x="65102" y="35810"/>
                </a:lnTo>
                <a:lnTo>
                  <a:pt x="65091" y="35765"/>
                </a:lnTo>
                <a:lnTo>
                  <a:pt x="65080" y="35719"/>
                </a:lnTo>
                <a:lnTo>
                  <a:pt x="67036" y="34593"/>
                </a:lnTo>
                <a:lnTo>
                  <a:pt x="67082" y="34638"/>
                </a:lnTo>
                <a:lnTo>
                  <a:pt x="67127" y="34673"/>
                </a:lnTo>
                <a:lnTo>
                  <a:pt x="67184" y="34695"/>
                </a:lnTo>
                <a:lnTo>
                  <a:pt x="67252" y="34707"/>
                </a:lnTo>
                <a:lnTo>
                  <a:pt x="67321" y="34695"/>
                </a:lnTo>
                <a:lnTo>
                  <a:pt x="67377" y="34673"/>
                </a:lnTo>
                <a:lnTo>
                  <a:pt x="67423" y="34638"/>
                </a:lnTo>
                <a:lnTo>
                  <a:pt x="67468" y="34593"/>
                </a:lnTo>
                <a:close/>
                <a:moveTo>
                  <a:pt x="5825" y="34593"/>
                </a:moveTo>
                <a:lnTo>
                  <a:pt x="7782" y="35719"/>
                </a:lnTo>
                <a:lnTo>
                  <a:pt x="7770" y="35765"/>
                </a:lnTo>
                <a:lnTo>
                  <a:pt x="7770" y="35810"/>
                </a:lnTo>
                <a:lnTo>
                  <a:pt x="7770" y="35844"/>
                </a:lnTo>
                <a:lnTo>
                  <a:pt x="7782" y="35890"/>
                </a:lnTo>
                <a:lnTo>
                  <a:pt x="7804" y="35924"/>
                </a:lnTo>
                <a:lnTo>
                  <a:pt x="7827" y="35958"/>
                </a:lnTo>
                <a:lnTo>
                  <a:pt x="7861" y="35981"/>
                </a:lnTo>
                <a:lnTo>
                  <a:pt x="7895" y="36003"/>
                </a:lnTo>
                <a:lnTo>
                  <a:pt x="7930" y="36015"/>
                </a:lnTo>
                <a:lnTo>
                  <a:pt x="7964" y="36026"/>
                </a:lnTo>
                <a:lnTo>
                  <a:pt x="7964" y="38370"/>
                </a:lnTo>
                <a:lnTo>
                  <a:pt x="7907" y="38392"/>
                </a:lnTo>
                <a:lnTo>
                  <a:pt x="7850" y="38438"/>
                </a:lnTo>
                <a:lnTo>
                  <a:pt x="7816" y="38495"/>
                </a:lnTo>
                <a:lnTo>
                  <a:pt x="7804" y="38563"/>
                </a:lnTo>
                <a:lnTo>
                  <a:pt x="7816" y="38631"/>
                </a:lnTo>
                <a:lnTo>
                  <a:pt x="5802" y="39791"/>
                </a:lnTo>
                <a:lnTo>
                  <a:pt x="5768" y="39746"/>
                </a:lnTo>
                <a:lnTo>
                  <a:pt x="5723" y="39712"/>
                </a:lnTo>
                <a:lnTo>
                  <a:pt x="5677" y="39700"/>
                </a:lnTo>
                <a:lnTo>
                  <a:pt x="5620" y="39689"/>
                </a:lnTo>
                <a:lnTo>
                  <a:pt x="5564" y="39700"/>
                </a:lnTo>
                <a:lnTo>
                  <a:pt x="5518" y="39712"/>
                </a:lnTo>
                <a:lnTo>
                  <a:pt x="5473" y="39746"/>
                </a:lnTo>
                <a:lnTo>
                  <a:pt x="5438" y="39791"/>
                </a:lnTo>
                <a:lnTo>
                  <a:pt x="3414" y="38620"/>
                </a:lnTo>
                <a:lnTo>
                  <a:pt x="3425" y="38563"/>
                </a:lnTo>
                <a:lnTo>
                  <a:pt x="3414" y="38495"/>
                </a:lnTo>
                <a:lnTo>
                  <a:pt x="3379" y="38449"/>
                </a:lnTo>
                <a:lnTo>
                  <a:pt x="3334" y="38415"/>
                </a:lnTo>
                <a:lnTo>
                  <a:pt x="3277" y="38392"/>
                </a:lnTo>
                <a:lnTo>
                  <a:pt x="3277" y="36038"/>
                </a:lnTo>
                <a:lnTo>
                  <a:pt x="3311" y="36038"/>
                </a:lnTo>
                <a:lnTo>
                  <a:pt x="3357" y="36015"/>
                </a:lnTo>
                <a:lnTo>
                  <a:pt x="3391" y="35992"/>
                </a:lnTo>
                <a:lnTo>
                  <a:pt x="3425" y="35969"/>
                </a:lnTo>
                <a:lnTo>
                  <a:pt x="3448" y="35935"/>
                </a:lnTo>
                <a:lnTo>
                  <a:pt x="3470" y="35890"/>
                </a:lnTo>
                <a:lnTo>
                  <a:pt x="3482" y="35844"/>
                </a:lnTo>
                <a:lnTo>
                  <a:pt x="3493" y="35810"/>
                </a:lnTo>
                <a:lnTo>
                  <a:pt x="3482" y="35753"/>
                </a:lnTo>
                <a:lnTo>
                  <a:pt x="3470" y="35708"/>
                </a:lnTo>
                <a:lnTo>
                  <a:pt x="5416" y="34593"/>
                </a:lnTo>
                <a:lnTo>
                  <a:pt x="5450" y="34638"/>
                </a:lnTo>
                <a:lnTo>
                  <a:pt x="5495" y="34673"/>
                </a:lnTo>
                <a:lnTo>
                  <a:pt x="5552" y="34695"/>
                </a:lnTo>
                <a:lnTo>
                  <a:pt x="5620" y="34707"/>
                </a:lnTo>
                <a:lnTo>
                  <a:pt x="5677" y="34695"/>
                </a:lnTo>
                <a:lnTo>
                  <a:pt x="5734" y="34673"/>
                </a:lnTo>
                <a:lnTo>
                  <a:pt x="5791" y="34638"/>
                </a:lnTo>
                <a:lnTo>
                  <a:pt x="5825" y="34593"/>
                </a:lnTo>
                <a:close/>
                <a:moveTo>
                  <a:pt x="62714" y="34593"/>
                </a:moveTo>
                <a:lnTo>
                  <a:pt x="64681" y="35719"/>
                </a:lnTo>
                <a:lnTo>
                  <a:pt x="64670" y="35765"/>
                </a:lnTo>
                <a:lnTo>
                  <a:pt x="64659" y="35810"/>
                </a:lnTo>
                <a:lnTo>
                  <a:pt x="64659" y="35844"/>
                </a:lnTo>
                <a:lnTo>
                  <a:pt x="64670" y="35890"/>
                </a:lnTo>
                <a:lnTo>
                  <a:pt x="64693" y="35924"/>
                </a:lnTo>
                <a:lnTo>
                  <a:pt x="64716" y="35958"/>
                </a:lnTo>
                <a:lnTo>
                  <a:pt x="64750" y="35981"/>
                </a:lnTo>
                <a:lnTo>
                  <a:pt x="64784" y="36003"/>
                </a:lnTo>
                <a:lnTo>
                  <a:pt x="64818" y="36015"/>
                </a:lnTo>
                <a:lnTo>
                  <a:pt x="64863" y="36026"/>
                </a:lnTo>
                <a:lnTo>
                  <a:pt x="64863" y="38370"/>
                </a:lnTo>
                <a:lnTo>
                  <a:pt x="64795" y="38392"/>
                </a:lnTo>
                <a:lnTo>
                  <a:pt x="64738" y="38438"/>
                </a:lnTo>
                <a:lnTo>
                  <a:pt x="64704" y="38495"/>
                </a:lnTo>
                <a:lnTo>
                  <a:pt x="64693" y="38563"/>
                </a:lnTo>
                <a:lnTo>
                  <a:pt x="64704" y="38631"/>
                </a:lnTo>
                <a:lnTo>
                  <a:pt x="62691" y="39791"/>
                </a:lnTo>
                <a:lnTo>
                  <a:pt x="62657" y="39746"/>
                </a:lnTo>
                <a:lnTo>
                  <a:pt x="62611" y="39712"/>
                </a:lnTo>
                <a:lnTo>
                  <a:pt x="62566" y="39700"/>
                </a:lnTo>
                <a:lnTo>
                  <a:pt x="62509" y="39689"/>
                </a:lnTo>
                <a:lnTo>
                  <a:pt x="62452" y="39700"/>
                </a:lnTo>
                <a:lnTo>
                  <a:pt x="62406" y="39712"/>
                </a:lnTo>
                <a:lnTo>
                  <a:pt x="62361" y="39746"/>
                </a:lnTo>
                <a:lnTo>
                  <a:pt x="62327" y="39791"/>
                </a:lnTo>
                <a:lnTo>
                  <a:pt x="60302" y="38620"/>
                </a:lnTo>
                <a:lnTo>
                  <a:pt x="60313" y="38563"/>
                </a:lnTo>
                <a:lnTo>
                  <a:pt x="60302" y="38495"/>
                </a:lnTo>
                <a:lnTo>
                  <a:pt x="60268" y="38449"/>
                </a:lnTo>
                <a:lnTo>
                  <a:pt x="60222" y="38415"/>
                </a:lnTo>
                <a:lnTo>
                  <a:pt x="60165" y="38392"/>
                </a:lnTo>
                <a:lnTo>
                  <a:pt x="60165" y="36038"/>
                </a:lnTo>
                <a:lnTo>
                  <a:pt x="60211" y="36038"/>
                </a:lnTo>
                <a:lnTo>
                  <a:pt x="60245" y="36015"/>
                </a:lnTo>
                <a:lnTo>
                  <a:pt x="60291" y="35992"/>
                </a:lnTo>
                <a:lnTo>
                  <a:pt x="60313" y="35969"/>
                </a:lnTo>
                <a:lnTo>
                  <a:pt x="60347" y="35935"/>
                </a:lnTo>
                <a:lnTo>
                  <a:pt x="60359" y="35890"/>
                </a:lnTo>
                <a:lnTo>
                  <a:pt x="60370" y="35844"/>
                </a:lnTo>
                <a:lnTo>
                  <a:pt x="60382" y="35810"/>
                </a:lnTo>
                <a:lnTo>
                  <a:pt x="60370" y="35753"/>
                </a:lnTo>
                <a:lnTo>
                  <a:pt x="60359" y="35708"/>
                </a:lnTo>
                <a:lnTo>
                  <a:pt x="62304" y="34593"/>
                </a:lnTo>
                <a:lnTo>
                  <a:pt x="62338" y="34638"/>
                </a:lnTo>
                <a:lnTo>
                  <a:pt x="62395" y="34673"/>
                </a:lnTo>
                <a:lnTo>
                  <a:pt x="62452" y="34695"/>
                </a:lnTo>
                <a:lnTo>
                  <a:pt x="62509" y="34707"/>
                </a:lnTo>
                <a:lnTo>
                  <a:pt x="62577" y="34695"/>
                </a:lnTo>
                <a:lnTo>
                  <a:pt x="62634" y="34673"/>
                </a:lnTo>
                <a:lnTo>
                  <a:pt x="62679" y="34638"/>
                </a:lnTo>
                <a:lnTo>
                  <a:pt x="62714" y="34593"/>
                </a:lnTo>
                <a:close/>
                <a:moveTo>
                  <a:pt x="19999" y="34559"/>
                </a:moveTo>
                <a:lnTo>
                  <a:pt x="22012" y="35719"/>
                </a:lnTo>
                <a:lnTo>
                  <a:pt x="22001" y="35765"/>
                </a:lnTo>
                <a:lnTo>
                  <a:pt x="22001" y="35810"/>
                </a:lnTo>
                <a:lnTo>
                  <a:pt x="22001" y="35844"/>
                </a:lnTo>
                <a:lnTo>
                  <a:pt x="22012" y="35878"/>
                </a:lnTo>
                <a:lnTo>
                  <a:pt x="22024" y="35912"/>
                </a:lnTo>
                <a:lnTo>
                  <a:pt x="22058" y="35947"/>
                </a:lnTo>
                <a:lnTo>
                  <a:pt x="22081" y="35969"/>
                </a:lnTo>
                <a:lnTo>
                  <a:pt x="22115" y="35992"/>
                </a:lnTo>
                <a:lnTo>
                  <a:pt x="22149" y="36003"/>
                </a:lnTo>
                <a:lnTo>
                  <a:pt x="22194" y="36015"/>
                </a:lnTo>
                <a:lnTo>
                  <a:pt x="22194" y="38358"/>
                </a:lnTo>
                <a:lnTo>
                  <a:pt x="22149" y="38358"/>
                </a:lnTo>
                <a:lnTo>
                  <a:pt x="22115" y="38370"/>
                </a:lnTo>
                <a:lnTo>
                  <a:pt x="22081" y="38392"/>
                </a:lnTo>
                <a:lnTo>
                  <a:pt x="22058" y="38415"/>
                </a:lnTo>
                <a:lnTo>
                  <a:pt x="22035" y="38449"/>
                </a:lnTo>
                <a:lnTo>
                  <a:pt x="22012" y="38483"/>
                </a:lnTo>
                <a:lnTo>
                  <a:pt x="22001" y="38517"/>
                </a:lnTo>
                <a:lnTo>
                  <a:pt x="22001" y="38563"/>
                </a:lnTo>
                <a:lnTo>
                  <a:pt x="22001" y="38597"/>
                </a:lnTo>
                <a:lnTo>
                  <a:pt x="22012" y="38643"/>
                </a:lnTo>
                <a:lnTo>
                  <a:pt x="19999" y="39803"/>
                </a:lnTo>
                <a:lnTo>
                  <a:pt x="19965" y="39769"/>
                </a:lnTo>
                <a:lnTo>
                  <a:pt x="19931" y="39735"/>
                </a:lnTo>
                <a:lnTo>
                  <a:pt x="19885" y="39723"/>
                </a:lnTo>
                <a:lnTo>
                  <a:pt x="19840" y="39712"/>
                </a:lnTo>
                <a:lnTo>
                  <a:pt x="19794" y="39723"/>
                </a:lnTo>
                <a:lnTo>
                  <a:pt x="19749" y="39735"/>
                </a:lnTo>
                <a:lnTo>
                  <a:pt x="19715" y="39769"/>
                </a:lnTo>
                <a:lnTo>
                  <a:pt x="19680" y="39803"/>
                </a:lnTo>
                <a:lnTo>
                  <a:pt x="17633" y="38620"/>
                </a:lnTo>
                <a:lnTo>
                  <a:pt x="17644" y="38563"/>
                </a:lnTo>
                <a:lnTo>
                  <a:pt x="17633" y="38495"/>
                </a:lnTo>
                <a:lnTo>
                  <a:pt x="17599" y="38449"/>
                </a:lnTo>
                <a:lnTo>
                  <a:pt x="17553" y="38404"/>
                </a:lnTo>
                <a:lnTo>
                  <a:pt x="17496" y="38381"/>
                </a:lnTo>
                <a:lnTo>
                  <a:pt x="17496" y="36003"/>
                </a:lnTo>
                <a:lnTo>
                  <a:pt x="17530" y="36003"/>
                </a:lnTo>
                <a:lnTo>
                  <a:pt x="17565" y="35981"/>
                </a:lnTo>
                <a:lnTo>
                  <a:pt x="17621" y="35947"/>
                </a:lnTo>
                <a:lnTo>
                  <a:pt x="17667" y="35878"/>
                </a:lnTo>
                <a:lnTo>
                  <a:pt x="17667" y="35844"/>
                </a:lnTo>
                <a:lnTo>
                  <a:pt x="17678" y="35810"/>
                </a:lnTo>
                <a:lnTo>
                  <a:pt x="17667" y="35765"/>
                </a:lnTo>
                <a:lnTo>
                  <a:pt x="17667" y="35730"/>
                </a:lnTo>
                <a:lnTo>
                  <a:pt x="19680" y="34559"/>
                </a:lnTo>
                <a:lnTo>
                  <a:pt x="19715" y="34593"/>
                </a:lnTo>
                <a:lnTo>
                  <a:pt x="19749" y="34627"/>
                </a:lnTo>
                <a:lnTo>
                  <a:pt x="19794" y="34638"/>
                </a:lnTo>
                <a:lnTo>
                  <a:pt x="19840" y="34650"/>
                </a:lnTo>
                <a:lnTo>
                  <a:pt x="19885" y="34638"/>
                </a:lnTo>
                <a:lnTo>
                  <a:pt x="19931" y="34627"/>
                </a:lnTo>
                <a:lnTo>
                  <a:pt x="19965" y="34593"/>
                </a:lnTo>
                <a:lnTo>
                  <a:pt x="19999" y="34559"/>
                </a:lnTo>
                <a:close/>
                <a:moveTo>
                  <a:pt x="48449" y="34559"/>
                </a:moveTo>
                <a:lnTo>
                  <a:pt x="50439" y="35708"/>
                </a:lnTo>
                <a:lnTo>
                  <a:pt x="50428" y="35753"/>
                </a:lnTo>
                <a:lnTo>
                  <a:pt x="50417" y="35810"/>
                </a:lnTo>
                <a:lnTo>
                  <a:pt x="50417" y="35844"/>
                </a:lnTo>
                <a:lnTo>
                  <a:pt x="50439" y="35890"/>
                </a:lnTo>
                <a:lnTo>
                  <a:pt x="50451" y="35935"/>
                </a:lnTo>
                <a:lnTo>
                  <a:pt x="50485" y="35969"/>
                </a:lnTo>
                <a:lnTo>
                  <a:pt x="50519" y="35992"/>
                </a:lnTo>
                <a:lnTo>
                  <a:pt x="50553" y="36015"/>
                </a:lnTo>
                <a:lnTo>
                  <a:pt x="50587" y="36026"/>
                </a:lnTo>
                <a:lnTo>
                  <a:pt x="50633" y="36038"/>
                </a:lnTo>
                <a:lnTo>
                  <a:pt x="50633" y="38381"/>
                </a:lnTo>
                <a:lnTo>
                  <a:pt x="50576" y="38404"/>
                </a:lnTo>
                <a:lnTo>
                  <a:pt x="50519" y="38438"/>
                </a:lnTo>
                <a:lnTo>
                  <a:pt x="50485" y="38495"/>
                </a:lnTo>
                <a:lnTo>
                  <a:pt x="50474" y="38563"/>
                </a:lnTo>
                <a:lnTo>
                  <a:pt x="50485" y="38631"/>
                </a:lnTo>
                <a:lnTo>
                  <a:pt x="48437" y="39803"/>
                </a:lnTo>
                <a:lnTo>
                  <a:pt x="48415" y="39769"/>
                </a:lnTo>
                <a:lnTo>
                  <a:pt x="48369" y="39746"/>
                </a:lnTo>
                <a:lnTo>
                  <a:pt x="48324" y="39723"/>
                </a:lnTo>
                <a:lnTo>
                  <a:pt x="48278" y="39712"/>
                </a:lnTo>
                <a:lnTo>
                  <a:pt x="48233" y="39723"/>
                </a:lnTo>
                <a:lnTo>
                  <a:pt x="48187" y="39735"/>
                </a:lnTo>
                <a:lnTo>
                  <a:pt x="48153" y="39769"/>
                </a:lnTo>
                <a:lnTo>
                  <a:pt x="48130" y="39791"/>
                </a:lnTo>
                <a:lnTo>
                  <a:pt x="46140" y="38643"/>
                </a:lnTo>
                <a:lnTo>
                  <a:pt x="46151" y="38608"/>
                </a:lnTo>
                <a:lnTo>
                  <a:pt x="46151" y="38563"/>
                </a:lnTo>
                <a:lnTo>
                  <a:pt x="46151" y="38517"/>
                </a:lnTo>
                <a:lnTo>
                  <a:pt x="46140" y="38472"/>
                </a:lnTo>
                <a:lnTo>
                  <a:pt x="46117" y="38438"/>
                </a:lnTo>
                <a:lnTo>
                  <a:pt x="46094" y="38404"/>
                </a:lnTo>
                <a:lnTo>
                  <a:pt x="46060" y="38370"/>
                </a:lnTo>
                <a:lnTo>
                  <a:pt x="46026" y="38347"/>
                </a:lnTo>
                <a:lnTo>
                  <a:pt x="45980" y="38335"/>
                </a:lnTo>
                <a:lnTo>
                  <a:pt x="45946" y="38324"/>
                </a:lnTo>
                <a:lnTo>
                  <a:pt x="45946" y="36015"/>
                </a:lnTo>
                <a:lnTo>
                  <a:pt x="45980" y="36003"/>
                </a:lnTo>
                <a:lnTo>
                  <a:pt x="46014" y="35992"/>
                </a:lnTo>
                <a:lnTo>
                  <a:pt x="46071" y="35947"/>
                </a:lnTo>
                <a:lnTo>
                  <a:pt x="46105" y="35878"/>
                </a:lnTo>
                <a:lnTo>
                  <a:pt x="46117" y="35844"/>
                </a:lnTo>
                <a:lnTo>
                  <a:pt x="46128" y="35810"/>
                </a:lnTo>
                <a:lnTo>
                  <a:pt x="46117" y="35765"/>
                </a:lnTo>
                <a:lnTo>
                  <a:pt x="46105" y="35730"/>
                </a:lnTo>
                <a:lnTo>
                  <a:pt x="48119" y="34570"/>
                </a:lnTo>
                <a:lnTo>
                  <a:pt x="48153" y="34604"/>
                </a:lnTo>
                <a:lnTo>
                  <a:pt x="48187" y="34627"/>
                </a:lnTo>
                <a:lnTo>
                  <a:pt x="48233" y="34650"/>
                </a:lnTo>
                <a:lnTo>
                  <a:pt x="48278" y="34650"/>
                </a:lnTo>
                <a:lnTo>
                  <a:pt x="48335" y="34638"/>
                </a:lnTo>
                <a:lnTo>
                  <a:pt x="48369" y="34627"/>
                </a:lnTo>
                <a:lnTo>
                  <a:pt x="48415" y="34593"/>
                </a:lnTo>
                <a:lnTo>
                  <a:pt x="48449" y="34559"/>
                </a:lnTo>
                <a:close/>
                <a:moveTo>
                  <a:pt x="53181" y="34559"/>
                </a:moveTo>
                <a:lnTo>
                  <a:pt x="55160" y="35696"/>
                </a:lnTo>
                <a:lnTo>
                  <a:pt x="55138" y="35753"/>
                </a:lnTo>
                <a:lnTo>
                  <a:pt x="55138" y="35810"/>
                </a:lnTo>
                <a:lnTo>
                  <a:pt x="55138" y="35856"/>
                </a:lnTo>
                <a:lnTo>
                  <a:pt x="55149" y="35901"/>
                </a:lnTo>
                <a:lnTo>
                  <a:pt x="55172" y="35947"/>
                </a:lnTo>
                <a:lnTo>
                  <a:pt x="55206" y="35981"/>
                </a:lnTo>
                <a:lnTo>
                  <a:pt x="55240" y="36015"/>
                </a:lnTo>
                <a:lnTo>
                  <a:pt x="55285" y="36038"/>
                </a:lnTo>
                <a:lnTo>
                  <a:pt x="55331" y="36060"/>
                </a:lnTo>
                <a:lnTo>
                  <a:pt x="55376" y="36060"/>
                </a:lnTo>
                <a:lnTo>
                  <a:pt x="55376" y="38324"/>
                </a:lnTo>
                <a:lnTo>
                  <a:pt x="55331" y="38335"/>
                </a:lnTo>
                <a:lnTo>
                  <a:pt x="55297" y="38347"/>
                </a:lnTo>
                <a:lnTo>
                  <a:pt x="55251" y="38370"/>
                </a:lnTo>
                <a:lnTo>
                  <a:pt x="55217" y="38404"/>
                </a:lnTo>
                <a:lnTo>
                  <a:pt x="55194" y="38438"/>
                </a:lnTo>
                <a:lnTo>
                  <a:pt x="55172" y="38472"/>
                </a:lnTo>
                <a:lnTo>
                  <a:pt x="55160" y="38517"/>
                </a:lnTo>
                <a:lnTo>
                  <a:pt x="55160" y="38563"/>
                </a:lnTo>
                <a:lnTo>
                  <a:pt x="55160" y="38608"/>
                </a:lnTo>
                <a:lnTo>
                  <a:pt x="55172" y="38654"/>
                </a:lnTo>
                <a:lnTo>
                  <a:pt x="53192" y="39803"/>
                </a:lnTo>
                <a:lnTo>
                  <a:pt x="53158" y="39757"/>
                </a:lnTo>
                <a:lnTo>
                  <a:pt x="53124" y="39735"/>
                </a:lnTo>
                <a:lnTo>
                  <a:pt x="53067" y="39712"/>
                </a:lnTo>
                <a:lnTo>
                  <a:pt x="53022" y="39700"/>
                </a:lnTo>
                <a:lnTo>
                  <a:pt x="52965" y="39712"/>
                </a:lnTo>
                <a:lnTo>
                  <a:pt x="52919" y="39723"/>
                </a:lnTo>
                <a:lnTo>
                  <a:pt x="52885" y="39757"/>
                </a:lnTo>
                <a:lnTo>
                  <a:pt x="52851" y="39791"/>
                </a:lnTo>
                <a:lnTo>
                  <a:pt x="50826" y="38620"/>
                </a:lnTo>
                <a:lnTo>
                  <a:pt x="50826" y="38563"/>
                </a:lnTo>
                <a:lnTo>
                  <a:pt x="50815" y="38495"/>
                </a:lnTo>
                <a:lnTo>
                  <a:pt x="50792" y="38449"/>
                </a:lnTo>
                <a:lnTo>
                  <a:pt x="50735" y="38404"/>
                </a:lnTo>
                <a:lnTo>
                  <a:pt x="50678" y="38381"/>
                </a:lnTo>
                <a:lnTo>
                  <a:pt x="50678" y="36038"/>
                </a:lnTo>
                <a:lnTo>
                  <a:pt x="50724" y="36026"/>
                </a:lnTo>
                <a:lnTo>
                  <a:pt x="50758" y="36003"/>
                </a:lnTo>
                <a:lnTo>
                  <a:pt x="50792" y="35981"/>
                </a:lnTo>
                <a:lnTo>
                  <a:pt x="50826" y="35958"/>
                </a:lnTo>
                <a:lnTo>
                  <a:pt x="50849" y="35924"/>
                </a:lnTo>
                <a:lnTo>
                  <a:pt x="50872" y="35890"/>
                </a:lnTo>
                <a:lnTo>
                  <a:pt x="50872" y="35844"/>
                </a:lnTo>
                <a:lnTo>
                  <a:pt x="50883" y="35810"/>
                </a:lnTo>
                <a:lnTo>
                  <a:pt x="50872" y="35765"/>
                </a:lnTo>
                <a:lnTo>
                  <a:pt x="50860" y="35719"/>
                </a:lnTo>
                <a:lnTo>
                  <a:pt x="52862" y="34570"/>
                </a:lnTo>
                <a:lnTo>
                  <a:pt x="52897" y="34593"/>
                </a:lnTo>
                <a:lnTo>
                  <a:pt x="52931" y="34627"/>
                </a:lnTo>
                <a:lnTo>
                  <a:pt x="52976" y="34638"/>
                </a:lnTo>
                <a:lnTo>
                  <a:pt x="53022" y="34650"/>
                </a:lnTo>
                <a:lnTo>
                  <a:pt x="53067" y="34638"/>
                </a:lnTo>
                <a:lnTo>
                  <a:pt x="53113" y="34616"/>
                </a:lnTo>
                <a:lnTo>
                  <a:pt x="53147" y="34593"/>
                </a:lnTo>
                <a:lnTo>
                  <a:pt x="53181" y="34559"/>
                </a:lnTo>
                <a:close/>
                <a:moveTo>
                  <a:pt x="76887" y="34559"/>
                </a:moveTo>
                <a:lnTo>
                  <a:pt x="78901" y="35719"/>
                </a:lnTo>
                <a:lnTo>
                  <a:pt x="78889" y="35765"/>
                </a:lnTo>
                <a:lnTo>
                  <a:pt x="78889" y="35810"/>
                </a:lnTo>
                <a:lnTo>
                  <a:pt x="78889" y="35844"/>
                </a:lnTo>
                <a:lnTo>
                  <a:pt x="78901" y="35878"/>
                </a:lnTo>
                <a:lnTo>
                  <a:pt x="78923" y="35912"/>
                </a:lnTo>
                <a:lnTo>
                  <a:pt x="78946" y="35947"/>
                </a:lnTo>
                <a:lnTo>
                  <a:pt x="78969" y="35969"/>
                </a:lnTo>
                <a:lnTo>
                  <a:pt x="79003" y="35992"/>
                </a:lnTo>
                <a:lnTo>
                  <a:pt x="79049" y="36003"/>
                </a:lnTo>
                <a:lnTo>
                  <a:pt x="79083" y="36015"/>
                </a:lnTo>
                <a:lnTo>
                  <a:pt x="79083" y="38358"/>
                </a:lnTo>
                <a:lnTo>
                  <a:pt x="79049" y="38358"/>
                </a:lnTo>
                <a:lnTo>
                  <a:pt x="79003" y="38370"/>
                </a:lnTo>
                <a:lnTo>
                  <a:pt x="78969" y="38392"/>
                </a:lnTo>
                <a:lnTo>
                  <a:pt x="78946" y="38415"/>
                </a:lnTo>
                <a:lnTo>
                  <a:pt x="78923" y="38449"/>
                </a:lnTo>
                <a:lnTo>
                  <a:pt x="78901" y="38483"/>
                </a:lnTo>
                <a:lnTo>
                  <a:pt x="78889" y="38517"/>
                </a:lnTo>
                <a:lnTo>
                  <a:pt x="78889" y="38563"/>
                </a:lnTo>
                <a:lnTo>
                  <a:pt x="78889" y="38597"/>
                </a:lnTo>
                <a:lnTo>
                  <a:pt x="78901" y="38643"/>
                </a:lnTo>
                <a:lnTo>
                  <a:pt x="76887" y="39803"/>
                </a:lnTo>
                <a:lnTo>
                  <a:pt x="76865" y="39769"/>
                </a:lnTo>
                <a:lnTo>
                  <a:pt x="76819" y="39735"/>
                </a:lnTo>
                <a:lnTo>
                  <a:pt x="76774" y="39723"/>
                </a:lnTo>
                <a:lnTo>
                  <a:pt x="76728" y="39712"/>
                </a:lnTo>
                <a:lnTo>
                  <a:pt x="76683" y="39723"/>
                </a:lnTo>
                <a:lnTo>
                  <a:pt x="76637" y="39735"/>
                </a:lnTo>
                <a:lnTo>
                  <a:pt x="76603" y="39769"/>
                </a:lnTo>
                <a:lnTo>
                  <a:pt x="76569" y="39803"/>
                </a:lnTo>
                <a:lnTo>
                  <a:pt x="74533" y="38620"/>
                </a:lnTo>
                <a:lnTo>
                  <a:pt x="74544" y="38563"/>
                </a:lnTo>
                <a:lnTo>
                  <a:pt x="74533" y="38495"/>
                </a:lnTo>
                <a:lnTo>
                  <a:pt x="74498" y="38449"/>
                </a:lnTo>
                <a:lnTo>
                  <a:pt x="74442" y="38404"/>
                </a:lnTo>
                <a:lnTo>
                  <a:pt x="74385" y="38381"/>
                </a:lnTo>
                <a:lnTo>
                  <a:pt x="74385" y="36003"/>
                </a:lnTo>
                <a:lnTo>
                  <a:pt x="74419" y="36003"/>
                </a:lnTo>
                <a:lnTo>
                  <a:pt x="74453" y="35981"/>
                </a:lnTo>
                <a:lnTo>
                  <a:pt x="74510" y="35947"/>
                </a:lnTo>
                <a:lnTo>
                  <a:pt x="74555" y="35878"/>
                </a:lnTo>
                <a:lnTo>
                  <a:pt x="74567" y="35844"/>
                </a:lnTo>
                <a:lnTo>
                  <a:pt x="74567" y="35810"/>
                </a:lnTo>
                <a:lnTo>
                  <a:pt x="74567" y="35765"/>
                </a:lnTo>
                <a:lnTo>
                  <a:pt x="74555" y="35730"/>
                </a:lnTo>
                <a:lnTo>
                  <a:pt x="76569" y="34559"/>
                </a:lnTo>
                <a:lnTo>
                  <a:pt x="76603" y="34593"/>
                </a:lnTo>
                <a:lnTo>
                  <a:pt x="76637" y="34627"/>
                </a:lnTo>
                <a:lnTo>
                  <a:pt x="76683" y="34638"/>
                </a:lnTo>
                <a:lnTo>
                  <a:pt x="76728" y="34650"/>
                </a:lnTo>
                <a:lnTo>
                  <a:pt x="76785" y="34638"/>
                </a:lnTo>
                <a:lnTo>
                  <a:pt x="76819" y="34627"/>
                </a:lnTo>
                <a:lnTo>
                  <a:pt x="76865" y="34593"/>
                </a:lnTo>
                <a:lnTo>
                  <a:pt x="76887" y="34559"/>
                </a:lnTo>
                <a:close/>
                <a:moveTo>
                  <a:pt x="24720" y="34547"/>
                </a:moveTo>
                <a:lnTo>
                  <a:pt x="26767" y="35730"/>
                </a:lnTo>
                <a:lnTo>
                  <a:pt x="26756" y="35765"/>
                </a:lnTo>
                <a:lnTo>
                  <a:pt x="26756" y="35810"/>
                </a:lnTo>
                <a:lnTo>
                  <a:pt x="26756" y="35844"/>
                </a:lnTo>
                <a:lnTo>
                  <a:pt x="26767" y="35878"/>
                </a:lnTo>
                <a:lnTo>
                  <a:pt x="26801" y="35935"/>
                </a:lnTo>
                <a:lnTo>
                  <a:pt x="26858" y="35981"/>
                </a:lnTo>
                <a:lnTo>
                  <a:pt x="26892" y="35992"/>
                </a:lnTo>
                <a:lnTo>
                  <a:pt x="26927" y="36003"/>
                </a:lnTo>
                <a:lnTo>
                  <a:pt x="26927" y="38347"/>
                </a:lnTo>
                <a:lnTo>
                  <a:pt x="26892" y="38358"/>
                </a:lnTo>
                <a:lnTo>
                  <a:pt x="26858" y="38370"/>
                </a:lnTo>
                <a:lnTo>
                  <a:pt x="26824" y="38392"/>
                </a:lnTo>
                <a:lnTo>
                  <a:pt x="26790" y="38415"/>
                </a:lnTo>
                <a:lnTo>
                  <a:pt x="26767" y="38449"/>
                </a:lnTo>
                <a:lnTo>
                  <a:pt x="26745" y="38483"/>
                </a:lnTo>
                <a:lnTo>
                  <a:pt x="26733" y="38517"/>
                </a:lnTo>
                <a:lnTo>
                  <a:pt x="26733" y="38563"/>
                </a:lnTo>
                <a:lnTo>
                  <a:pt x="26733" y="38608"/>
                </a:lnTo>
                <a:lnTo>
                  <a:pt x="26745" y="38643"/>
                </a:lnTo>
                <a:lnTo>
                  <a:pt x="24720" y="39814"/>
                </a:lnTo>
                <a:lnTo>
                  <a:pt x="24697" y="39780"/>
                </a:lnTo>
                <a:lnTo>
                  <a:pt x="24663" y="39757"/>
                </a:lnTo>
                <a:lnTo>
                  <a:pt x="24629" y="39735"/>
                </a:lnTo>
                <a:lnTo>
                  <a:pt x="24538" y="39735"/>
                </a:lnTo>
                <a:lnTo>
                  <a:pt x="24504" y="39757"/>
                </a:lnTo>
                <a:lnTo>
                  <a:pt x="24469" y="39780"/>
                </a:lnTo>
                <a:lnTo>
                  <a:pt x="24435" y="39803"/>
                </a:lnTo>
                <a:lnTo>
                  <a:pt x="22410" y="38631"/>
                </a:lnTo>
                <a:lnTo>
                  <a:pt x="22410" y="38597"/>
                </a:lnTo>
                <a:lnTo>
                  <a:pt x="22422" y="38563"/>
                </a:lnTo>
                <a:lnTo>
                  <a:pt x="22410" y="38517"/>
                </a:lnTo>
                <a:lnTo>
                  <a:pt x="22410" y="38483"/>
                </a:lnTo>
                <a:lnTo>
                  <a:pt x="22365" y="38426"/>
                </a:lnTo>
                <a:lnTo>
                  <a:pt x="22308" y="38381"/>
                </a:lnTo>
                <a:lnTo>
                  <a:pt x="22274" y="38358"/>
                </a:lnTo>
                <a:lnTo>
                  <a:pt x="22240" y="38358"/>
                </a:lnTo>
                <a:lnTo>
                  <a:pt x="22240" y="36015"/>
                </a:lnTo>
                <a:lnTo>
                  <a:pt x="22274" y="36003"/>
                </a:lnTo>
                <a:lnTo>
                  <a:pt x="22308" y="35992"/>
                </a:lnTo>
                <a:lnTo>
                  <a:pt x="22365" y="35947"/>
                </a:lnTo>
                <a:lnTo>
                  <a:pt x="22410" y="35878"/>
                </a:lnTo>
                <a:lnTo>
                  <a:pt x="22422" y="35844"/>
                </a:lnTo>
                <a:lnTo>
                  <a:pt x="22422" y="35810"/>
                </a:lnTo>
                <a:lnTo>
                  <a:pt x="22422" y="35765"/>
                </a:lnTo>
                <a:lnTo>
                  <a:pt x="22410" y="35730"/>
                </a:lnTo>
                <a:lnTo>
                  <a:pt x="24435" y="34559"/>
                </a:lnTo>
                <a:lnTo>
                  <a:pt x="24469" y="34582"/>
                </a:lnTo>
                <a:lnTo>
                  <a:pt x="24492" y="34604"/>
                </a:lnTo>
                <a:lnTo>
                  <a:pt x="24538" y="34627"/>
                </a:lnTo>
                <a:lnTo>
                  <a:pt x="24629" y="34627"/>
                </a:lnTo>
                <a:lnTo>
                  <a:pt x="24663" y="34604"/>
                </a:lnTo>
                <a:lnTo>
                  <a:pt x="24697" y="34582"/>
                </a:lnTo>
                <a:lnTo>
                  <a:pt x="24720" y="34547"/>
                </a:lnTo>
                <a:close/>
                <a:moveTo>
                  <a:pt x="81619" y="34547"/>
                </a:moveTo>
                <a:lnTo>
                  <a:pt x="83656" y="35730"/>
                </a:lnTo>
                <a:lnTo>
                  <a:pt x="83644" y="35765"/>
                </a:lnTo>
                <a:lnTo>
                  <a:pt x="83644" y="35810"/>
                </a:lnTo>
                <a:lnTo>
                  <a:pt x="83644" y="35844"/>
                </a:lnTo>
                <a:lnTo>
                  <a:pt x="83656" y="35878"/>
                </a:lnTo>
                <a:lnTo>
                  <a:pt x="83690" y="35935"/>
                </a:lnTo>
                <a:lnTo>
                  <a:pt x="83758" y="35981"/>
                </a:lnTo>
                <a:lnTo>
                  <a:pt x="83792" y="35992"/>
                </a:lnTo>
                <a:lnTo>
                  <a:pt x="83826" y="36003"/>
                </a:lnTo>
                <a:lnTo>
                  <a:pt x="83826" y="38347"/>
                </a:lnTo>
                <a:lnTo>
                  <a:pt x="83781" y="38358"/>
                </a:lnTo>
                <a:lnTo>
                  <a:pt x="83747" y="38370"/>
                </a:lnTo>
                <a:lnTo>
                  <a:pt x="83713" y="38392"/>
                </a:lnTo>
                <a:lnTo>
                  <a:pt x="83678" y="38415"/>
                </a:lnTo>
                <a:lnTo>
                  <a:pt x="83656" y="38449"/>
                </a:lnTo>
                <a:lnTo>
                  <a:pt x="83633" y="38483"/>
                </a:lnTo>
                <a:lnTo>
                  <a:pt x="83622" y="38517"/>
                </a:lnTo>
                <a:lnTo>
                  <a:pt x="83622" y="38563"/>
                </a:lnTo>
                <a:lnTo>
                  <a:pt x="83622" y="38608"/>
                </a:lnTo>
                <a:lnTo>
                  <a:pt x="83644" y="38643"/>
                </a:lnTo>
                <a:lnTo>
                  <a:pt x="81619" y="39814"/>
                </a:lnTo>
                <a:lnTo>
                  <a:pt x="81585" y="39780"/>
                </a:lnTo>
                <a:lnTo>
                  <a:pt x="81551" y="39757"/>
                </a:lnTo>
                <a:lnTo>
                  <a:pt x="81517" y="39735"/>
                </a:lnTo>
                <a:lnTo>
                  <a:pt x="81426" y="39735"/>
                </a:lnTo>
                <a:lnTo>
                  <a:pt x="81392" y="39757"/>
                </a:lnTo>
                <a:lnTo>
                  <a:pt x="81358" y="39780"/>
                </a:lnTo>
                <a:lnTo>
                  <a:pt x="81324" y="39803"/>
                </a:lnTo>
                <a:lnTo>
                  <a:pt x="79299" y="38631"/>
                </a:lnTo>
                <a:lnTo>
                  <a:pt x="79310" y="38597"/>
                </a:lnTo>
                <a:lnTo>
                  <a:pt x="79310" y="38563"/>
                </a:lnTo>
                <a:lnTo>
                  <a:pt x="79310" y="38517"/>
                </a:lnTo>
                <a:lnTo>
                  <a:pt x="79299" y="38483"/>
                </a:lnTo>
                <a:lnTo>
                  <a:pt x="79253" y="38426"/>
                </a:lnTo>
                <a:lnTo>
                  <a:pt x="79196" y="38381"/>
                </a:lnTo>
                <a:lnTo>
                  <a:pt x="79162" y="38358"/>
                </a:lnTo>
                <a:lnTo>
                  <a:pt x="79128" y="38358"/>
                </a:lnTo>
                <a:lnTo>
                  <a:pt x="79128" y="36015"/>
                </a:lnTo>
                <a:lnTo>
                  <a:pt x="79162" y="36003"/>
                </a:lnTo>
                <a:lnTo>
                  <a:pt x="79196" y="35992"/>
                </a:lnTo>
                <a:lnTo>
                  <a:pt x="79265" y="35947"/>
                </a:lnTo>
                <a:lnTo>
                  <a:pt x="79299" y="35878"/>
                </a:lnTo>
                <a:lnTo>
                  <a:pt x="79310" y="35844"/>
                </a:lnTo>
                <a:lnTo>
                  <a:pt x="79310" y="35810"/>
                </a:lnTo>
                <a:lnTo>
                  <a:pt x="79310" y="35765"/>
                </a:lnTo>
                <a:lnTo>
                  <a:pt x="79299" y="35730"/>
                </a:lnTo>
                <a:lnTo>
                  <a:pt x="81324" y="34559"/>
                </a:lnTo>
                <a:lnTo>
                  <a:pt x="81358" y="34582"/>
                </a:lnTo>
                <a:lnTo>
                  <a:pt x="81392" y="34604"/>
                </a:lnTo>
                <a:lnTo>
                  <a:pt x="81426" y="34627"/>
                </a:lnTo>
                <a:lnTo>
                  <a:pt x="81517" y="34627"/>
                </a:lnTo>
                <a:lnTo>
                  <a:pt x="81551" y="34604"/>
                </a:lnTo>
                <a:lnTo>
                  <a:pt x="81585" y="34582"/>
                </a:lnTo>
                <a:lnTo>
                  <a:pt x="81619" y="34547"/>
                </a:lnTo>
                <a:close/>
                <a:moveTo>
                  <a:pt x="22388" y="38677"/>
                </a:moveTo>
                <a:lnTo>
                  <a:pt x="24413" y="39848"/>
                </a:lnTo>
                <a:lnTo>
                  <a:pt x="24401" y="39905"/>
                </a:lnTo>
                <a:lnTo>
                  <a:pt x="24413" y="39973"/>
                </a:lnTo>
                <a:lnTo>
                  <a:pt x="24447" y="40030"/>
                </a:lnTo>
                <a:lnTo>
                  <a:pt x="24504" y="40064"/>
                </a:lnTo>
                <a:lnTo>
                  <a:pt x="24560" y="40087"/>
                </a:lnTo>
                <a:lnTo>
                  <a:pt x="24560" y="42419"/>
                </a:lnTo>
                <a:lnTo>
                  <a:pt x="24515" y="42431"/>
                </a:lnTo>
                <a:lnTo>
                  <a:pt x="24469" y="42442"/>
                </a:lnTo>
                <a:lnTo>
                  <a:pt x="24435" y="42465"/>
                </a:lnTo>
                <a:lnTo>
                  <a:pt x="24401" y="42499"/>
                </a:lnTo>
                <a:lnTo>
                  <a:pt x="24367" y="42533"/>
                </a:lnTo>
                <a:lnTo>
                  <a:pt x="24344" y="42578"/>
                </a:lnTo>
                <a:lnTo>
                  <a:pt x="24333" y="42624"/>
                </a:lnTo>
                <a:lnTo>
                  <a:pt x="24333" y="42669"/>
                </a:lnTo>
                <a:lnTo>
                  <a:pt x="24333" y="42715"/>
                </a:lnTo>
                <a:lnTo>
                  <a:pt x="24356" y="42760"/>
                </a:lnTo>
                <a:lnTo>
                  <a:pt x="22422" y="43875"/>
                </a:lnTo>
                <a:lnTo>
                  <a:pt x="22376" y="43830"/>
                </a:lnTo>
                <a:lnTo>
                  <a:pt x="22331" y="43796"/>
                </a:lnTo>
                <a:lnTo>
                  <a:pt x="22274" y="43773"/>
                </a:lnTo>
                <a:lnTo>
                  <a:pt x="22149" y="43773"/>
                </a:lnTo>
                <a:lnTo>
                  <a:pt x="22092" y="43796"/>
                </a:lnTo>
                <a:lnTo>
                  <a:pt x="22046" y="43830"/>
                </a:lnTo>
                <a:lnTo>
                  <a:pt x="22001" y="43875"/>
                </a:lnTo>
                <a:lnTo>
                  <a:pt x="20033" y="42738"/>
                </a:lnTo>
                <a:lnTo>
                  <a:pt x="20044" y="42704"/>
                </a:lnTo>
                <a:lnTo>
                  <a:pt x="20044" y="42669"/>
                </a:lnTo>
                <a:lnTo>
                  <a:pt x="20044" y="42624"/>
                </a:lnTo>
                <a:lnTo>
                  <a:pt x="20033" y="42590"/>
                </a:lnTo>
                <a:lnTo>
                  <a:pt x="19988" y="42533"/>
                </a:lnTo>
                <a:lnTo>
                  <a:pt x="19931" y="42487"/>
                </a:lnTo>
                <a:lnTo>
                  <a:pt x="19862" y="42465"/>
                </a:lnTo>
                <a:lnTo>
                  <a:pt x="19862" y="40099"/>
                </a:lnTo>
                <a:lnTo>
                  <a:pt x="19931" y="40076"/>
                </a:lnTo>
                <a:lnTo>
                  <a:pt x="19988" y="40030"/>
                </a:lnTo>
                <a:lnTo>
                  <a:pt x="20022" y="39973"/>
                </a:lnTo>
                <a:lnTo>
                  <a:pt x="20033" y="39905"/>
                </a:lnTo>
                <a:lnTo>
                  <a:pt x="20022" y="39837"/>
                </a:lnTo>
                <a:lnTo>
                  <a:pt x="22035" y="38677"/>
                </a:lnTo>
                <a:lnTo>
                  <a:pt x="22069" y="38722"/>
                </a:lnTo>
                <a:lnTo>
                  <a:pt x="22103" y="38745"/>
                </a:lnTo>
                <a:lnTo>
                  <a:pt x="22160" y="38768"/>
                </a:lnTo>
                <a:lnTo>
                  <a:pt x="22263" y="38768"/>
                </a:lnTo>
                <a:lnTo>
                  <a:pt x="22308" y="38745"/>
                </a:lnTo>
                <a:lnTo>
                  <a:pt x="22354" y="38711"/>
                </a:lnTo>
                <a:lnTo>
                  <a:pt x="22388" y="38677"/>
                </a:lnTo>
                <a:close/>
                <a:moveTo>
                  <a:pt x="41316" y="38654"/>
                </a:moveTo>
                <a:lnTo>
                  <a:pt x="43296" y="39803"/>
                </a:lnTo>
                <a:lnTo>
                  <a:pt x="43284" y="39848"/>
                </a:lnTo>
                <a:lnTo>
                  <a:pt x="43273" y="39905"/>
                </a:lnTo>
                <a:lnTo>
                  <a:pt x="43284" y="39962"/>
                </a:lnTo>
                <a:lnTo>
                  <a:pt x="43296" y="40008"/>
                </a:lnTo>
                <a:lnTo>
                  <a:pt x="43318" y="40053"/>
                </a:lnTo>
                <a:lnTo>
                  <a:pt x="43353" y="40087"/>
                </a:lnTo>
                <a:lnTo>
                  <a:pt x="43387" y="40121"/>
                </a:lnTo>
                <a:lnTo>
                  <a:pt x="43432" y="40144"/>
                </a:lnTo>
                <a:lnTo>
                  <a:pt x="43478" y="40167"/>
                </a:lnTo>
                <a:lnTo>
                  <a:pt x="43523" y="40167"/>
                </a:lnTo>
                <a:lnTo>
                  <a:pt x="43523" y="42487"/>
                </a:lnTo>
                <a:lnTo>
                  <a:pt x="43466" y="42510"/>
                </a:lnTo>
                <a:lnTo>
                  <a:pt x="43409" y="42544"/>
                </a:lnTo>
                <a:lnTo>
                  <a:pt x="43375" y="42601"/>
                </a:lnTo>
                <a:lnTo>
                  <a:pt x="43364" y="42669"/>
                </a:lnTo>
                <a:lnTo>
                  <a:pt x="43375" y="42726"/>
                </a:lnTo>
                <a:lnTo>
                  <a:pt x="41396" y="43875"/>
                </a:lnTo>
                <a:lnTo>
                  <a:pt x="41351" y="43818"/>
                </a:lnTo>
                <a:lnTo>
                  <a:pt x="41305" y="43784"/>
                </a:lnTo>
                <a:lnTo>
                  <a:pt x="41237" y="43750"/>
                </a:lnTo>
                <a:lnTo>
                  <a:pt x="41100" y="43750"/>
                </a:lnTo>
                <a:lnTo>
                  <a:pt x="41043" y="43773"/>
                </a:lnTo>
                <a:lnTo>
                  <a:pt x="40987" y="43818"/>
                </a:lnTo>
                <a:lnTo>
                  <a:pt x="40941" y="43864"/>
                </a:lnTo>
                <a:lnTo>
                  <a:pt x="38996" y="42738"/>
                </a:lnTo>
                <a:lnTo>
                  <a:pt x="39007" y="42669"/>
                </a:lnTo>
                <a:lnTo>
                  <a:pt x="39007" y="42624"/>
                </a:lnTo>
                <a:lnTo>
                  <a:pt x="38996" y="42590"/>
                </a:lnTo>
                <a:lnTo>
                  <a:pt x="38950" y="42533"/>
                </a:lnTo>
                <a:lnTo>
                  <a:pt x="38905" y="42487"/>
                </a:lnTo>
                <a:lnTo>
                  <a:pt x="38825" y="42465"/>
                </a:lnTo>
                <a:lnTo>
                  <a:pt x="38825" y="40178"/>
                </a:lnTo>
                <a:lnTo>
                  <a:pt x="38882" y="40167"/>
                </a:lnTo>
                <a:lnTo>
                  <a:pt x="38928" y="40144"/>
                </a:lnTo>
                <a:lnTo>
                  <a:pt x="38962" y="40121"/>
                </a:lnTo>
                <a:lnTo>
                  <a:pt x="38996" y="40087"/>
                </a:lnTo>
                <a:lnTo>
                  <a:pt x="39030" y="40053"/>
                </a:lnTo>
                <a:lnTo>
                  <a:pt x="39053" y="40008"/>
                </a:lnTo>
                <a:lnTo>
                  <a:pt x="39064" y="39962"/>
                </a:lnTo>
                <a:lnTo>
                  <a:pt x="39064" y="39905"/>
                </a:lnTo>
                <a:lnTo>
                  <a:pt x="39064" y="39860"/>
                </a:lnTo>
                <a:lnTo>
                  <a:pt x="39041" y="39803"/>
                </a:lnTo>
                <a:lnTo>
                  <a:pt x="41032" y="38654"/>
                </a:lnTo>
                <a:lnTo>
                  <a:pt x="41055" y="38688"/>
                </a:lnTo>
                <a:lnTo>
                  <a:pt x="41089" y="38711"/>
                </a:lnTo>
                <a:lnTo>
                  <a:pt x="41123" y="38722"/>
                </a:lnTo>
                <a:lnTo>
                  <a:pt x="41169" y="38734"/>
                </a:lnTo>
                <a:lnTo>
                  <a:pt x="41214" y="38722"/>
                </a:lnTo>
                <a:lnTo>
                  <a:pt x="41248" y="38711"/>
                </a:lnTo>
                <a:lnTo>
                  <a:pt x="41282" y="38688"/>
                </a:lnTo>
                <a:lnTo>
                  <a:pt x="41316" y="38654"/>
                </a:lnTo>
                <a:close/>
                <a:moveTo>
                  <a:pt x="79276" y="38677"/>
                </a:moveTo>
                <a:lnTo>
                  <a:pt x="81301" y="39848"/>
                </a:lnTo>
                <a:lnTo>
                  <a:pt x="81290" y="39905"/>
                </a:lnTo>
                <a:lnTo>
                  <a:pt x="81312" y="39973"/>
                </a:lnTo>
                <a:lnTo>
                  <a:pt x="81335" y="40030"/>
                </a:lnTo>
                <a:lnTo>
                  <a:pt x="81392" y="40064"/>
                </a:lnTo>
                <a:lnTo>
                  <a:pt x="81449" y="40087"/>
                </a:lnTo>
                <a:lnTo>
                  <a:pt x="81449" y="42419"/>
                </a:lnTo>
                <a:lnTo>
                  <a:pt x="81403" y="42431"/>
                </a:lnTo>
                <a:lnTo>
                  <a:pt x="81358" y="42442"/>
                </a:lnTo>
                <a:lnTo>
                  <a:pt x="81324" y="42465"/>
                </a:lnTo>
                <a:lnTo>
                  <a:pt x="81290" y="42499"/>
                </a:lnTo>
                <a:lnTo>
                  <a:pt x="81267" y="42533"/>
                </a:lnTo>
                <a:lnTo>
                  <a:pt x="81244" y="42578"/>
                </a:lnTo>
                <a:lnTo>
                  <a:pt x="81233" y="42624"/>
                </a:lnTo>
                <a:lnTo>
                  <a:pt x="81221" y="42669"/>
                </a:lnTo>
                <a:lnTo>
                  <a:pt x="81233" y="42715"/>
                </a:lnTo>
                <a:lnTo>
                  <a:pt x="81244" y="42760"/>
                </a:lnTo>
                <a:lnTo>
                  <a:pt x="79310" y="43875"/>
                </a:lnTo>
                <a:lnTo>
                  <a:pt x="79265" y="43830"/>
                </a:lnTo>
                <a:lnTo>
                  <a:pt x="79219" y="43796"/>
                </a:lnTo>
                <a:lnTo>
                  <a:pt x="79162" y="43773"/>
                </a:lnTo>
                <a:lnTo>
                  <a:pt x="79037" y="43773"/>
                </a:lnTo>
                <a:lnTo>
                  <a:pt x="78980" y="43796"/>
                </a:lnTo>
                <a:lnTo>
                  <a:pt x="78935" y="43830"/>
                </a:lnTo>
                <a:lnTo>
                  <a:pt x="78901" y="43875"/>
                </a:lnTo>
                <a:lnTo>
                  <a:pt x="76921" y="42738"/>
                </a:lnTo>
                <a:lnTo>
                  <a:pt x="76933" y="42704"/>
                </a:lnTo>
                <a:lnTo>
                  <a:pt x="76933" y="42669"/>
                </a:lnTo>
                <a:lnTo>
                  <a:pt x="76933" y="42624"/>
                </a:lnTo>
                <a:lnTo>
                  <a:pt x="76921" y="42590"/>
                </a:lnTo>
                <a:lnTo>
                  <a:pt x="76887" y="42533"/>
                </a:lnTo>
                <a:lnTo>
                  <a:pt x="76830" y="42487"/>
                </a:lnTo>
                <a:lnTo>
                  <a:pt x="76762" y="42465"/>
                </a:lnTo>
                <a:lnTo>
                  <a:pt x="76762" y="40099"/>
                </a:lnTo>
                <a:lnTo>
                  <a:pt x="76819" y="40076"/>
                </a:lnTo>
                <a:lnTo>
                  <a:pt x="76876" y="40030"/>
                </a:lnTo>
                <a:lnTo>
                  <a:pt x="76910" y="39973"/>
                </a:lnTo>
                <a:lnTo>
                  <a:pt x="76921" y="39905"/>
                </a:lnTo>
                <a:lnTo>
                  <a:pt x="76910" y="39837"/>
                </a:lnTo>
                <a:lnTo>
                  <a:pt x="78923" y="38677"/>
                </a:lnTo>
                <a:lnTo>
                  <a:pt x="78958" y="38722"/>
                </a:lnTo>
                <a:lnTo>
                  <a:pt x="79003" y="38745"/>
                </a:lnTo>
                <a:lnTo>
                  <a:pt x="79049" y="38768"/>
                </a:lnTo>
                <a:lnTo>
                  <a:pt x="79151" y="38768"/>
                </a:lnTo>
                <a:lnTo>
                  <a:pt x="79208" y="38745"/>
                </a:lnTo>
                <a:lnTo>
                  <a:pt x="79242" y="38711"/>
                </a:lnTo>
                <a:lnTo>
                  <a:pt x="79276" y="38677"/>
                </a:lnTo>
                <a:close/>
                <a:moveTo>
                  <a:pt x="46117" y="38688"/>
                </a:moveTo>
                <a:lnTo>
                  <a:pt x="48108" y="39837"/>
                </a:lnTo>
                <a:lnTo>
                  <a:pt x="48096" y="39871"/>
                </a:lnTo>
                <a:lnTo>
                  <a:pt x="48085" y="39905"/>
                </a:lnTo>
                <a:lnTo>
                  <a:pt x="48096" y="39951"/>
                </a:lnTo>
                <a:lnTo>
                  <a:pt x="48096" y="39985"/>
                </a:lnTo>
                <a:lnTo>
                  <a:pt x="48142" y="40042"/>
                </a:lnTo>
                <a:lnTo>
                  <a:pt x="48199" y="40076"/>
                </a:lnTo>
                <a:lnTo>
                  <a:pt x="48233" y="40099"/>
                </a:lnTo>
                <a:lnTo>
                  <a:pt x="48267" y="40099"/>
                </a:lnTo>
                <a:lnTo>
                  <a:pt x="48267" y="42453"/>
                </a:lnTo>
                <a:lnTo>
                  <a:pt x="48221" y="42453"/>
                </a:lnTo>
                <a:lnTo>
                  <a:pt x="48187" y="42476"/>
                </a:lnTo>
                <a:lnTo>
                  <a:pt x="48153" y="42487"/>
                </a:lnTo>
                <a:lnTo>
                  <a:pt x="48119" y="42522"/>
                </a:lnTo>
                <a:lnTo>
                  <a:pt x="48096" y="42544"/>
                </a:lnTo>
                <a:lnTo>
                  <a:pt x="48073" y="42590"/>
                </a:lnTo>
                <a:lnTo>
                  <a:pt x="48062" y="42624"/>
                </a:lnTo>
                <a:lnTo>
                  <a:pt x="48062" y="42669"/>
                </a:lnTo>
                <a:lnTo>
                  <a:pt x="48062" y="42715"/>
                </a:lnTo>
                <a:lnTo>
                  <a:pt x="48085" y="42749"/>
                </a:lnTo>
                <a:lnTo>
                  <a:pt x="46105" y="43887"/>
                </a:lnTo>
                <a:lnTo>
                  <a:pt x="46071" y="43841"/>
                </a:lnTo>
                <a:lnTo>
                  <a:pt x="46026" y="43807"/>
                </a:lnTo>
                <a:lnTo>
                  <a:pt x="45969" y="43784"/>
                </a:lnTo>
                <a:lnTo>
                  <a:pt x="45855" y="43784"/>
                </a:lnTo>
                <a:lnTo>
                  <a:pt x="45798" y="43807"/>
                </a:lnTo>
                <a:lnTo>
                  <a:pt x="45753" y="43841"/>
                </a:lnTo>
                <a:lnTo>
                  <a:pt x="45719" y="43887"/>
                </a:lnTo>
                <a:lnTo>
                  <a:pt x="43705" y="42726"/>
                </a:lnTo>
                <a:lnTo>
                  <a:pt x="43717" y="42669"/>
                </a:lnTo>
                <a:lnTo>
                  <a:pt x="43705" y="42601"/>
                </a:lnTo>
                <a:lnTo>
                  <a:pt x="43671" y="42556"/>
                </a:lnTo>
                <a:lnTo>
                  <a:pt x="43626" y="42510"/>
                </a:lnTo>
                <a:lnTo>
                  <a:pt x="43569" y="42487"/>
                </a:lnTo>
                <a:lnTo>
                  <a:pt x="43569" y="40167"/>
                </a:lnTo>
                <a:lnTo>
                  <a:pt x="43614" y="40155"/>
                </a:lnTo>
                <a:lnTo>
                  <a:pt x="43660" y="40144"/>
                </a:lnTo>
                <a:lnTo>
                  <a:pt x="43705" y="40121"/>
                </a:lnTo>
                <a:lnTo>
                  <a:pt x="43739" y="40087"/>
                </a:lnTo>
                <a:lnTo>
                  <a:pt x="43762" y="40042"/>
                </a:lnTo>
                <a:lnTo>
                  <a:pt x="43785" y="40008"/>
                </a:lnTo>
                <a:lnTo>
                  <a:pt x="43796" y="39962"/>
                </a:lnTo>
                <a:lnTo>
                  <a:pt x="43808" y="39905"/>
                </a:lnTo>
                <a:lnTo>
                  <a:pt x="43796" y="39860"/>
                </a:lnTo>
                <a:lnTo>
                  <a:pt x="43785" y="39803"/>
                </a:lnTo>
                <a:lnTo>
                  <a:pt x="45707" y="38699"/>
                </a:lnTo>
                <a:lnTo>
                  <a:pt x="45741" y="38745"/>
                </a:lnTo>
                <a:lnTo>
                  <a:pt x="45798" y="38779"/>
                </a:lnTo>
                <a:lnTo>
                  <a:pt x="45844" y="38790"/>
                </a:lnTo>
                <a:lnTo>
                  <a:pt x="45912" y="38802"/>
                </a:lnTo>
                <a:lnTo>
                  <a:pt x="45969" y="38790"/>
                </a:lnTo>
                <a:lnTo>
                  <a:pt x="46026" y="38768"/>
                </a:lnTo>
                <a:lnTo>
                  <a:pt x="46071" y="38734"/>
                </a:lnTo>
                <a:lnTo>
                  <a:pt x="46117" y="38688"/>
                </a:lnTo>
                <a:close/>
                <a:moveTo>
                  <a:pt x="3391" y="38654"/>
                </a:moveTo>
                <a:lnTo>
                  <a:pt x="5416" y="39826"/>
                </a:lnTo>
                <a:lnTo>
                  <a:pt x="5404" y="39871"/>
                </a:lnTo>
                <a:lnTo>
                  <a:pt x="5404" y="39905"/>
                </a:lnTo>
                <a:lnTo>
                  <a:pt x="5404" y="39951"/>
                </a:lnTo>
                <a:lnTo>
                  <a:pt x="5416" y="39985"/>
                </a:lnTo>
                <a:lnTo>
                  <a:pt x="5438" y="40019"/>
                </a:lnTo>
                <a:lnTo>
                  <a:pt x="5461" y="40053"/>
                </a:lnTo>
                <a:lnTo>
                  <a:pt x="5484" y="40087"/>
                </a:lnTo>
                <a:lnTo>
                  <a:pt x="5518" y="40099"/>
                </a:lnTo>
                <a:lnTo>
                  <a:pt x="5552" y="40121"/>
                </a:lnTo>
                <a:lnTo>
                  <a:pt x="5598" y="40121"/>
                </a:lnTo>
                <a:lnTo>
                  <a:pt x="5598" y="42419"/>
                </a:lnTo>
                <a:lnTo>
                  <a:pt x="5552" y="42419"/>
                </a:lnTo>
                <a:lnTo>
                  <a:pt x="5507" y="42442"/>
                </a:lnTo>
                <a:lnTo>
                  <a:pt x="5473" y="42465"/>
                </a:lnTo>
                <a:lnTo>
                  <a:pt x="5438" y="42499"/>
                </a:lnTo>
                <a:lnTo>
                  <a:pt x="5404" y="42533"/>
                </a:lnTo>
                <a:lnTo>
                  <a:pt x="5382" y="42578"/>
                </a:lnTo>
                <a:lnTo>
                  <a:pt x="5370" y="42613"/>
                </a:lnTo>
                <a:lnTo>
                  <a:pt x="5370" y="42669"/>
                </a:lnTo>
                <a:lnTo>
                  <a:pt x="5370" y="42715"/>
                </a:lnTo>
                <a:lnTo>
                  <a:pt x="5393" y="42760"/>
                </a:lnTo>
                <a:lnTo>
                  <a:pt x="3425" y="43898"/>
                </a:lnTo>
                <a:lnTo>
                  <a:pt x="3391" y="43864"/>
                </a:lnTo>
                <a:lnTo>
                  <a:pt x="3345" y="43830"/>
                </a:lnTo>
                <a:lnTo>
                  <a:pt x="3300" y="43818"/>
                </a:lnTo>
                <a:lnTo>
                  <a:pt x="3254" y="43807"/>
                </a:lnTo>
                <a:lnTo>
                  <a:pt x="3197" y="43818"/>
                </a:lnTo>
                <a:lnTo>
                  <a:pt x="3152" y="43830"/>
                </a:lnTo>
                <a:lnTo>
                  <a:pt x="3106" y="43864"/>
                </a:lnTo>
                <a:lnTo>
                  <a:pt x="3084" y="43898"/>
                </a:lnTo>
                <a:lnTo>
                  <a:pt x="1036" y="42715"/>
                </a:lnTo>
                <a:lnTo>
                  <a:pt x="1047" y="42669"/>
                </a:lnTo>
                <a:lnTo>
                  <a:pt x="1036" y="42613"/>
                </a:lnTo>
                <a:lnTo>
                  <a:pt x="1002" y="42556"/>
                </a:lnTo>
                <a:lnTo>
                  <a:pt x="956" y="42522"/>
                </a:lnTo>
                <a:lnTo>
                  <a:pt x="900" y="42499"/>
                </a:lnTo>
                <a:lnTo>
                  <a:pt x="900" y="40178"/>
                </a:lnTo>
                <a:lnTo>
                  <a:pt x="956" y="40167"/>
                </a:lnTo>
                <a:lnTo>
                  <a:pt x="1002" y="40144"/>
                </a:lnTo>
                <a:lnTo>
                  <a:pt x="1036" y="40121"/>
                </a:lnTo>
                <a:lnTo>
                  <a:pt x="1070" y="40087"/>
                </a:lnTo>
                <a:lnTo>
                  <a:pt x="1104" y="40053"/>
                </a:lnTo>
                <a:lnTo>
                  <a:pt x="1127" y="40008"/>
                </a:lnTo>
                <a:lnTo>
                  <a:pt x="1138" y="39962"/>
                </a:lnTo>
                <a:lnTo>
                  <a:pt x="1150" y="39905"/>
                </a:lnTo>
                <a:lnTo>
                  <a:pt x="1138" y="39848"/>
                </a:lnTo>
                <a:lnTo>
                  <a:pt x="1127" y="39803"/>
                </a:lnTo>
                <a:lnTo>
                  <a:pt x="3106" y="38654"/>
                </a:lnTo>
                <a:lnTo>
                  <a:pt x="3129" y="38688"/>
                </a:lnTo>
                <a:lnTo>
                  <a:pt x="3163" y="38711"/>
                </a:lnTo>
                <a:lnTo>
                  <a:pt x="3209" y="38734"/>
                </a:lnTo>
                <a:lnTo>
                  <a:pt x="3288" y="38734"/>
                </a:lnTo>
                <a:lnTo>
                  <a:pt x="3334" y="38711"/>
                </a:lnTo>
                <a:lnTo>
                  <a:pt x="3368" y="38688"/>
                </a:lnTo>
                <a:lnTo>
                  <a:pt x="3391" y="38654"/>
                </a:lnTo>
                <a:close/>
                <a:moveTo>
                  <a:pt x="17621" y="38654"/>
                </a:moveTo>
                <a:lnTo>
                  <a:pt x="19658" y="39837"/>
                </a:lnTo>
                <a:lnTo>
                  <a:pt x="19646" y="39871"/>
                </a:lnTo>
                <a:lnTo>
                  <a:pt x="19646" y="39905"/>
                </a:lnTo>
                <a:lnTo>
                  <a:pt x="19646" y="39951"/>
                </a:lnTo>
                <a:lnTo>
                  <a:pt x="19658" y="39985"/>
                </a:lnTo>
                <a:lnTo>
                  <a:pt x="19692" y="40042"/>
                </a:lnTo>
                <a:lnTo>
                  <a:pt x="19749" y="40076"/>
                </a:lnTo>
                <a:lnTo>
                  <a:pt x="19817" y="40099"/>
                </a:lnTo>
                <a:lnTo>
                  <a:pt x="19817" y="42465"/>
                </a:lnTo>
                <a:lnTo>
                  <a:pt x="19783" y="42476"/>
                </a:lnTo>
                <a:lnTo>
                  <a:pt x="19749" y="42487"/>
                </a:lnTo>
                <a:lnTo>
                  <a:pt x="19692" y="42533"/>
                </a:lnTo>
                <a:lnTo>
                  <a:pt x="19669" y="42556"/>
                </a:lnTo>
                <a:lnTo>
                  <a:pt x="19646" y="42590"/>
                </a:lnTo>
                <a:lnTo>
                  <a:pt x="19635" y="42624"/>
                </a:lnTo>
                <a:lnTo>
                  <a:pt x="19635" y="42669"/>
                </a:lnTo>
                <a:lnTo>
                  <a:pt x="19635" y="42704"/>
                </a:lnTo>
                <a:lnTo>
                  <a:pt x="19646" y="42738"/>
                </a:lnTo>
                <a:lnTo>
                  <a:pt x="17656" y="43898"/>
                </a:lnTo>
                <a:lnTo>
                  <a:pt x="17621" y="43852"/>
                </a:lnTo>
                <a:lnTo>
                  <a:pt x="17576" y="43818"/>
                </a:lnTo>
                <a:lnTo>
                  <a:pt x="17530" y="43807"/>
                </a:lnTo>
                <a:lnTo>
                  <a:pt x="17474" y="43796"/>
                </a:lnTo>
                <a:lnTo>
                  <a:pt x="17417" y="43796"/>
                </a:lnTo>
                <a:lnTo>
                  <a:pt x="17360" y="43818"/>
                </a:lnTo>
                <a:lnTo>
                  <a:pt x="17326" y="43852"/>
                </a:lnTo>
                <a:lnTo>
                  <a:pt x="17292" y="43887"/>
                </a:lnTo>
                <a:lnTo>
                  <a:pt x="15301" y="42749"/>
                </a:lnTo>
                <a:lnTo>
                  <a:pt x="15312" y="42704"/>
                </a:lnTo>
                <a:lnTo>
                  <a:pt x="15312" y="42669"/>
                </a:lnTo>
                <a:lnTo>
                  <a:pt x="15312" y="42624"/>
                </a:lnTo>
                <a:lnTo>
                  <a:pt x="15301" y="42590"/>
                </a:lnTo>
                <a:lnTo>
                  <a:pt x="15289" y="42556"/>
                </a:lnTo>
                <a:lnTo>
                  <a:pt x="15267" y="42522"/>
                </a:lnTo>
                <a:lnTo>
                  <a:pt x="15233" y="42499"/>
                </a:lnTo>
                <a:lnTo>
                  <a:pt x="15198" y="42476"/>
                </a:lnTo>
                <a:lnTo>
                  <a:pt x="15164" y="42453"/>
                </a:lnTo>
                <a:lnTo>
                  <a:pt x="15130" y="42453"/>
                </a:lnTo>
                <a:lnTo>
                  <a:pt x="15130" y="40178"/>
                </a:lnTo>
                <a:lnTo>
                  <a:pt x="15176" y="40167"/>
                </a:lnTo>
                <a:lnTo>
                  <a:pt x="15221" y="40144"/>
                </a:lnTo>
                <a:lnTo>
                  <a:pt x="15267" y="40121"/>
                </a:lnTo>
                <a:lnTo>
                  <a:pt x="15301" y="40087"/>
                </a:lnTo>
                <a:lnTo>
                  <a:pt x="15324" y="40053"/>
                </a:lnTo>
                <a:lnTo>
                  <a:pt x="15346" y="40008"/>
                </a:lnTo>
                <a:lnTo>
                  <a:pt x="15369" y="39962"/>
                </a:lnTo>
                <a:lnTo>
                  <a:pt x="15369" y="39905"/>
                </a:lnTo>
                <a:lnTo>
                  <a:pt x="15369" y="39848"/>
                </a:lnTo>
                <a:lnTo>
                  <a:pt x="15346" y="39803"/>
                </a:lnTo>
                <a:lnTo>
                  <a:pt x="17326" y="38665"/>
                </a:lnTo>
                <a:lnTo>
                  <a:pt x="17348" y="38699"/>
                </a:lnTo>
                <a:lnTo>
                  <a:pt x="17383" y="38722"/>
                </a:lnTo>
                <a:lnTo>
                  <a:pt x="17428" y="38734"/>
                </a:lnTo>
                <a:lnTo>
                  <a:pt x="17474" y="38745"/>
                </a:lnTo>
                <a:lnTo>
                  <a:pt x="17519" y="38734"/>
                </a:lnTo>
                <a:lnTo>
                  <a:pt x="17553" y="38722"/>
                </a:lnTo>
                <a:lnTo>
                  <a:pt x="17587" y="38688"/>
                </a:lnTo>
                <a:lnTo>
                  <a:pt x="17621" y="38654"/>
                </a:lnTo>
                <a:close/>
                <a:moveTo>
                  <a:pt x="31863" y="38677"/>
                </a:moveTo>
                <a:lnTo>
                  <a:pt x="33854" y="39814"/>
                </a:lnTo>
                <a:lnTo>
                  <a:pt x="33831" y="39860"/>
                </a:lnTo>
                <a:lnTo>
                  <a:pt x="33831" y="39905"/>
                </a:lnTo>
                <a:lnTo>
                  <a:pt x="33831" y="39951"/>
                </a:lnTo>
                <a:lnTo>
                  <a:pt x="33854" y="39996"/>
                </a:lnTo>
                <a:lnTo>
                  <a:pt x="33866" y="40030"/>
                </a:lnTo>
                <a:lnTo>
                  <a:pt x="33888" y="40064"/>
                </a:lnTo>
                <a:lnTo>
                  <a:pt x="33922" y="40087"/>
                </a:lnTo>
                <a:lnTo>
                  <a:pt x="33957" y="40110"/>
                </a:lnTo>
                <a:lnTo>
                  <a:pt x="34002" y="40133"/>
                </a:lnTo>
                <a:lnTo>
                  <a:pt x="34048" y="40133"/>
                </a:lnTo>
                <a:lnTo>
                  <a:pt x="34048" y="42465"/>
                </a:lnTo>
                <a:lnTo>
                  <a:pt x="34002" y="42465"/>
                </a:lnTo>
                <a:lnTo>
                  <a:pt x="33968" y="42487"/>
                </a:lnTo>
                <a:lnTo>
                  <a:pt x="33934" y="42499"/>
                </a:lnTo>
                <a:lnTo>
                  <a:pt x="33911" y="42533"/>
                </a:lnTo>
                <a:lnTo>
                  <a:pt x="33888" y="42556"/>
                </a:lnTo>
                <a:lnTo>
                  <a:pt x="33866" y="42590"/>
                </a:lnTo>
                <a:lnTo>
                  <a:pt x="33854" y="42624"/>
                </a:lnTo>
                <a:lnTo>
                  <a:pt x="33854" y="42669"/>
                </a:lnTo>
                <a:lnTo>
                  <a:pt x="33854" y="42704"/>
                </a:lnTo>
                <a:lnTo>
                  <a:pt x="33866" y="42738"/>
                </a:lnTo>
                <a:lnTo>
                  <a:pt x="31863" y="43898"/>
                </a:lnTo>
                <a:lnTo>
                  <a:pt x="31829" y="43864"/>
                </a:lnTo>
                <a:lnTo>
                  <a:pt x="31795" y="43830"/>
                </a:lnTo>
                <a:lnTo>
                  <a:pt x="31738" y="43807"/>
                </a:lnTo>
                <a:lnTo>
                  <a:pt x="31636" y="43807"/>
                </a:lnTo>
                <a:lnTo>
                  <a:pt x="31590" y="43830"/>
                </a:lnTo>
                <a:lnTo>
                  <a:pt x="31556" y="43864"/>
                </a:lnTo>
                <a:lnTo>
                  <a:pt x="31522" y="43898"/>
                </a:lnTo>
                <a:lnTo>
                  <a:pt x="29509" y="42738"/>
                </a:lnTo>
                <a:lnTo>
                  <a:pt x="29520" y="42704"/>
                </a:lnTo>
                <a:lnTo>
                  <a:pt x="29520" y="42669"/>
                </a:lnTo>
                <a:lnTo>
                  <a:pt x="29520" y="42624"/>
                </a:lnTo>
                <a:lnTo>
                  <a:pt x="29509" y="42590"/>
                </a:lnTo>
                <a:lnTo>
                  <a:pt x="29475" y="42533"/>
                </a:lnTo>
                <a:lnTo>
                  <a:pt x="29418" y="42487"/>
                </a:lnTo>
                <a:lnTo>
                  <a:pt x="29349" y="42465"/>
                </a:lnTo>
                <a:lnTo>
                  <a:pt x="29349" y="40144"/>
                </a:lnTo>
                <a:lnTo>
                  <a:pt x="29395" y="40144"/>
                </a:lnTo>
                <a:lnTo>
                  <a:pt x="29429" y="40121"/>
                </a:lnTo>
                <a:lnTo>
                  <a:pt x="29475" y="40099"/>
                </a:lnTo>
                <a:lnTo>
                  <a:pt x="29497" y="40076"/>
                </a:lnTo>
                <a:lnTo>
                  <a:pt x="29531" y="40030"/>
                </a:lnTo>
                <a:lnTo>
                  <a:pt x="29543" y="39996"/>
                </a:lnTo>
                <a:lnTo>
                  <a:pt x="29554" y="39951"/>
                </a:lnTo>
                <a:lnTo>
                  <a:pt x="29566" y="39905"/>
                </a:lnTo>
                <a:lnTo>
                  <a:pt x="29554" y="39860"/>
                </a:lnTo>
                <a:lnTo>
                  <a:pt x="29543" y="39814"/>
                </a:lnTo>
                <a:lnTo>
                  <a:pt x="31511" y="38677"/>
                </a:lnTo>
                <a:lnTo>
                  <a:pt x="31545" y="38722"/>
                </a:lnTo>
                <a:lnTo>
                  <a:pt x="31590" y="38745"/>
                </a:lnTo>
                <a:lnTo>
                  <a:pt x="31636" y="38768"/>
                </a:lnTo>
                <a:lnTo>
                  <a:pt x="31738" y="38768"/>
                </a:lnTo>
                <a:lnTo>
                  <a:pt x="31795" y="38745"/>
                </a:lnTo>
                <a:lnTo>
                  <a:pt x="31829" y="38711"/>
                </a:lnTo>
                <a:lnTo>
                  <a:pt x="31863" y="38677"/>
                </a:lnTo>
                <a:close/>
                <a:moveTo>
                  <a:pt x="36641" y="38688"/>
                </a:moveTo>
                <a:lnTo>
                  <a:pt x="38552" y="39803"/>
                </a:lnTo>
                <a:lnTo>
                  <a:pt x="38541" y="39848"/>
                </a:lnTo>
                <a:lnTo>
                  <a:pt x="38529" y="39905"/>
                </a:lnTo>
                <a:lnTo>
                  <a:pt x="38541" y="39962"/>
                </a:lnTo>
                <a:lnTo>
                  <a:pt x="38552" y="40008"/>
                </a:lnTo>
                <a:lnTo>
                  <a:pt x="38575" y="40053"/>
                </a:lnTo>
                <a:lnTo>
                  <a:pt x="38609" y="40099"/>
                </a:lnTo>
                <a:lnTo>
                  <a:pt x="38643" y="40121"/>
                </a:lnTo>
                <a:lnTo>
                  <a:pt x="38689" y="40155"/>
                </a:lnTo>
                <a:lnTo>
                  <a:pt x="38734" y="40167"/>
                </a:lnTo>
                <a:lnTo>
                  <a:pt x="38780" y="40178"/>
                </a:lnTo>
                <a:lnTo>
                  <a:pt x="38780" y="42465"/>
                </a:lnTo>
                <a:lnTo>
                  <a:pt x="38746" y="42465"/>
                </a:lnTo>
                <a:lnTo>
                  <a:pt x="38711" y="42476"/>
                </a:lnTo>
                <a:lnTo>
                  <a:pt x="38677" y="42499"/>
                </a:lnTo>
                <a:lnTo>
                  <a:pt x="38643" y="42522"/>
                </a:lnTo>
                <a:lnTo>
                  <a:pt x="38620" y="42556"/>
                </a:lnTo>
                <a:lnTo>
                  <a:pt x="38609" y="42590"/>
                </a:lnTo>
                <a:lnTo>
                  <a:pt x="38598" y="42624"/>
                </a:lnTo>
                <a:lnTo>
                  <a:pt x="38598" y="42669"/>
                </a:lnTo>
                <a:lnTo>
                  <a:pt x="38598" y="42704"/>
                </a:lnTo>
                <a:lnTo>
                  <a:pt x="38609" y="42749"/>
                </a:lnTo>
                <a:lnTo>
                  <a:pt x="36607" y="43898"/>
                </a:lnTo>
                <a:lnTo>
                  <a:pt x="36573" y="43864"/>
                </a:lnTo>
                <a:lnTo>
                  <a:pt x="36527" y="43830"/>
                </a:lnTo>
                <a:lnTo>
                  <a:pt x="36482" y="43818"/>
                </a:lnTo>
                <a:lnTo>
                  <a:pt x="36425" y="43807"/>
                </a:lnTo>
                <a:lnTo>
                  <a:pt x="36379" y="43807"/>
                </a:lnTo>
                <a:lnTo>
                  <a:pt x="36334" y="43830"/>
                </a:lnTo>
                <a:lnTo>
                  <a:pt x="36288" y="43864"/>
                </a:lnTo>
                <a:lnTo>
                  <a:pt x="36254" y="43898"/>
                </a:lnTo>
                <a:lnTo>
                  <a:pt x="34252" y="42738"/>
                </a:lnTo>
                <a:lnTo>
                  <a:pt x="34264" y="42669"/>
                </a:lnTo>
                <a:lnTo>
                  <a:pt x="34264" y="42624"/>
                </a:lnTo>
                <a:lnTo>
                  <a:pt x="34252" y="42590"/>
                </a:lnTo>
                <a:lnTo>
                  <a:pt x="34218" y="42533"/>
                </a:lnTo>
                <a:lnTo>
                  <a:pt x="34161" y="42487"/>
                </a:lnTo>
                <a:lnTo>
                  <a:pt x="34093" y="42465"/>
                </a:lnTo>
                <a:lnTo>
                  <a:pt x="34093" y="40133"/>
                </a:lnTo>
                <a:lnTo>
                  <a:pt x="34127" y="40121"/>
                </a:lnTo>
                <a:lnTo>
                  <a:pt x="34161" y="40110"/>
                </a:lnTo>
                <a:lnTo>
                  <a:pt x="34195" y="40087"/>
                </a:lnTo>
                <a:lnTo>
                  <a:pt x="34230" y="40053"/>
                </a:lnTo>
                <a:lnTo>
                  <a:pt x="34252" y="40030"/>
                </a:lnTo>
                <a:lnTo>
                  <a:pt x="34275" y="39985"/>
                </a:lnTo>
                <a:lnTo>
                  <a:pt x="34286" y="39951"/>
                </a:lnTo>
                <a:lnTo>
                  <a:pt x="34286" y="39905"/>
                </a:lnTo>
                <a:lnTo>
                  <a:pt x="34286" y="39871"/>
                </a:lnTo>
                <a:lnTo>
                  <a:pt x="34275" y="39826"/>
                </a:lnTo>
                <a:lnTo>
                  <a:pt x="36220" y="38699"/>
                </a:lnTo>
                <a:lnTo>
                  <a:pt x="36266" y="38745"/>
                </a:lnTo>
                <a:lnTo>
                  <a:pt x="36311" y="38779"/>
                </a:lnTo>
                <a:lnTo>
                  <a:pt x="36368" y="38802"/>
                </a:lnTo>
                <a:lnTo>
                  <a:pt x="36425" y="38813"/>
                </a:lnTo>
                <a:lnTo>
                  <a:pt x="36493" y="38802"/>
                </a:lnTo>
                <a:lnTo>
                  <a:pt x="36550" y="38779"/>
                </a:lnTo>
                <a:lnTo>
                  <a:pt x="36607" y="38745"/>
                </a:lnTo>
                <a:lnTo>
                  <a:pt x="36641" y="38688"/>
                </a:lnTo>
                <a:close/>
                <a:moveTo>
                  <a:pt x="60291" y="38654"/>
                </a:moveTo>
                <a:lnTo>
                  <a:pt x="62304" y="39826"/>
                </a:lnTo>
                <a:lnTo>
                  <a:pt x="62293" y="39871"/>
                </a:lnTo>
                <a:lnTo>
                  <a:pt x="62293" y="39905"/>
                </a:lnTo>
                <a:lnTo>
                  <a:pt x="62293" y="39951"/>
                </a:lnTo>
                <a:lnTo>
                  <a:pt x="62304" y="39985"/>
                </a:lnTo>
                <a:lnTo>
                  <a:pt x="62327" y="40019"/>
                </a:lnTo>
                <a:lnTo>
                  <a:pt x="62350" y="40053"/>
                </a:lnTo>
                <a:lnTo>
                  <a:pt x="62384" y="40087"/>
                </a:lnTo>
                <a:lnTo>
                  <a:pt x="62406" y="40099"/>
                </a:lnTo>
                <a:lnTo>
                  <a:pt x="62452" y="40121"/>
                </a:lnTo>
                <a:lnTo>
                  <a:pt x="62486" y="40121"/>
                </a:lnTo>
                <a:lnTo>
                  <a:pt x="62486" y="42419"/>
                </a:lnTo>
                <a:lnTo>
                  <a:pt x="62441" y="42419"/>
                </a:lnTo>
                <a:lnTo>
                  <a:pt x="62395" y="42442"/>
                </a:lnTo>
                <a:lnTo>
                  <a:pt x="62361" y="42465"/>
                </a:lnTo>
                <a:lnTo>
                  <a:pt x="62327" y="42499"/>
                </a:lnTo>
                <a:lnTo>
                  <a:pt x="62293" y="42533"/>
                </a:lnTo>
                <a:lnTo>
                  <a:pt x="62281" y="42578"/>
                </a:lnTo>
                <a:lnTo>
                  <a:pt x="62259" y="42613"/>
                </a:lnTo>
                <a:lnTo>
                  <a:pt x="62259" y="42669"/>
                </a:lnTo>
                <a:lnTo>
                  <a:pt x="62270" y="42715"/>
                </a:lnTo>
                <a:lnTo>
                  <a:pt x="62281" y="42760"/>
                </a:lnTo>
                <a:lnTo>
                  <a:pt x="60313" y="43898"/>
                </a:lnTo>
                <a:lnTo>
                  <a:pt x="60279" y="43864"/>
                </a:lnTo>
                <a:lnTo>
                  <a:pt x="60234" y="43830"/>
                </a:lnTo>
                <a:lnTo>
                  <a:pt x="60188" y="43818"/>
                </a:lnTo>
                <a:lnTo>
                  <a:pt x="60143" y="43807"/>
                </a:lnTo>
                <a:lnTo>
                  <a:pt x="60086" y="43818"/>
                </a:lnTo>
                <a:lnTo>
                  <a:pt x="60040" y="43830"/>
                </a:lnTo>
                <a:lnTo>
                  <a:pt x="60006" y="43864"/>
                </a:lnTo>
                <a:lnTo>
                  <a:pt x="59972" y="43898"/>
                </a:lnTo>
                <a:lnTo>
                  <a:pt x="57924" y="42715"/>
                </a:lnTo>
                <a:lnTo>
                  <a:pt x="57936" y="42669"/>
                </a:lnTo>
                <a:lnTo>
                  <a:pt x="57924" y="42613"/>
                </a:lnTo>
                <a:lnTo>
                  <a:pt x="57890" y="42556"/>
                </a:lnTo>
                <a:lnTo>
                  <a:pt x="57845" y="42522"/>
                </a:lnTo>
                <a:lnTo>
                  <a:pt x="57799" y="42499"/>
                </a:lnTo>
                <a:lnTo>
                  <a:pt x="57799" y="40178"/>
                </a:lnTo>
                <a:lnTo>
                  <a:pt x="57845" y="40167"/>
                </a:lnTo>
                <a:lnTo>
                  <a:pt x="57890" y="40144"/>
                </a:lnTo>
                <a:lnTo>
                  <a:pt x="57936" y="40121"/>
                </a:lnTo>
                <a:lnTo>
                  <a:pt x="57970" y="40087"/>
                </a:lnTo>
                <a:lnTo>
                  <a:pt x="57993" y="40053"/>
                </a:lnTo>
                <a:lnTo>
                  <a:pt x="58015" y="40008"/>
                </a:lnTo>
                <a:lnTo>
                  <a:pt x="58038" y="39962"/>
                </a:lnTo>
                <a:lnTo>
                  <a:pt x="58038" y="39905"/>
                </a:lnTo>
                <a:lnTo>
                  <a:pt x="58027" y="39848"/>
                </a:lnTo>
                <a:lnTo>
                  <a:pt x="58015" y="39803"/>
                </a:lnTo>
                <a:lnTo>
                  <a:pt x="59995" y="38654"/>
                </a:lnTo>
                <a:lnTo>
                  <a:pt x="60029" y="38688"/>
                </a:lnTo>
                <a:lnTo>
                  <a:pt x="60063" y="38711"/>
                </a:lnTo>
                <a:lnTo>
                  <a:pt x="60097" y="38734"/>
                </a:lnTo>
                <a:lnTo>
                  <a:pt x="60188" y="38734"/>
                </a:lnTo>
                <a:lnTo>
                  <a:pt x="60222" y="38711"/>
                </a:lnTo>
                <a:lnTo>
                  <a:pt x="60256" y="38688"/>
                </a:lnTo>
                <a:lnTo>
                  <a:pt x="60291" y="38654"/>
                </a:lnTo>
                <a:close/>
                <a:moveTo>
                  <a:pt x="74510" y="38654"/>
                </a:moveTo>
                <a:lnTo>
                  <a:pt x="76546" y="39837"/>
                </a:lnTo>
                <a:lnTo>
                  <a:pt x="76546" y="39871"/>
                </a:lnTo>
                <a:lnTo>
                  <a:pt x="76535" y="39905"/>
                </a:lnTo>
                <a:lnTo>
                  <a:pt x="76546" y="39951"/>
                </a:lnTo>
                <a:lnTo>
                  <a:pt x="76546" y="39985"/>
                </a:lnTo>
                <a:lnTo>
                  <a:pt x="76592" y="40042"/>
                </a:lnTo>
                <a:lnTo>
                  <a:pt x="76648" y="40076"/>
                </a:lnTo>
                <a:lnTo>
                  <a:pt x="76717" y="40099"/>
                </a:lnTo>
                <a:lnTo>
                  <a:pt x="76717" y="42465"/>
                </a:lnTo>
                <a:lnTo>
                  <a:pt x="76671" y="42476"/>
                </a:lnTo>
                <a:lnTo>
                  <a:pt x="76637" y="42487"/>
                </a:lnTo>
                <a:lnTo>
                  <a:pt x="76580" y="42533"/>
                </a:lnTo>
                <a:lnTo>
                  <a:pt x="76557" y="42556"/>
                </a:lnTo>
                <a:lnTo>
                  <a:pt x="76546" y="42590"/>
                </a:lnTo>
                <a:lnTo>
                  <a:pt x="76535" y="42624"/>
                </a:lnTo>
                <a:lnTo>
                  <a:pt x="76523" y="42669"/>
                </a:lnTo>
                <a:lnTo>
                  <a:pt x="76535" y="42704"/>
                </a:lnTo>
                <a:lnTo>
                  <a:pt x="76546" y="42738"/>
                </a:lnTo>
                <a:lnTo>
                  <a:pt x="74544" y="43898"/>
                </a:lnTo>
                <a:lnTo>
                  <a:pt x="74510" y="43852"/>
                </a:lnTo>
                <a:lnTo>
                  <a:pt x="74464" y="43818"/>
                </a:lnTo>
                <a:lnTo>
                  <a:pt x="74419" y="43807"/>
                </a:lnTo>
                <a:lnTo>
                  <a:pt x="74362" y="43796"/>
                </a:lnTo>
                <a:lnTo>
                  <a:pt x="74305" y="43796"/>
                </a:lnTo>
                <a:lnTo>
                  <a:pt x="74260" y="43818"/>
                </a:lnTo>
                <a:lnTo>
                  <a:pt x="74214" y="43852"/>
                </a:lnTo>
                <a:lnTo>
                  <a:pt x="74180" y="43887"/>
                </a:lnTo>
                <a:lnTo>
                  <a:pt x="72189" y="42749"/>
                </a:lnTo>
                <a:lnTo>
                  <a:pt x="72201" y="42704"/>
                </a:lnTo>
                <a:lnTo>
                  <a:pt x="72212" y="42669"/>
                </a:lnTo>
                <a:lnTo>
                  <a:pt x="72201" y="42624"/>
                </a:lnTo>
                <a:lnTo>
                  <a:pt x="72189" y="42590"/>
                </a:lnTo>
                <a:lnTo>
                  <a:pt x="72178" y="42556"/>
                </a:lnTo>
                <a:lnTo>
                  <a:pt x="72155" y="42522"/>
                </a:lnTo>
                <a:lnTo>
                  <a:pt x="72121" y="42499"/>
                </a:lnTo>
                <a:lnTo>
                  <a:pt x="72087" y="42476"/>
                </a:lnTo>
                <a:lnTo>
                  <a:pt x="72053" y="42453"/>
                </a:lnTo>
                <a:lnTo>
                  <a:pt x="72019" y="42453"/>
                </a:lnTo>
                <a:lnTo>
                  <a:pt x="72019" y="40178"/>
                </a:lnTo>
                <a:lnTo>
                  <a:pt x="72064" y="40167"/>
                </a:lnTo>
                <a:lnTo>
                  <a:pt x="72110" y="40144"/>
                </a:lnTo>
                <a:lnTo>
                  <a:pt x="72155" y="40121"/>
                </a:lnTo>
                <a:lnTo>
                  <a:pt x="72189" y="40087"/>
                </a:lnTo>
                <a:lnTo>
                  <a:pt x="72223" y="40053"/>
                </a:lnTo>
                <a:lnTo>
                  <a:pt x="72246" y="40008"/>
                </a:lnTo>
                <a:lnTo>
                  <a:pt x="72257" y="39962"/>
                </a:lnTo>
                <a:lnTo>
                  <a:pt x="72257" y="39905"/>
                </a:lnTo>
                <a:lnTo>
                  <a:pt x="72257" y="39848"/>
                </a:lnTo>
                <a:lnTo>
                  <a:pt x="72235" y="39803"/>
                </a:lnTo>
                <a:lnTo>
                  <a:pt x="74214" y="38665"/>
                </a:lnTo>
                <a:lnTo>
                  <a:pt x="74237" y="38699"/>
                </a:lnTo>
                <a:lnTo>
                  <a:pt x="74271" y="38722"/>
                </a:lnTo>
                <a:lnTo>
                  <a:pt x="74316" y="38734"/>
                </a:lnTo>
                <a:lnTo>
                  <a:pt x="74362" y="38745"/>
                </a:lnTo>
                <a:lnTo>
                  <a:pt x="74407" y="38734"/>
                </a:lnTo>
                <a:lnTo>
                  <a:pt x="74442" y="38722"/>
                </a:lnTo>
                <a:lnTo>
                  <a:pt x="74487" y="38688"/>
                </a:lnTo>
                <a:lnTo>
                  <a:pt x="74510" y="38654"/>
                </a:lnTo>
                <a:close/>
                <a:moveTo>
                  <a:pt x="8146" y="38665"/>
                </a:moveTo>
                <a:lnTo>
                  <a:pt x="10148" y="39826"/>
                </a:lnTo>
                <a:lnTo>
                  <a:pt x="10136" y="39860"/>
                </a:lnTo>
                <a:lnTo>
                  <a:pt x="10136" y="39905"/>
                </a:lnTo>
                <a:lnTo>
                  <a:pt x="10136" y="39951"/>
                </a:lnTo>
                <a:lnTo>
                  <a:pt x="10148" y="39996"/>
                </a:lnTo>
                <a:lnTo>
                  <a:pt x="10171" y="40030"/>
                </a:lnTo>
                <a:lnTo>
                  <a:pt x="10193" y="40064"/>
                </a:lnTo>
                <a:lnTo>
                  <a:pt x="10227" y="40087"/>
                </a:lnTo>
                <a:lnTo>
                  <a:pt x="10262" y="40110"/>
                </a:lnTo>
                <a:lnTo>
                  <a:pt x="10296" y="40121"/>
                </a:lnTo>
                <a:lnTo>
                  <a:pt x="10341" y="40133"/>
                </a:lnTo>
                <a:lnTo>
                  <a:pt x="10341" y="42476"/>
                </a:lnTo>
                <a:lnTo>
                  <a:pt x="10273" y="42499"/>
                </a:lnTo>
                <a:lnTo>
                  <a:pt x="10216" y="42544"/>
                </a:lnTo>
                <a:lnTo>
                  <a:pt x="10182" y="42601"/>
                </a:lnTo>
                <a:lnTo>
                  <a:pt x="10171" y="42669"/>
                </a:lnTo>
                <a:lnTo>
                  <a:pt x="10182" y="42726"/>
                </a:lnTo>
                <a:lnTo>
                  <a:pt x="8134" y="43909"/>
                </a:lnTo>
                <a:lnTo>
                  <a:pt x="8112" y="43887"/>
                </a:lnTo>
                <a:lnTo>
                  <a:pt x="8077" y="43852"/>
                </a:lnTo>
                <a:lnTo>
                  <a:pt x="8032" y="43841"/>
                </a:lnTo>
                <a:lnTo>
                  <a:pt x="7941" y="43841"/>
                </a:lnTo>
                <a:lnTo>
                  <a:pt x="7907" y="43852"/>
                </a:lnTo>
                <a:lnTo>
                  <a:pt x="7873" y="43887"/>
                </a:lnTo>
                <a:lnTo>
                  <a:pt x="7839" y="43909"/>
                </a:lnTo>
                <a:lnTo>
                  <a:pt x="5848" y="42760"/>
                </a:lnTo>
                <a:lnTo>
                  <a:pt x="5871" y="42715"/>
                </a:lnTo>
                <a:lnTo>
                  <a:pt x="5871" y="42669"/>
                </a:lnTo>
                <a:lnTo>
                  <a:pt x="5871" y="42624"/>
                </a:lnTo>
                <a:lnTo>
                  <a:pt x="5848" y="42578"/>
                </a:lnTo>
                <a:lnTo>
                  <a:pt x="5837" y="42533"/>
                </a:lnTo>
                <a:lnTo>
                  <a:pt x="5802" y="42499"/>
                </a:lnTo>
                <a:lnTo>
                  <a:pt x="5768" y="42465"/>
                </a:lnTo>
                <a:lnTo>
                  <a:pt x="5734" y="42442"/>
                </a:lnTo>
                <a:lnTo>
                  <a:pt x="5689" y="42431"/>
                </a:lnTo>
                <a:lnTo>
                  <a:pt x="5643" y="42419"/>
                </a:lnTo>
                <a:lnTo>
                  <a:pt x="5643" y="40121"/>
                </a:lnTo>
                <a:lnTo>
                  <a:pt x="5689" y="40121"/>
                </a:lnTo>
                <a:lnTo>
                  <a:pt x="5723" y="40099"/>
                </a:lnTo>
                <a:lnTo>
                  <a:pt x="5757" y="40076"/>
                </a:lnTo>
                <a:lnTo>
                  <a:pt x="5780" y="40053"/>
                </a:lnTo>
                <a:lnTo>
                  <a:pt x="5802" y="40019"/>
                </a:lnTo>
                <a:lnTo>
                  <a:pt x="5825" y="39985"/>
                </a:lnTo>
                <a:lnTo>
                  <a:pt x="5837" y="39951"/>
                </a:lnTo>
                <a:lnTo>
                  <a:pt x="5837" y="39905"/>
                </a:lnTo>
                <a:lnTo>
                  <a:pt x="5837" y="39871"/>
                </a:lnTo>
                <a:lnTo>
                  <a:pt x="5825" y="39826"/>
                </a:lnTo>
                <a:lnTo>
                  <a:pt x="7827" y="38665"/>
                </a:lnTo>
                <a:lnTo>
                  <a:pt x="7861" y="38699"/>
                </a:lnTo>
                <a:lnTo>
                  <a:pt x="7895" y="38734"/>
                </a:lnTo>
                <a:lnTo>
                  <a:pt x="7941" y="38745"/>
                </a:lnTo>
                <a:lnTo>
                  <a:pt x="7986" y="38756"/>
                </a:lnTo>
                <a:lnTo>
                  <a:pt x="8032" y="38745"/>
                </a:lnTo>
                <a:lnTo>
                  <a:pt x="8077" y="38734"/>
                </a:lnTo>
                <a:lnTo>
                  <a:pt x="8123" y="38699"/>
                </a:lnTo>
                <a:lnTo>
                  <a:pt x="8146" y="38665"/>
                </a:lnTo>
                <a:close/>
                <a:moveTo>
                  <a:pt x="50803" y="38654"/>
                </a:moveTo>
                <a:lnTo>
                  <a:pt x="52828" y="39826"/>
                </a:lnTo>
                <a:lnTo>
                  <a:pt x="52817" y="39871"/>
                </a:lnTo>
                <a:lnTo>
                  <a:pt x="52817" y="39905"/>
                </a:lnTo>
                <a:lnTo>
                  <a:pt x="52817" y="39951"/>
                </a:lnTo>
                <a:lnTo>
                  <a:pt x="52828" y="39985"/>
                </a:lnTo>
                <a:lnTo>
                  <a:pt x="52851" y="40019"/>
                </a:lnTo>
                <a:lnTo>
                  <a:pt x="52874" y="40053"/>
                </a:lnTo>
                <a:lnTo>
                  <a:pt x="52897" y="40076"/>
                </a:lnTo>
                <a:lnTo>
                  <a:pt x="52931" y="40099"/>
                </a:lnTo>
                <a:lnTo>
                  <a:pt x="52965" y="40110"/>
                </a:lnTo>
                <a:lnTo>
                  <a:pt x="53010" y="40110"/>
                </a:lnTo>
                <a:lnTo>
                  <a:pt x="53010" y="42396"/>
                </a:lnTo>
                <a:lnTo>
                  <a:pt x="52953" y="42408"/>
                </a:lnTo>
                <a:lnTo>
                  <a:pt x="52908" y="42431"/>
                </a:lnTo>
                <a:lnTo>
                  <a:pt x="52862" y="42453"/>
                </a:lnTo>
                <a:lnTo>
                  <a:pt x="52828" y="42487"/>
                </a:lnTo>
                <a:lnTo>
                  <a:pt x="52794" y="42522"/>
                </a:lnTo>
                <a:lnTo>
                  <a:pt x="52771" y="42567"/>
                </a:lnTo>
                <a:lnTo>
                  <a:pt x="52760" y="42613"/>
                </a:lnTo>
                <a:lnTo>
                  <a:pt x="52749" y="42669"/>
                </a:lnTo>
                <a:lnTo>
                  <a:pt x="52760" y="42726"/>
                </a:lnTo>
                <a:lnTo>
                  <a:pt x="52783" y="42772"/>
                </a:lnTo>
                <a:lnTo>
                  <a:pt x="50803" y="43909"/>
                </a:lnTo>
                <a:lnTo>
                  <a:pt x="50769" y="43875"/>
                </a:lnTo>
                <a:lnTo>
                  <a:pt x="50735" y="43852"/>
                </a:lnTo>
                <a:lnTo>
                  <a:pt x="50701" y="43841"/>
                </a:lnTo>
                <a:lnTo>
                  <a:pt x="50644" y="43830"/>
                </a:lnTo>
                <a:lnTo>
                  <a:pt x="50610" y="43841"/>
                </a:lnTo>
                <a:lnTo>
                  <a:pt x="50565" y="43852"/>
                </a:lnTo>
                <a:lnTo>
                  <a:pt x="50530" y="43875"/>
                </a:lnTo>
                <a:lnTo>
                  <a:pt x="50496" y="43909"/>
                </a:lnTo>
                <a:lnTo>
                  <a:pt x="48483" y="42738"/>
                </a:lnTo>
                <a:lnTo>
                  <a:pt x="48494" y="42704"/>
                </a:lnTo>
                <a:lnTo>
                  <a:pt x="48494" y="42669"/>
                </a:lnTo>
                <a:lnTo>
                  <a:pt x="48494" y="42624"/>
                </a:lnTo>
                <a:lnTo>
                  <a:pt x="48483" y="42590"/>
                </a:lnTo>
                <a:lnTo>
                  <a:pt x="48437" y="42522"/>
                </a:lnTo>
                <a:lnTo>
                  <a:pt x="48381" y="42476"/>
                </a:lnTo>
                <a:lnTo>
                  <a:pt x="48346" y="42465"/>
                </a:lnTo>
                <a:lnTo>
                  <a:pt x="48312" y="42453"/>
                </a:lnTo>
                <a:lnTo>
                  <a:pt x="48312" y="40099"/>
                </a:lnTo>
                <a:lnTo>
                  <a:pt x="48381" y="40076"/>
                </a:lnTo>
                <a:lnTo>
                  <a:pt x="48426" y="40030"/>
                </a:lnTo>
                <a:lnTo>
                  <a:pt x="48460" y="39973"/>
                </a:lnTo>
                <a:lnTo>
                  <a:pt x="48472" y="39905"/>
                </a:lnTo>
                <a:lnTo>
                  <a:pt x="48460" y="39848"/>
                </a:lnTo>
                <a:lnTo>
                  <a:pt x="50508" y="38665"/>
                </a:lnTo>
                <a:lnTo>
                  <a:pt x="50530" y="38699"/>
                </a:lnTo>
                <a:lnTo>
                  <a:pt x="50565" y="38722"/>
                </a:lnTo>
                <a:lnTo>
                  <a:pt x="50610" y="38734"/>
                </a:lnTo>
                <a:lnTo>
                  <a:pt x="50644" y="38745"/>
                </a:lnTo>
                <a:lnTo>
                  <a:pt x="50701" y="38734"/>
                </a:lnTo>
                <a:lnTo>
                  <a:pt x="50735" y="38722"/>
                </a:lnTo>
                <a:lnTo>
                  <a:pt x="50769" y="38688"/>
                </a:lnTo>
                <a:lnTo>
                  <a:pt x="50803" y="38654"/>
                </a:lnTo>
                <a:close/>
                <a:moveTo>
                  <a:pt x="65034" y="38665"/>
                </a:moveTo>
                <a:lnTo>
                  <a:pt x="67048" y="39826"/>
                </a:lnTo>
                <a:lnTo>
                  <a:pt x="67025" y="39860"/>
                </a:lnTo>
                <a:lnTo>
                  <a:pt x="67025" y="39905"/>
                </a:lnTo>
                <a:lnTo>
                  <a:pt x="67025" y="39951"/>
                </a:lnTo>
                <a:lnTo>
                  <a:pt x="67036" y="39996"/>
                </a:lnTo>
                <a:lnTo>
                  <a:pt x="67059" y="40030"/>
                </a:lnTo>
                <a:lnTo>
                  <a:pt x="67082" y="40064"/>
                </a:lnTo>
                <a:lnTo>
                  <a:pt x="67116" y="40087"/>
                </a:lnTo>
                <a:lnTo>
                  <a:pt x="67150" y="40110"/>
                </a:lnTo>
                <a:lnTo>
                  <a:pt x="67184" y="40121"/>
                </a:lnTo>
                <a:lnTo>
                  <a:pt x="67230" y="40133"/>
                </a:lnTo>
                <a:lnTo>
                  <a:pt x="67230" y="42476"/>
                </a:lnTo>
                <a:lnTo>
                  <a:pt x="67161" y="42499"/>
                </a:lnTo>
                <a:lnTo>
                  <a:pt x="67116" y="42544"/>
                </a:lnTo>
                <a:lnTo>
                  <a:pt x="67070" y="42601"/>
                </a:lnTo>
                <a:lnTo>
                  <a:pt x="67059" y="42669"/>
                </a:lnTo>
                <a:lnTo>
                  <a:pt x="67070" y="42726"/>
                </a:lnTo>
                <a:lnTo>
                  <a:pt x="65023" y="43909"/>
                </a:lnTo>
                <a:lnTo>
                  <a:pt x="65000" y="43887"/>
                </a:lnTo>
                <a:lnTo>
                  <a:pt x="64966" y="43852"/>
                </a:lnTo>
                <a:lnTo>
                  <a:pt x="64920" y="43841"/>
                </a:lnTo>
                <a:lnTo>
                  <a:pt x="64841" y="43841"/>
                </a:lnTo>
                <a:lnTo>
                  <a:pt x="64795" y="43852"/>
                </a:lnTo>
                <a:lnTo>
                  <a:pt x="64761" y="43887"/>
                </a:lnTo>
                <a:lnTo>
                  <a:pt x="64738" y="43909"/>
                </a:lnTo>
                <a:lnTo>
                  <a:pt x="62748" y="42760"/>
                </a:lnTo>
                <a:lnTo>
                  <a:pt x="62759" y="42715"/>
                </a:lnTo>
                <a:lnTo>
                  <a:pt x="62759" y="42669"/>
                </a:lnTo>
                <a:lnTo>
                  <a:pt x="62759" y="42624"/>
                </a:lnTo>
                <a:lnTo>
                  <a:pt x="62748" y="42578"/>
                </a:lnTo>
                <a:lnTo>
                  <a:pt x="62725" y="42533"/>
                </a:lnTo>
                <a:lnTo>
                  <a:pt x="62691" y="42499"/>
                </a:lnTo>
                <a:lnTo>
                  <a:pt x="62668" y="42465"/>
                </a:lnTo>
                <a:lnTo>
                  <a:pt x="62623" y="42442"/>
                </a:lnTo>
                <a:lnTo>
                  <a:pt x="62577" y="42431"/>
                </a:lnTo>
                <a:lnTo>
                  <a:pt x="62532" y="42419"/>
                </a:lnTo>
                <a:lnTo>
                  <a:pt x="62532" y="40121"/>
                </a:lnTo>
                <a:lnTo>
                  <a:pt x="62577" y="40121"/>
                </a:lnTo>
                <a:lnTo>
                  <a:pt x="62611" y="40099"/>
                </a:lnTo>
                <a:lnTo>
                  <a:pt x="62645" y="40076"/>
                </a:lnTo>
                <a:lnTo>
                  <a:pt x="62668" y="40053"/>
                </a:lnTo>
                <a:lnTo>
                  <a:pt x="62702" y="40019"/>
                </a:lnTo>
                <a:lnTo>
                  <a:pt x="62714" y="39985"/>
                </a:lnTo>
                <a:lnTo>
                  <a:pt x="62725" y="39951"/>
                </a:lnTo>
                <a:lnTo>
                  <a:pt x="62725" y="39905"/>
                </a:lnTo>
                <a:lnTo>
                  <a:pt x="62725" y="39871"/>
                </a:lnTo>
                <a:lnTo>
                  <a:pt x="62714" y="39826"/>
                </a:lnTo>
                <a:lnTo>
                  <a:pt x="64727" y="38665"/>
                </a:lnTo>
                <a:lnTo>
                  <a:pt x="64750" y="38699"/>
                </a:lnTo>
                <a:lnTo>
                  <a:pt x="64795" y="38734"/>
                </a:lnTo>
                <a:lnTo>
                  <a:pt x="64829" y="38745"/>
                </a:lnTo>
                <a:lnTo>
                  <a:pt x="64886" y="38756"/>
                </a:lnTo>
                <a:lnTo>
                  <a:pt x="64932" y="38745"/>
                </a:lnTo>
                <a:lnTo>
                  <a:pt x="64977" y="38734"/>
                </a:lnTo>
                <a:lnTo>
                  <a:pt x="65011" y="38699"/>
                </a:lnTo>
                <a:lnTo>
                  <a:pt x="65034" y="38665"/>
                </a:lnTo>
                <a:close/>
                <a:moveTo>
                  <a:pt x="12958" y="38699"/>
                </a:moveTo>
                <a:lnTo>
                  <a:pt x="14857" y="39803"/>
                </a:lnTo>
                <a:lnTo>
                  <a:pt x="14834" y="39848"/>
                </a:lnTo>
                <a:lnTo>
                  <a:pt x="14834" y="39905"/>
                </a:lnTo>
                <a:lnTo>
                  <a:pt x="14834" y="39962"/>
                </a:lnTo>
                <a:lnTo>
                  <a:pt x="14846" y="40008"/>
                </a:lnTo>
                <a:lnTo>
                  <a:pt x="14869" y="40053"/>
                </a:lnTo>
                <a:lnTo>
                  <a:pt x="14903" y="40099"/>
                </a:lnTo>
                <a:lnTo>
                  <a:pt x="14937" y="40121"/>
                </a:lnTo>
                <a:lnTo>
                  <a:pt x="14982" y="40155"/>
                </a:lnTo>
                <a:lnTo>
                  <a:pt x="15028" y="40167"/>
                </a:lnTo>
                <a:lnTo>
                  <a:pt x="15085" y="40178"/>
                </a:lnTo>
                <a:lnTo>
                  <a:pt x="15085" y="42453"/>
                </a:lnTo>
                <a:lnTo>
                  <a:pt x="15039" y="42453"/>
                </a:lnTo>
                <a:lnTo>
                  <a:pt x="15005" y="42476"/>
                </a:lnTo>
                <a:lnTo>
                  <a:pt x="14971" y="42487"/>
                </a:lnTo>
                <a:lnTo>
                  <a:pt x="14937" y="42522"/>
                </a:lnTo>
                <a:lnTo>
                  <a:pt x="14914" y="42556"/>
                </a:lnTo>
                <a:lnTo>
                  <a:pt x="14891" y="42590"/>
                </a:lnTo>
                <a:lnTo>
                  <a:pt x="14880" y="42624"/>
                </a:lnTo>
                <a:lnTo>
                  <a:pt x="14880" y="42669"/>
                </a:lnTo>
                <a:lnTo>
                  <a:pt x="14880" y="42704"/>
                </a:lnTo>
                <a:lnTo>
                  <a:pt x="14891" y="42749"/>
                </a:lnTo>
                <a:lnTo>
                  <a:pt x="12878" y="43921"/>
                </a:lnTo>
                <a:lnTo>
                  <a:pt x="12844" y="43887"/>
                </a:lnTo>
                <a:lnTo>
                  <a:pt x="12810" y="43864"/>
                </a:lnTo>
                <a:lnTo>
                  <a:pt x="12776" y="43841"/>
                </a:lnTo>
                <a:lnTo>
                  <a:pt x="12685" y="43841"/>
                </a:lnTo>
                <a:lnTo>
                  <a:pt x="12650" y="43864"/>
                </a:lnTo>
                <a:lnTo>
                  <a:pt x="12616" y="43887"/>
                </a:lnTo>
                <a:lnTo>
                  <a:pt x="12582" y="43909"/>
                </a:lnTo>
                <a:lnTo>
                  <a:pt x="10535" y="42726"/>
                </a:lnTo>
                <a:lnTo>
                  <a:pt x="10546" y="42669"/>
                </a:lnTo>
                <a:lnTo>
                  <a:pt x="10535" y="42601"/>
                </a:lnTo>
                <a:lnTo>
                  <a:pt x="10500" y="42544"/>
                </a:lnTo>
                <a:lnTo>
                  <a:pt x="10444" y="42499"/>
                </a:lnTo>
                <a:lnTo>
                  <a:pt x="10387" y="42476"/>
                </a:lnTo>
                <a:lnTo>
                  <a:pt x="10387" y="40133"/>
                </a:lnTo>
                <a:lnTo>
                  <a:pt x="10421" y="40121"/>
                </a:lnTo>
                <a:lnTo>
                  <a:pt x="10466" y="40110"/>
                </a:lnTo>
                <a:lnTo>
                  <a:pt x="10500" y="40087"/>
                </a:lnTo>
                <a:lnTo>
                  <a:pt x="10523" y="40053"/>
                </a:lnTo>
                <a:lnTo>
                  <a:pt x="10546" y="40030"/>
                </a:lnTo>
                <a:lnTo>
                  <a:pt x="10569" y="39985"/>
                </a:lnTo>
                <a:lnTo>
                  <a:pt x="10580" y="39951"/>
                </a:lnTo>
                <a:lnTo>
                  <a:pt x="10580" y="39905"/>
                </a:lnTo>
                <a:lnTo>
                  <a:pt x="10580" y="39871"/>
                </a:lnTo>
                <a:lnTo>
                  <a:pt x="10569" y="39826"/>
                </a:lnTo>
                <a:lnTo>
                  <a:pt x="12503" y="38711"/>
                </a:lnTo>
                <a:lnTo>
                  <a:pt x="12548" y="38756"/>
                </a:lnTo>
                <a:lnTo>
                  <a:pt x="12605" y="38790"/>
                </a:lnTo>
                <a:lnTo>
                  <a:pt x="12662" y="38825"/>
                </a:lnTo>
                <a:lnTo>
                  <a:pt x="12798" y="38825"/>
                </a:lnTo>
                <a:lnTo>
                  <a:pt x="12855" y="38790"/>
                </a:lnTo>
                <a:lnTo>
                  <a:pt x="12912" y="38756"/>
                </a:lnTo>
                <a:lnTo>
                  <a:pt x="12958" y="38699"/>
                </a:lnTo>
                <a:close/>
                <a:moveTo>
                  <a:pt x="27131" y="38677"/>
                </a:moveTo>
                <a:lnTo>
                  <a:pt x="29099" y="39814"/>
                </a:lnTo>
                <a:lnTo>
                  <a:pt x="29076" y="39860"/>
                </a:lnTo>
                <a:lnTo>
                  <a:pt x="29076" y="39905"/>
                </a:lnTo>
                <a:lnTo>
                  <a:pt x="29076" y="39951"/>
                </a:lnTo>
                <a:lnTo>
                  <a:pt x="29088" y="39996"/>
                </a:lnTo>
                <a:lnTo>
                  <a:pt x="29111" y="40042"/>
                </a:lnTo>
                <a:lnTo>
                  <a:pt x="29145" y="40076"/>
                </a:lnTo>
                <a:lnTo>
                  <a:pt x="29179" y="40099"/>
                </a:lnTo>
                <a:lnTo>
                  <a:pt x="29213" y="40133"/>
                </a:lnTo>
                <a:lnTo>
                  <a:pt x="29258" y="40144"/>
                </a:lnTo>
                <a:lnTo>
                  <a:pt x="29304" y="40155"/>
                </a:lnTo>
                <a:lnTo>
                  <a:pt x="29304" y="42465"/>
                </a:lnTo>
                <a:lnTo>
                  <a:pt x="29258" y="42465"/>
                </a:lnTo>
                <a:lnTo>
                  <a:pt x="29224" y="42487"/>
                </a:lnTo>
                <a:lnTo>
                  <a:pt x="29202" y="42499"/>
                </a:lnTo>
                <a:lnTo>
                  <a:pt x="29167" y="42522"/>
                </a:lnTo>
                <a:lnTo>
                  <a:pt x="29145" y="42556"/>
                </a:lnTo>
                <a:lnTo>
                  <a:pt x="29133" y="42590"/>
                </a:lnTo>
                <a:lnTo>
                  <a:pt x="29122" y="42624"/>
                </a:lnTo>
                <a:lnTo>
                  <a:pt x="29111" y="42669"/>
                </a:lnTo>
                <a:lnTo>
                  <a:pt x="29122" y="42704"/>
                </a:lnTo>
                <a:lnTo>
                  <a:pt x="29133" y="42738"/>
                </a:lnTo>
                <a:lnTo>
                  <a:pt x="27086" y="43921"/>
                </a:lnTo>
                <a:lnTo>
                  <a:pt x="27063" y="43887"/>
                </a:lnTo>
                <a:lnTo>
                  <a:pt x="27029" y="43864"/>
                </a:lnTo>
                <a:lnTo>
                  <a:pt x="26995" y="43852"/>
                </a:lnTo>
                <a:lnTo>
                  <a:pt x="26949" y="43841"/>
                </a:lnTo>
                <a:lnTo>
                  <a:pt x="26904" y="43852"/>
                </a:lnTo>
                <a:lnTo>
                  <a:pt x="26870" y="43864"/>
                </a:lnTo>
                <a:lnTo>
                  <a:pt x="26836" y="43887"/>
                </a:lnTo>
                <a:lnTo>
                  <a:pt x="26813" y="43921"/>
                </a:lnTo>
                <a:lnTo>
                  <a:pt x="24811" y="42760"/>
                </a:lnTo>
                <a:lnTo>
                  <a:pt x="24822" y="42715"/>
                </a:lnTo>
                <a:lnTo>
                  <a:pt x="24822" y="42669"/>
                </a:lnTo>
                <a:lnTo>
                  <a:pt x="24822" y="42624"/>
                </a:lnTo>
                <a:lnTo>
                  <a:pt x="24811" y="42578"/>
                </a:lnTo>
                <a:lnTo>
                  <a:pt x="24788" y="42533"/>
                </a:lnTo>
                <a:lnTo>
                  <a:pt x="24765" y="42499"/>
                </a:lnTo>
                <a:lnTo>
                  <a:pt x="24731" y="42465"/>
                </a:lnTo>
                <a:lnTo>
                  <a:pt x="24697" y="42442"/>
                </a:lnTo>
                <a:lnTo>
                  <a:pt x="24651" y="42431"/>
                </a:lnTo>
                <a:lnTo>
                  <a:pt x="24606" y="42419"/>
                </a:lnTo>
                <a:lnTo>
                  <a:pt x="24606" y="40087"/>
                </a:lnTo>
                <a:lnTo>
                  <a:pt x="24663" y="40064"/>
                </a:lnTo>
                <a:lnTo>
                  <a:pt x="24708" y="40019"/>
                </a:lnTo>
                <a:lnTo>
                  <a:pt x="24742" y="39973"/>
                </a:lnTo>
                <a:lnTo>
                  <a:pt x="24754" y="39905"/>
                </a:lnTo>
                <a:lnTo>
                  <a:pt x="24742" y="39848"/>
                </a:lnTo>
                <a:lnTo>
                  <a:pt x="26767" y="38688"/>
                </a:lnTo>
                <a:lnTo>
                  <a:pt x="26801" y="38722"/>
                </a:lnTo>
                <a:lnTo>
                  <a:pt x="26847" y="38756"/>
                </a:lnTo>
                <a:lnTo>
                  <a:pt x="26892" y="38768"/>
                </a:lnTo>
                <a:lnTo>
                  <a:pt x="26949" y="38779"/>
                </a:lnTo>
                <a:lnTo>
                  <a:pt x="27006" y="38768"/>
                </a:lnTo>
                <a:lnTo>
                  <a:pt x="27052" y="38756"/>
                </a:lnTo>
                <a:lnTo>
                  <a:pt x="27097" y="38722"/>
                </a:lnTo>
                <a:lnTo>
                  <a:pt x="27131" y="38677"/>
                </a:lnTo>
                <a:close/>
                <a:moveTo>
                  <a:pt x="55593" y="38688"/>
                </a:moveTo>
                <a:lnTo>
                  <a:pt x="57526" y="39803"/>
                </a:lnTo>
                <a:lnTo>
                  <a:pt x="57504" y="39848"/>
                </a:lnTo>
                <a:lnTo>
                  <a:pt x="57504" y="39905"/>
                </a:lnTo>
                <a:lnTo>
                  <a:pt x="57504" y="39962"/>
                </a:lnTo>
                <a:lnTo>
                  <a:pt x="57526" y="40008"/>
                </a:lnTo>
                <a:lnTo>
                  <a:pt x="57549" y="40053"/>
                </a:lnTo>
                <a:lnTo>
                  <a:pt x="57572" y="40087"/>
                </a:lnTo>
                <a:lnTo>
                  <a:pt x="57606" y="40121"/>
                </a:lnTo>
                <a:lnTo>
                  <a:pt x="57651" y="40144"/>
                </a:lnTo>
                <a:lnTo>
                  <a:pt x="57697" y="40167"/>
                </a:lnTo>
                <a:lnTo>
                  <a:pt x="57754" y="40178"/>
                </a:lnTo>
                <a:lnTo>
                  <a:pt x="57754" y="42499"/>
                </a:lnTo>
                <a:lnTo>
                  <a:pt x="57697" y="42522"/>
                </a:lnTo>
                <a:lnTo>
                  <a:pt x="57651" y="42556"/>
                </a:lnTo>
                <a:lnTo>
                  <a:pt x="57617" y="42613"/>
                </a:lnTo>
                <a:lnTo>
                  <a:pt x="57606" y="42669"/>
                </a:lnTo>
                <a:lnTo>
                  <a:pt x="57617" y="42715"/>
                </a:lnTo>
                <a:lnTo>
                  <a:pt x="55524" y="43921"/>
                </a:lnTo>
                <a:lnTo>
                  <a:pt x="55502" y="43898"/>
                </a:lnTo>
                <a:lnTo>
                  <a:pt x="55467" y="43875"/>
                </a:lnTo>
                <a:lnTo>
                  <a:pt x="55433" y="43852"/>
                </a:lnTo>
                <a:lnTo>
                  <a:pt x="55354" y="43852"/>
                </a:lnTo>
                <a:lnTo>
                  <a:pt x="55320" y="43864"/>
                </a:lnTo>
                <a:lnTo>
                  <a:pt x="55285" y="43887"/>
                </a:lnTo>
                <a:lnTo>
                  <a:pt x="55263" y="43921"/>
                </a:lnTo>
                <a:lnTo>
                  <a:pt x="53261" y="42760"/>
                </a:lnTo>
                <a:lnTo>
                  <a:pt x="53283" y="42715"/>
                </a:lnTo>
                <a:lnTo>
                  <a:pt x="53283" y="42669"/>
                </a:lnTo>
                <a:lnTo>
                  <a:pt x="53283" y="42613"/>
                </a:lnTo>
                <a:lnTo>
                  <a:pt x="53272" y="42567"/>
                </a:lnTo>
                <a:lnTo>
                  <a:pt x="53249" y="42533"/>
                </a:lnTo>
                <a:lnTo>
                  <a:pt x="53215" y="42487"/>
                </a:lnTo>
                <a:lnTo>
                  <a:pt x="53181" y="42453"/>
                </a:lnTo>
                <a:lnTo>
                  <a:pt x="53147" y="42431"/>
                </a:lnTo>
                <a:lnTo>
                  <a:pt x="53101" y="42419"/>
                </a:lnTo>
                <a:lnTo>
                  <a:pt x="53056" y="42408"/>
                </a:lnTo>
                <a:lnTo>
                  <a:pt x="53056" y="40110"/>
                </a:lnTo>
                <a:lnTo>
                  <a:pt x="53124" y="40087"/>
                </a:lnTo>
                <a:lnTo>
                  <a:pt x="53181" y="40042"/>
                </a:lnTo>
                <a:lnTo>
                  <a:pt x="53215" y="39985"/>
                </a:lnTo>
                <a:lnTo>
                  <a:pt x="53226" y="39951"/>
                </a:lnTo>
                <a:lnTo>
                  <a:pt x="53226" y="39905"/>
                </a:lnTo>
                <a:lnTo>
                  <a:pt x="53215" y="39837"/>
                </a:lnTo>
                <a:lnTo>
                  <a:pt x="55194" y="38688"/>
                </a:lnTo>
                <a:lnTo>
                  <a:pt x="55229" y="38734"/>
                </a:lnTo>
                <a:lnTo>
                  <a:pt x="55285" y="38768"/>
                </a:lnTo>
                <a:lnTo>
                  <a:pt x="55331" y="38790"/>
                </a:lnTo>
                <a:lnTo>
                  <a:pt x="55388" y="38802"/>
                </a:lnTo>
                <a:lnTo>
                  <a:pt x="55456" y="38790"/>
                </a:lnTo>
                <a:lnTo>
                  <a:pt x="55513" y="38768"/>
                </a:lnTo>
                <a:lnTo>
                  <a:pt x="55558" y="38734"/>
                </a:lnTo>
                <a:lnTo>
                  <a:pt x="55593" y="38688"/>
                </a:lnTo>
                <a:close/>
                <a:moveTo>
                  <a:pt x="69846" y="38699"/>
                </a:moveTo>
                <a:lnTo>
                  <a:pt x="71746" y="39803"/>
                </a:lnTo>
                <a:lnTo>
                  <a:pt x="71723" y="39848"/>
                </a:lnTo>
                <a:lnTo>
                  <a:pt x="71723" y="39905"/>
                </a:lnTo>
                <a:lnTo>
                  <a:pt x="71723" y="39962"/>
                </a:lnTo>
                <a:lnTo>
                  <a:pt x="71746" y="40008"/>
                </a:lnTo>
                <a:lnTo>
                  <a:pt x="71768" y="40053"/>
                </a:lnTo>
                <a:lnTo>
                  <a:pt x="71791" y="40099"/>
                </a:lnTo>
                <a:lnTo>
                  <a:pt x="71825" y="40121"/>
                </a:lnTo>
                <a:lnTo>
                  <a:pt x="71871" y="40155"/>
                </a:lnTo>
                <a:lnTo>
                  <a:pt x="71916" y="40167"/>
                </a:lnTo>
                <a:lnTo>
                  <a:pt x="71973" y="40178"/>
                </a:lnTo>
                <a:lnTo>
                  <a:pt x="71973" y="42453"/>
                </a:lnTo>
                <a:lnTo>
                  <a:pt x="71928" y="42453"/>
                </a:lnTo>
                <a:lnTo>
                  <a:pt x="71893" y="42476"/>
                </a:lnTo>
                <a:lnTo>
                  <a:pt x="71859" y="42487"/>
                </a:lnTo>
                <a:lnTo>
                  <a:pt x="71825" y="42522"/>
                </a:lnTo>
                <a:lnTo>
                  <a:pt x="71802" y="42556"/>
                </a:lnTo>
                <a:lnTo>
                  <a:pt x="71791" y="42590"/>
                </a:lnTo>
                <a:lnTo>
                  <a:pt x="71780" y="42624"/>
                </a:lnTo>
                <a:lnTo>
                  <a:pt x="71768" y="42669"/>
                </a:lnTo>
                <a:lnTo>
                  <a:pt x="71780" y="42704"/>
                </a:lnTo>
                <a:lnTo>
                  <a:pt x="71791" y="42749"/>
                </a:lnTo>
                <a:lnTo>
                  <a:pt x="69766" y="43921"/>
                </a:lnTo>
                <a:lnTo>
                  <a:pt x="69744" y="43887"/>
                </a:lnTo>
                <a:lnTo>
                  <a:pt x="69709" y="43864"/>
                </a:lnTo>
                <a:lnTo>
                  <a:pt x="69664" y="43841"/>
                </a:lnTo>
                <a:lnTo>
                  <a:pt x="69573" y="43841"/>
                </a:lnTo>
                <a:lnTo>
                  <a:pt x="69539" y="43864"/>
                </a:lnTo>
                <a:lnTo>
                  <a:pt x="69505" y="43887"/>
                </a:lnTo>
                <a:lnTo>
                  <a:pt x="69482" y="43909"/>
                </a:lnTo>
                <a:lnTo>
                  <a:pt x="67423" y="42726"/>
                </a:lnTo>
                <a:lnTo>
                  <a:pt x="67434" y="42669"/>
                </a:lnTo>
                <a:lnTo>
                  <a:pt x="67423" y="42601"/>
                </a:lnTo>
                <a:lnTo>
                  <a:pt x="67389" y="42544"/>
                </a:lnTo>
                <a:lnTo>
                  <a:pt x="67343" y="42499"/>
                </a:lnTo>
                <a:lnTo>
                  <a:pt x="67275" y="42476"/>
                </a:lnTo>
                <a:lnTo>
                  <a:pt x="67275" y="40133"/>
                </a:lnTo>
                <a:lnTo>
                  <a:pt x="67321" y="40121"/>
                </a:lnTo>
                <a:lnTo>
                  <a:pt x="67355" y="40110"/>
                </a:lnTo>
                <a:lnTo>
                  <a:pt x="67389" y="40087"/>
                </a:lnTo>
                <a:lnTo>
                  <a:pt x="67423" y="40053"/>
                </a:lnTo>
                <a:lnTo>
                  <a:pt x="67446" y="40030"/>
                </a:lnTo>
                <a:lnTo>
                  <a:pt x="67457" y="39985"/>
                </a:lnTo>
                <a:lnTo>
                  <a:pt x="67468" y="39951"/>
                </a:lnTo>
                <a:lnTo>
                  <a:pt x="67480" y="39905"/>
                </a:lnTo>
                <a:lnTo>
                  <a:pt x="67468" y="39871"/>
                </a:lnTo>
                <a:lnTo>
                  <a:pt x="67457" y="39826"/>
                </a:lnTo>
                <a:lnTo>
                  <a:pt x="69391" y="38711"/>
                </a:lnTo>
                <a:lnTo>
                  <a:pt x="69436" y="38756"/>
                </a:lnTo>
                <a:lnTo>
                  <a:pt x="69493" y="38790"/>
                </a:lnTo>
                <a:lnTo>
                  <a:pt x="69550" y="38825"/>
                </a:lnTo>
                <a:lnTo>
                  <a:pt x="69687" y="38825"/>
                </a:lnTo>
                <a:lnTo>
                  <a:pt x="69755" y="38790"/>
                </a:lnTo>
                <a:lnTo>
                  <a:pt x="69800" y="38756"/>
                </a:lnTo>
                <a:lnTo>
                  <a:pt x="69846" y="38699"/>
                </a:lnTo>
                <a:close/>
                <a:moveTo>
                  <a:pt x="84020" y="38677"/>
                </a:moveTo>
                <a:lnTo>
                  <a:pt x="85988" y="39814"/>
                </a:lnTo>
                <a:lnTo>
                  <a:pt x="85976" y="39860"/>
                </a:lnTo>
                <a:lnTo>
                  <a:pt x="85965" y="39905"/>
                </a:lnTo>
                <a:lnTo>
                  <a:pt x="85976" y="39951"/>
                </a:lnTo>
                <a:lnTo>
                  <a:pt x="85988" y="39996"/>
                </a:lnTo>
                <a:lnTo>
                  <a:pt x="86010" y="40042"/>
                </a:lnTo>
                <a:lnTo>
                  <a:pt x="86033" y="40076"/>
                </a:lnTo>
                <a:lnTo>
                  <a:pt x="86067" y="40099"/>
                </a:lnTo>
                <a:lnTo>
                  <a:pt x="86101" y="40133"/>
                </a:lnTo>
                <a:lnTo>
                  <a:pt x="86147" y="40144"/>
                </a:lnTo>
                <a:lnTo>
                  <a:pt x="86192" y="40155"/>
                </a:lnTo>
                <a:lnTo>
                  <a:pt x="86192" y="42465"/>
                </a:lnTo>
                <a:lnTo>
                  <a:pt x="86158" y="42465"/>
                </a:lnTo>
                <a:lnTo>
                  <a:pt x="86124" y="42487"/>
                </a:lnTo>
                <a:lnTo>
                  <a:pt x="86090" y="42499"/>
                </a:lnTo>
                <a:lnTo>
                  <a:pt x="86056" y="42522"/>
                </a:lnTo>
                <a:lnTo>
                  <a:pt x="86033" y="42556"/>
                </a:lnTo>
                <a:lnTo>
                  <a:pt x="86022" y="42590"/>
                </a:lnTo>
                <a:lnTo>
                  <a:pt x="86010" y="42624"/>
                </a:lnTo>
                <a:lnTo>
                  <a:pt x="85999" y="42669"/>
                </a:lnTo>
                <a:lnTo>
                  <a:pt x="86010" y="42704"/>
                </a:lnTo>
                <a:lnTo>
                  <a:pt x="86022" y="42738"/>
                </a:lnTo>
                <a:lnTo>
                  <a:pt x="83986" y="43921"/>
                </a:lnTo>
                <a:lnTo>
                  <a:pt x="83951" y="43887"/>
                </a:lnTo>
                <a:lnTo>
                  <a:pt x="83917" y="43864"/>
                </a:lnTo>
                <a:lnTo>
                  <a:pt x="83883" y="43852"/>
                </a:lnTo>
                <a:lnTo>
                  <a:pt x="83838" y="43841"/>
                </a:lnTo>
                <a:lnTo>
                  <a:pt x="83804" y="43852"/>
                </a:lnTo>
                <a:lnTo>
                  <a:pt x="83758" y="43864"/>
                </a:lnTo>
                <a:lnTo>
                  <a:pt x="83735" y="43887"/>
                </a:lnTo>
                <a:lnTo>
                  <a:pt x="83701" y="43921"/>
                </a:lnTo>
                <a:lnTo>
                  <a:pt x="81699" y="42760"/>
                </a:lnTo>
                <a:lnTo>
                  <a:pt x="81710" y="42715"/>
                </a:lnTo>
                <a:lnTo>
                  <a:pt x="81722" y="42669"/>
                </a:lnTo>
                <a:lnTo>
                  <a:pt x="81710" y="42624"/>
                </a:lnTo>
                <a:lnTo>
                  <a:pt x="81699" y="42578"/>
                </a:lnTo>
                <a:lnTo>
                  <a:pt x="81676" y="42533"/>
                </a:lnTo>
                <a:lnTo>
                  <a:pt x="81654" y="42499"/>
                </a:lnTo>
                <a:lnTo>
                  <a:pt x="81619" y="42465"/>
                </a:lnTo>
                <a:lnTo>
                  <a:pt x="81585" y="42442"/>
                </a:lnTo>
                <a:lnTo>
                  <a:pt x="81540" y="42431"/>
                </a:lnTo>
                <a:lnTo>
                  <a:pt x="81494" y="42419"/>
                </a:lnTo>
                <a:lnTo>
                  <a:pt x="81494" y="40087"/>
                </a:lnTo>
                <a:lnTo>
                  <a:pt x="81563" y="40064"/>
                </a:lnTo>
                <a:lnTo>
                  <a:pt x="81608" y="40019"/>
                </a:lnTo>
                <a:lnTo>
                  <a:pt x="81631" y="39973"/>
                </a:lnTo>
                <a:lnTo>
                  <a:pt x="81642" y="39905"/>
                </a:lnTo>
                <a:lnTo>
                  <a:pt x="81631" y="39848"/>
                </a:lnTo>
                <a:lnTo>
                  <a:pt x="83656" y="38688"/>
                </a:lnTo>
                <a:lnTo>
                  <a:pt x="83690" y="38722"/>
                </a:lnTo>
                <a:lnTo>
                  <a:pt x="83735" y="38756"/>
                </a:lnTo>
                <a:lnTo>
                  <a:pt x="83781" y="38768"/>
                </a:lnTo>
                <a:lnTo>
                  <a:pt x="83838" y="38779"/>
                </a:lnTo>
                <a:lnTo>
                  <a:pt x="83895" y="38768"/>
                </a:lnTo>
                <a:lnTo>
                  <a:pt x="83951" y="38756"/>
                </a:lnTo>
                <a:lnTo>
                  <a:pt x="83986" y="38722"/>
                </a:lnTo>
                <a:lnTo>
                  <a:pt x="84020" y="38677"/>
                </a:lnTo>
                <a:close/>
                <a:moveTo>
                  <a:pt x="24788" y="42795"/>
                </a:moveTo>
                <a:lnTo>
                  <a:pt x="26790" y="43955"/>
                </a:lnTo>
                <a:lnTo>
                  <a:pt x="26779" y="44012"/>
                </a:lnTo>
                <a:lnTo>
                  <a:pt x="26790" y="44080"/>
                </a:lnTo>
                <a:lnTo>
                  <a:pt x="26824" y="44125"/>
                </a:lnTo>
                <a:lnTo>
                  <a:pt x="26870" y="44171"/>
                </a:lnTo>
                <a:lnTo>
                  <a:pt x="26927" y="44182"/>
                </a:lnTo>
                <a:lnTo>
                  <a:pt x="26927" y="46537"/>
                </a:lnTo>
                <a:lnTo>
                  <a:pt x="26892" y="46548"/>
                </a:lnTo>
                <a:lnTo>
                  <a:pt x="26847" y="46560"/>
                </a:lnTo>
                <a:lnTo>
                  <a:pt x="26813" y="46583"/>
                </a:lnTo>
                <a:lnTo>
                  <a:pt x="26779" y="46605"/>
                </a:lnTo>
                <a:lnTo>
                  <a:pt x="26745" y="46639"/>
                </a:lnTo>
                <a:lnTo>
                  <a:pt x="26733" y="46685"/>
                </a:lnTo>
                <a:lnTo>
                  <a:pt x="26722" y="46730"/>
                </a:lnTo>
                <a:lnTo>
                  <a:pt x="26710" y="46776"/>
                </a:lnTo>
                <a:lnTo>
                  <a:pt x="26722" y="46821"/>
                </a:lnTo>
                <a:lnTo>
                  <a:pt x="26733" y="46867"/>
                </a:lnTo>
                <a:lnTo>
                  <a:pt x="24788" y="47982"/>
                </a:lnTo>
                <a:lnTo>
                  <a:pt x="24754" y="47936"/>
                </a:lnTo>
                <a:lnTo>
                  <a:pt x="24708" y="47902"/>
                </a:lnTo>
                <a:lnTo>
                  <a:pt x="24640" y="47879"/>
                </a:lnTo>
                <a:lnTo>
                  <a:pt x="24583" y="47868"/>
                </a:lnTo>
                <a:lnTo>
                  <a:pt x="24515" y="47879"/>
                </a:lnTo>
                <a:lnTo>
                  <a:pt x="24458" y="47902"/>
                </a:lnTo>
                <a:lnTo>
                  <a:pt x="24413" y="47936"/>
                </a:lnTo>
                <a:lnTo>
                  <a:pt x="24367" y="47982"/>
                </a:lnTo>
                <a:lnTo>
                  <a:pt x="22456" y="46878"/>
                </a:lnTo>
                <a:lnTo>
                  <a:pt x="22467" y="46821"/>
                </a:lnTo>
                <a:lnTo>
                  <a:pt x="22479" y="46776"/>
                </a:lnTo>
                <a:lnTo>
                  <a:pt x="22467" y="46719"/>
                </a:lnTo>
                <a:lnTo>
                  <a:pt x="22456" y="46674"/>
                </a:lnTo>
                <a:lnTo>
                  <a:pt x="22433" y="46628"/>
                </a:lnTo>
                <a:lnTo>
                  <a:pt x="22410" y="46594"/>
                </a:lnTo>
                <a:lnTo>
                  <a:pt x="22365" y="46560"/>
                </a:lnTo>
                <a:lnTo>
                  <a:pt x="22331" y="46537"/>
                </a:lnTo>
                <a:lnTo>
                  <a:pt x="22285" y="46514"/>
                </a:lnTo>
                <a:lnTo>
                  <a:pt x="22240" y="46514"/>
                </a:lnTo>
                <a:lnTo>
                  <a:pt x="22240" y="44262"/>
                </a:lnTo>
                <a:lnTo>
                  <a:pt x="22285" y="44251"/>
                </a:lnTo>
                <a:lnTo>
                  <a:pt x="22319" y="44239"/>
                </a:lnTo>
                <a:lnTo>
                  <a:pt x="22365" y="44205"/>
                </a:lnTo>
                <a:lnTo>
                  <a:pt x="22388" y="44182"/>
                </a:lnTo>
                <a:lnTo>
                  <a:pt x="22422" y="44148"/>
                </a:lnTo>
                <a:lnTo>
                  <a:pt x="22445" y="44103"/>
                </a:lnTo>
                <a:lnTo>
                  <a:pt x="22456" y="44057"/>
                </a:lnTo>
                <a:lnTo>
                  <a:pt x="22456" y="44012"/>
                </a:lnTo>
                <a:lnTo>
                  <a:pt x="22456" y="43966"/>
                </a:lnTo>
                <a:lnTo>
                  <a:pt x="22433" y="43921"/>
                </a:lnTo>
                <a:lnTo>
                  <a:pt x="24378" y="42806"/>
                </a:lnTo>
                <a:lnTo>
                  <a:pt x="24413" y="42851"/>
                </a:lnTo>
                <a:lnTo>
                  <a:pt x="24458" y="42886"/>
                </a:lnTo>
                <a:lnTo>
                  <a:pt x="24515" y="42908"/>
                </a:lnTo>
                <a:lnTo>
                  <a:pt x="24583" y="42920"/>
                </a:lnTo>
                <a:lnTo>
                  <a:pt x="24640" y="42908"/>
                </a:lnTo>
                <a:lnTo>
                  <a:pt x="24697" y="42886"/>
                </a:lnTo>
                <a:lnTo>
                  <a:pt x="24754" y="42851"/>
                </a:lnTo>
                <a:lnTo>
                  <a:pt x="24788" y="42795"/>
                </a:lnTo>
                <a:close/>
                <a:moveTo>
                  <a:pt x="29497" y="42783"/>
                </a:moveTo>
                <a:lnTo>
                  <a:pt x="31499" y="43932"/>
                </a:lnTo>
                <a:lnTo>
                  <a:pt x="31488" y="43978"/>
                </a:lnTo>
                <a:lnTo>
                  <a:pt x="31477" y="44012"/>
                </a:lnTo>
                <a:lnTo>
                  <a:pt x="31488" y="44057"/>
                </a:lnTo>
                <a:lnTo>
                  <a:pt x="31499" y="44091"/>
                </a:lnTo>
                <a:lnTo>
                  <a:pt x="31511" y="44125"/>
                </a:lnTo>
                <a:lnTo>
                  <a:pt x="31534" y="44160"/>
                </a:lnTo>
                <a:lnTo>
                  <a:pt x="31568" y="44182"/>
                </a:lnTo>
                <a:lnTo>
                  <a:pt x="31602" y="44205"/>
                </a:lnTo>
                <a:lnTo>
                  <a:pt x="31636" y="44216"/>
                </a:lnTo>
                <a:lnTo>
                  <a:pt x="31670" y="44216"/>
                </a:lnTo>
                <a:lnTo>
                  <a:pt x="31670" y="46571"/>
                </a:lnTo>
                <a:lnTo>
                  <a:pt x="31636" y="46583"/>
                </a:lnTo>
                <a:lnTo>
                  <a:pt x="31602" y="46594"/>
                </a:lnTo>
                <a:lnTo>
                  <a:pt x="31545" y="46639"/>
                </a:lnTo>
                <a:lnTo>
                  <a:pt x="31499" y="46696"/>
                </a:lnTo>
                <a:lnTo>
                  <a:pt x="31488" y="46730"/>
                </a:lnTo>
                <a:lnTo>
                  <a:pt x="31488" y="46776"/>
                </a:lnTo>
                <a:lnTo>
                  <a:pt x="31488" y="46810"/>
                </a:lnTo>
                <a:lnTo>
                  <a:pt x="31499" y="46844"/>
                </a:lnTo>
                <a:lnTo>
                  <a:pt x="29543" y="47982"/>
                </a:lnTo>
                <a:lnTo>
                  <a:pt x="29497" y="47925"/>
                </a:lnTo>
                <a:lnTo>
                  <a:pt x="29452" y="47891"/>
                </a:lnTo>
                <a:lnTo>
                  <a:pt x="29384" y="47868"/>
                </a:lnTo>
                <a:lnTo>
                  <a:pt x="29315" y="47857"/>
                </a:lnTo>
                <a:lnTo>
                  <a:pt x="29258" y="47868"/>
                </a:lnTo>
                <a:lnTo>
                  <a:pt x="29190" y="47891"/>
                </a:lnTo>
                <a:lnTo>
                  <a:pt x="29145" y="47925"/>
                </a:lnTo>
                <a:lnTo>
                  <a:pt x="29099" y="47970"/>
                </a:lnTo>
                <a:lnTo>
                  <a:pt x="27165" y="46856"/>
                </a:lnTo>
                <a:lnTo>
                  <a:pt x="27177" y="46821"/>
                </a:lnTo>
                <a:lnTo>
                  <a:pt x="27188" y="46776"/>
                </a:lnTo>
                <a:lnTo>
                  <a:pt x="27188" y="46730"/>
                </a:lnTo>
                <a:lnTo>
                  <a:pt x="27165" y="46685"/>
                </a:lnTo>
                <a:lnTo>
                  <a:pt x="27154" y="46651"/>
                </a:lnTo>
                <a:lnTo>
                  <a:pt x="27131" y="46617"/>
                </a:lnTo>
                <a:lnTo>
                  <a:pt x="27097" y="46583"/>
                </a:lnTo>
                <a:lnTo>
                  <a:pt x="27063" y="46560"/>
                </a:lnTo>
                <a:lnTo>
                  <a:pt x="27018" y="46548"/>
                </a:lnTo>
                <a:lnTo>
                  <a:pt x="26972" y="46537"/>
                </a:lnTo>
                <a:lnTo>
                  <a:pt x="26972" y="44182"/>
                </a:lnTo>
                <a:lnTo>
                  <a:pt x="27029" y="44160"/>
                </a:lnTo>
                <a:lnTo>
                  <a:pt x="27074" y="44125"/>
                </a:lnTo>
                <a:lnTo>
                  <a:pt x="27109" y="44080"/>
                </a:lnTo>
                <a:lnTo>
                  <a:pt x="27120" y="44012"/>
                </a:lnTo>
                <a:lnTo>
                  <a:pt x="27109" y="43966"/>
                </a:lnTo>
                <a:lnTo>
                  <a:pt x="29145" y="42783"/>
                </a:lnTo>
                <a:lnTo>
                  <a:pt x="29179" y="42817"/>
                </a:lnTo>
                <a:lnTo>
                  <a:pt x="29224" y="42851"/>
                </a:lnTo>
                <a:lnTo>
                  <a:pt x="29270" y="42863"/>
                </a:lnTo>
                <a:lnTo>
                  <a:pt x="29315" y="42874"/>
                </a:lnTo>
                <a:lnTo>
                  <a:pt x="29372" y="42863"/>
                </a:lnTo>
                <a:lnTo>
                  <a:pt x="29418" y="42851"/>
                </a:lnTo>
                <a:lnTo>
                  <a:pt x="29463" y="42817"/>
                </a:lnTo>
                <a:lnTo>
                  <a:pt x="29497" y="42783"/>
                </a:lnTo>
                <a:close/>
                <a:moveTo>
                  <a:pt x="38973" y="42772"/>
                </a:moveTo>
                <a:lnTo>
                  <a:pt x="40930" y="43909"/>
                </a:lnTo>
                <a:lnTo>
                  <a:pt x="40907" y="43955"/>
                </a:lnTo>
                <a:lnTo>
                  <a:pt x="40896" y="44012"/>
                </a:lnTo>
                <a:lnTo>
                  <a:pt x="40907" y="44069"/>
                </a:lnTo>
                <a:lnTo>
                  <a:pt x="40918" y="44114"/>
                </a:lnTo>
                <a:lnTo>
                  <a:pt x="40941" y="44160"/>
                </a:lnTo>
                <a:lnTo>
                  <a:pt x="40975" y="44205"/>
                </a:lnTo>
                <a:lnTo>
                  <a:pt x="41009" y="44228"/>
                </a:lnTo>
                <a:lnTo>
                  <a:pt x="41055" y="44262"/>
                </a:lnTo>
                <a:lnTo>
                  <a:pt x="41100" y="44273"/>
                </a:lnTo>
                <a:lnTo>
                  <a:pt x="41157" y="44285"/>
                </a:lnTo>
                <a:lnTo>
                  <a:pt x="41157" y="46526"/>
                </a:lnTo>
                <a:lnTo>
                  <a:pt x="41112" y="46537"/>
                </a:lnTo>
                <a:lnTo>
                  <a:pt x="41066" y="46548"/>
                </a:lnTo>
                <a:lnTo>
                  <a:pt x="41021" y="46571"/>
                </a:lnTo>
                <a:lnTo>
                  <a:pt x="40987" y="46605"/>
                </a:lnTo>
                <a:lnTo>
                  <a:pt x="40964" y="46639"/>
                </a:lnTo>
                <a:lnTo>
                  <a:pt x="40941" y="46685"/>
                </a:lnTo>
                <a:lnTo>
                  <a:pt x="40930" y="46719"/>
                </a:lnTo>
                <a:lnTo>
                  <a:pt x="40930" y="46776"/>
                </a:lnTo>
                <a:lnTo>
                  <a:pt x="40930" y="46821"/>
                </a:lnTo>
                <a:lnTo>
                  <a:pt x="40941" y="46867"/>
                </a:lnTo>
                <a:lnTo>
                  <a:pt x="39007" y="47982"/>
                </a:lnTo>
                <a:lnTo>
                  <a:pt x="38973" y="47936"/>
                </a:lnTo>
                <a:lnTo>
                  <a:pt x="38916" y="47902"/>
                </a:lnTo>
                <a:lnTo>
                  <a:pt x="38859" y="47879"/>
                </a:lnTo>
                <a:lnTo>
                  <a:pt x="38802" y="47868"/>
                </a:lnTo>
                <a:lnTo>
                  <a:pt x="38734" y="47879"/>
                </a:lnTo>
                <a:lnTo>
                  <a:pt x="38677" y="47902"/>
                </a:lnTo>
                <a:lnTo>
                  <a:pt x="38632" y="47936"/>
                </a:lnTo>
                <a:lnTo>
                  <a:pt x="38598" y="47982"/>
                </a:lnTo>
                <a:lnTo>
                  <a:pt x="36652" y="46867"/>
                </a:lnTo>
                <a:lnTo>
                  <a:pt x="36675" y="46821"/>
                </a:lnTo>
                <a:lnTo>
                  <a:pt x="36675" y="46776"/>
                </a:lnTo>
                <a:lnTo>
                  <a:pt x="36675" y="46730"/>
                </a:lnTo>
                <a:lnTo>
                  <a:pt x="36652" y="46685"/>
                </a:lnTo>
                <a:lnTo>
                  <a:pt x="36641" y="46639"/>
                </a:lnTo>
                <a:lnTo>
                  <a:pt x="36607" y="46605"/>
                </a:lnTo>
                <a:lnTo>
                  <a:pt x="36584" y="46583"/>
                </a:lnTo>
                <a:lnTo>
                  <a:pt x="36539" y="46560"/>
                </a:lnTo>
                <a:lnTo>
                  <a:pt x="36505" y="46537"/>
                </a:lnTo>
                <a:lnTo>
                  <a:pt x="36459" y="46526"/>
                </a:lnTo>
                <a:lnTo>
                  <a:pt x="36459" y="44216"/>
                </a:lnTo>
                <a:lnTo>
                  <a:pt x="36527" y="44194"/>
                </a:lnTo>
                <a:lnTo>
                  <a:pt x="36584" y="44148"/>
                </a:lnTo>
                <a:lnTo>
                  <a:pt x="36630" y="44091"/>
                </a:lnTo>
                <a:lnTo>
                  <a:pt x="36630" y="44057"/>
                </a:lnTo>
                <a:lnTo>
                  <a:pt x="36641" y="44012"/>
                </a:lnTo>
                <a:lnTo>
                  <a:pt x="36630" y="43978"/>
                </a:lnTo>
                <a:lnTo>
                  <a:pt x="36630" y="43943"/>
                </a:lnTo>
                <a:lnTo>
                  <a:pt x="38632" y="42783"/>
                </a:lnTo>
                <a:lnTo>
                  <a:pt x="38666" y="42817"/>
                </a:lnTo>
                <a:lnTo>
                  <a:pt x="38700" y="42851"/>
                </a:lnTo>
                <a:lnTo>
                  <a:pt x="38746" y="42863"/>
                </a:lnTo>
                <a:lnTo>
                  <a:pt x="38802" y="42874"/>
                </a:lnTo>
                <a:lnTo>
                  <a:pt x="38848" y="42863"/>
                </a:lnTo>
                <a:lnTo>
                  <a:pt x="38905" y="42851"/>
                </a:lnTo>
                <a:lnTo>
                  <a:pt x="38939" y="42817"/>
                </a:lnTo>
                <a:lnTo>
                  <a:pt x="38973" y="42772"/>
                </a:lnTo>
                <a:close/>
                <a:moveTo>
                  <a:pt x="48460" y="42783"/>
                </a:moveTo>
                <a:lnTo>
                  <a:pt x="50485" y="43943"/>
                </a:lnTo>
                <a:lnTo>
                  <a:pt x="50474" y="43978"/>
                </a:lnTo>
                <a:lnTo>
                  <a:pt x="50462" y="44012"/>
                </a:lnTo>
                <a:lnTo>
                  <a:pt x="50474" y="44046"/>
                </a:lnTo>
                <a:lnTo>
                  <a:pt x="50485" y="44080"/>
                </a:lnTo>
                <a:lnTo>
                  <a:pt x="50519" y="44137"/>
                </a:lnTo>
                <a:lnTo>
                  <a:pt x="50565" y="44182"/>
                </a:lnTo>
                <a:lnTo>
                  <a:pt x="50633" y="44194"/>
                </a:lnTo>
                <a:lnTo>
                  <a:pt x="50633" y="46571"/>
                </a:lnTo>
                <a:lnTo>
                  <a:pt x="50599" y="46571"/>
                </a:lnTo>
                <a:lnTo>
                  <a:pt x="50565" y="46594"/>
                </a:lnTo>
                <a:lnTo>
                  <a:pt x="50530" y="46605"/>
                </a:lnTo>
                <a:lnTo>
                  <a:pt x="50496" y="46628"/>
                </a:lnTo>
                <a:lnTo>
                  <a:pt x="50474" y="46662"/>
                </a:lnTo>
                <a:lnTo>
                  <a:pt x="50462" y="46696"/>
                </a:lnTo>
                <a:lnTo>
                  <a:pt x="50451" y="46730"/>
                </a:lnTo>
                <a:lnTo>
                  <a:pt x="50451" y="46776"/>
                </a:lnTo>
                <a:lnTo>
                  <a:pt x="50451" y="46810"/>
                </a:lnTo>
                <a:lnTo>
                  <a:pt x="50462" y="46844"/>
                </a:lnTo>
                <a:lnTo>
                  <a:pt x="48506" y="47982"/>
                </a:lnTo>
                <a:lnTo>
                  <a:pt x="48460" y="47925"/>
                </a:lnTo>
                <a:lnTo>
                  <a:pt x="48415" y="47891"/>
                </a:lnTo>
                <a:lnTo>
                  <a:pt x="48346" y="47868"/>
                </a:lnTo>
                <a:lnTo>
                  <a:pt x="48278" y="47857"/>
                </a:lnTo>
                <a:lnTo>
                  <a:pt x="48210" y="47868"/>
                </a:lnTo>
                <a:lnTo>
                  <a:pt x="48153" y="47891"/>
                </a:lnTo>
                <a:lnTo>
                  <a:pt x="48096" y="47925"/>
                </a:lnTo>
                <a:lnTo>
                  <a:pt x="48062" y="47970"/>
                </a:lnTo>
                <a:lnTo>
                  <a:pt x="46140" y="46867"/>
                </a:lnTo>
                <a:lnTo>
                  <a:pt x="46151" y="46821"/>
                </a:lnTo>
                <a:lnTo>
                  <a:pt x="46151" y="46776"/>
                </a:lnTo>
                <a:lnTo>
                  <a:pt x="46151" y="46730"/>
                </a:lnTo>
                <a:lnTo>
                  <a:pt x="46140" y="46685"/>
                </a:lnTo>
                <a:lnTo>
                  <a:pt x="46117" y="46639"/>
                </a:lnTo>
                <a:lnTo>
                  <a:pt x="46094" y="46605"/>
                </a:lnTo>
                <a:lnTo>
                  <a:pt x="46060" y="46583"/>
                </a:lnTo>
                <a:lnTo>
                  <a:pt x="46026" y="46560"/>
                </a:lnTo>
                <a:lnTo>
                  <a:pt x="45980" y="46537"/>
                </a:lnTo>
                <a:lnTo>
                  <a:pt x="45946" y="46526"/>
                </a:lnTo>
                <a:lnTo>
                  <a:pt x="45946" y="44239"/>
                </a:lnTo>
                <a:lnTo>
                  <a:pt x="45980" y="44239"/>
                </a:lnTo>
                <a:lnTo>
                  <a:pt x="46026" y="44216"/>
                </a:lnTo>
                <a:lnTo>
                  <a:pt x="46060" y="44194"/>
                </a:lnTo>
                <a:lnTo>
                  <a:pt x="46083" y="44171"/>
                </a:lnTo>
                <a:lnTo>
                  <a:pt x="46105" y="44137"/>
                </a:lnTo>
                <a:lnTo>
                  <a:pt x="46128" y="44103"/>
                </a:lnTo>
                <a:lnTo>
                  <a:pt x="46140" y="44057"/>
                </a:lnTo>
                <a:lnTo>
                  <a:pt x="46140" y="44012"/>
                </a:lnTo>
                <a:lnTo>
                  <a:pt x="46140" y="43966"/>
                </a:lnTo>
                <a:lnTo>
                  <a:pt x="46128" y="43932"/>
                </a:lnTo>
                <a:lnTo>
                  <a:pt x="48108" y="42795"/>
                </a:lnTo>
                <a:lnTo>
                  <a:pt x="48130" y="42829"/>
                </a:lnTo>
                <a:lnTo>
                  <a:pt x="48176" y="42863"/>
                </a:lnTo>
                <a:lnTo>
                  <a:pt x="48221" y="42874"/>
                </a:lnTo>
                <a:lnTo>
                  <a:pt x="48278" y="42886"/>
                </a:lnTo>
                <a:lnTo>
                  <a:pt x="48335" y="42874"/>
                </a:lnTo>
                <a:lnTo>
                  <a:pt x="48381" y="42851"/>
                </a:lnTo>
                <a:lnTo>
                  <a:pt x="48426" y="42817"/>
                </a:lnTo>
                <a:lnTo>
                  <a:pt x="48460" y="42783"/>
                </a:lnTo>
                <a:close/>
                <a:moveTo>
                  <a:pt x="57902" y="42760"/>
                </a:moveTo>
                <a:lnTo>
                  <a:pt x="59949" y="43943"/>
                </a:lnTo>
                <a:lnTo>
                  <a:pt x="59938" y="43978"/>
                </a:lnTo>
                <a:lnTo>
                  <a:pt x="59938" y="44012"/>
                </a:lnTo>
                <a:lnTo>
                  <a:pt x="59938" y="44057"/>
                </a:lnTo>
                <a:lnTo>
                  <a:pt x="59949" y="44091"/>
                </a:lnTo>
                <a:lnTo>
                  <a:pt x="59961" y="44125"/>
                </a:lnTo>
                <a:lnTo>
                  <a:pt x="59983" y="44148"/>
                </a:lnTo>
                <a:lnTo>
                  <a:pt x="60052" y="44194"/>
                </a:lnTo>
                <a:lnTo>
                  <a:pt x="60086" y="44216"/>
                </a:lnTo>
                <a:lnTo>
                  <a:pt x="60120" y="44216"/>
                </a:lnTo>
                <a:lnTo>
                  <a:pt x="60120" y="46537"/>
                </a:lnTo>
                <a:lnTo>
                  <a:pt x="60074" y="46537"/>
                </a:lnTo>
                <a:lnTo>
                  <a:pt x="60029" y="46560"/>
                </a:lnTo>
                <a:lnTo>
                  <a:pt x="59995" y="46583"/>
                </a:lnTo>
                <a:lnTo>
                  <a:pt x="59961" y="46605"/>
                </a:lnTo>
                <a:lnTo>
                  <a:pt x="59938" y="46639"/>
                </a:lnTo>
                <a:lnTo>
                  <a:pt x="59915" y="46685"/>
                </a:lnTo>
                <a:lnTo>
                  <a:pt x="59904" y="46730"/>
                </a:lnTo>
                <a:lnTo>
                  <a:pt x="59904" y="46776"/>
                </a:lnTo>
                <a:lnTo>
                  <a:pt x="59904" y="46821"/>
                </a:lnTo>
                <a:lnTo>
                  <a:pt x="59915" y="46867"/>
                </a:lnTo>
                <a:lnTo>
                  <a:pt x="57970" y="47982"/>
                </a:lnTo>
                <a:lnTo>
                  <a:pt x="57936" y="47936"/>
                </a:lnTo>
                <a:lnTo>
                  <a:pt x="57890" y="47902"/>
                </a:lnTo>
                <a:lnTo>
                  <a:pt x="57833" y="47879"/>
                </a:lnTo>
                <a:lnTo>
                  <a:pt x="57708" y="47879"/>
                </a:lnTo>
                <a:lnTo>
                  <a:pt x="57651" y="47902"/>
                </a:lnTo>
                <a:lnTo>
                  <a:pt x="57606" y="47936"/>
                </a:lnTo>
                <a:lnTo>
                  <a:pt x="57572" y="47982"/>
                </a:lnTo>
                <a:lnTo>
                  <a:pt x="55627" y="46867"/>
                </a:lnTo>
                <a:lnTo>
                  <a:pt x="55638" y="46821"/>
                </a:lnTo>
                <a:lnTo>
                  <a:pt x="55649" y="46776"/>
                </a:lnTo>
                <a:lnTo>
                  <a:pt x="55638" y="46719"/>
                </a:lnTo>
                <a:lnTo>
                  <a:pt x="55627" y="46685"/>
                </a:lnTo>
                <a:lnTo>
                  <a:pt x="55615" y="46639"/>
                </a:lnTo>
                <a:lnTo>
                  <a:pt x="55581" y="46605"/>
                </a:lnTo>
                <a:lnTo>
                  <a:pt x="55547" y="46571"/>
                </a:lnTo>
                <a:lnTo>
                  <a:pt x="55513" y="46548"/>
                </a:lnTo>
                <a:lnTo>
                  <a:pt x="55467" y="46526"/>
                </a:lnTo>
                <a:lnTo>
                  <a:pt x="55422" y="46514"/>
                </a:lnTo>
                <a:lnTo>
                  <a:pt x="55422" y="44171"/>
                </a:lnTo>
                <a:lnTo>
                  <a:pt x="55479" y="44160"/>
                </a:lnTo>
                <a:lnTo>
                  <a:pt x="55524" y="44125"/>
                </a:lnTo>
                <a:lnTo>
                  <a:pt x="55547" y="44069"/>
                </a:lnTo>
                <a:lnTo>
                  <a:pt x="55558" y="44012"/>
                </a:lnTo>
                <a:lnTo>
                  <a:pt x="55547" y="43966"/>
                </a:lnTo>
                <a:lnTo>
                  <a:pt x="57640" y="42760"/>
                </a:lnTo>
                <a:lnTo>
                  <a:pt x="57663" y="42795"/>
                </a:lnTo>
                <a:lnTo>
                  <a:pt x="57697" y="42817"/>
                </a:lnTo>
                <a:lnTo>
                  <a:pt x="57731" y="42829"/>
                </a:lnTo>
                <a:lnTo>
                  <a:pt x="57811" y="42829"/>
                </a:lnTo>
                <a:lnTo>
                  <a:pt x="57845" y="42817"/>
                </a:lnTo>
                <a:lnTo>
                  <a:pt x="57879" y="42795"/>
                </a:lnTo>
                <a:lnTo>
                  <a:pt x="57902" y="42760"/>
                </a:lnTo>
                <a:close/>
                <a:moveTo>
                  <a:pt x="81676" y="42795"/>
                </a:moveTo>
                <a:lnTo>
                  <a:pt x="83678" y="43955"/>
                </a:lnTo>
                <a:lnTo>
                  <a:pt x="83667" y="44012"/>
                </a:lnTo>
                <a:lnTo>
                  <a:pt x="83678" y="44080"/>
                </a:lnTo>
                <a:lnTo>
                  <a:pt x="83713" y="44125"/>
                </a:lnTo>
                <a:lnTo>
                  <a:pt x="83758" y="44171"/>
                </a:lnTo>
                <a:lnTo>
                  <a:pt x="83826" y="44182"/>
                </a:lnTo>
                <a:lnTo>
                  <a:pt x="83826" y="46537"/>
                </a:lnTo>
                <a:lnTo>
                  <a:pt x="83781" y="46548"/>
                </a:lnTo>
                <a:lnTo>
                  <a:pt x="83735" y="46560"/>
                </a:lnTo>
                <a:lnTo>
                  <a:pt x="83701" y="46583"/>
                </a:lnTo>
                <a:lnTo>
                  <a:pt x="83667" y="46605"/>
                </a:lnTo>
                <a:lnTo>
                  <a:pt x="83644" y="46639"/>
                </a:lnTo>
                <a:lnTo>
                  <a:pt x="83622" y="46685"/>
                </a:lnTo>
                <a:lnTo>
                  <a:pt x="83610" y="46730"/>
                </a:lnTo>
                <a:lnTo>
                  <a:pt x="83599" y="46776"/>
                </a:lnTo>
                <a:lnTo>
                  <a:pt x="83610" y="46821"/>
                </a:lnTo>
                <a:lnTo>
                  <a:pt x="83622" y="46867"/>
                </a:lnTo>
                <a:lnTo>
                  <a:pt x="81688" y="47982"/>
                </a:lnTo>
                <a:lnTo>
                  <a:pt x="81642" y="47936"/>
                </a:lnTo>
                <a:lnTo>
                  <a:pt x="81597" y="47902"/>
                </a:lnTo>
                <a:lnTo>
                  <a:pt x="81540" y="47879"/>
                </a:lnTo>
                <a:lnTo>
                  <a:pt x="81472" y="47868"/>
                </a:lnTo>
                <a:lnTo>
                  <a:pt x="81403" y="47879"/>
                </a:lnTo>
                <a:lnTo>
                  <a:pt x="81346" y="47902"/>
                </a:lnTo>
                <a:lnTo>
                  <a:pt x="81301" y="47936"/>
                </a:lnTo>
                <a:lnTo>
                  <a:pt x="81255" y="47982"/>
                </a:lnTo>
                <a:lnTo>
                  <a:pt x="79344" y="46878"/>
                </a:lnTo>
                <a:lnTo>
                  <a:pt x="79356" y="46821"/>
                </a:lnTo>
                <a:lnTo>
                  <a:pt x="79367" y="46776"/>
                </a:lnTo>
                <a:lnTo>
                  <a:pt x="79356" y="46719"/>
                </a:lnTo>
                <a:lnTo>
                  <a:pt x="79344" y="46674"/>
                </a:lnTo>
                <a:lnTo>
                  <a:pt x="79322" y="46628"/>
                </a:lnTo>
                <a:lnTo>
                  <a:pt x="79299" y="46594"/>
                </a:lnTo>
                <a:lnTo>
                  <a:pt x="79265" y="46560"/>
                </a:lnTo>
                <a:lnTo>
                  <a:pt x="79219" y="46537"/>
                </a:lnTo>
                <a:lnTo>
                  <a:pt x="79174" y="46514"/>
                </a:lnTo>
                <a:lnTo>
                  <a:pt x="79128" y="46514"/>
                </a:lnTo>
                <a:lnTo>
                  <a:pt x="79128" y="44262"/>
                </a:lnTo>
                <a:lnTo>
                  <a:pt x="79174" y="44251"/>
                </a:lnTo>
                <a:lnTo>
                  <a:pt x="79219" y="44239"/>
                </a:lnTo>
                <a:lnTo>
                  <a:pt x="79253" y="44205"/>
                </a:lnTo>
                <a:lnTo>
                  <a:pt x="79287" y="44182"/>
                </a:lnTo>
                <a:lnTo>
                  <a:pt x="79310" y="44148"/>
                </a:lnTo>
                <a:lnTo>
                  <a:pt x="79333" y="44103"/>
                </a:lnTo>
                <a:lnTo>
                  <a:pt x="79344" y="44057"/>
                </a:lnTo>
                <a:lnTo>
                  <a:pt x="79344" y="44012"/>
                </a:lnTo>
                <a:lnTo>
                  <a:pt x="79344" y="43966"/>
                </a:lnTo>
                <a:lnTo>
                  <a:pt x="79333" y="43921"/>
                </a:lnTo>
                <a:lnTo>
                  <a:pt x="81267" y="42806"/>
                </a:lnTo>
                <a:lnTo>
                  <a:pt x="81301" y="42851"/>
                </a:lnTo>
                <a:lnTo>
                  <a:pt x="81346" y="42886"/>
                </a:lnTo>
                <a:lnTo>
                  <a:pt x="81403" y="42908"/>
                </a:lnTo>
                <a:lnTo>
                  <a:pt x="81472" y="42920"/>
                </a:lnTo>
                <a:lnTo>
                  <a:pt x="81540" y="42908"/>
                </a:lnTo>
                <a:lnTo>
                  <a:pt x="81597" y="42886"/>
                </a:lnTo>
                <a:lnTo>
                  <a:pt x="81642" y="42851"/>
                </a:lnTo>
                <a:lnTo>
                  <a:pt x="81676" y="42795"/>
                </a:lnTo>
                <a:close/>
                <a:moveTo>
                  <a:pt x="5825" y="42806"/>
                </a:moveTo>
                <a:lnTo>
                  <a:pt x="7827" y="43955"/>
                </a:lnTo>
                <a:lnTo>
                  <a:pt x="7816" y="44012"/>
                </a:lnTo>
                <a:lnTo>
                  <a:pt x="7827" y="44080"/>
                </a:lnTo>
                <a:lnTo>
                  <a:pt x="7861" y="44137"/>
                </a:lnTo>
                <a:lnTo>
                  <a:pt x="7907" y="44171"/>
                </a:lnTo>
                <a:lnTo>
                  <a:pt x="7964" y="44194"/>
                </a:lnTo>
                <a:lnTo>
                  <a:pt x="7964" y="46526"/>
                </a:lnTo>
                <a:lnTo>
                  <a:pt x="7918" y="46537"/>
                </a:lnTo>
                <a:lnTo>
                  <a:pt x="7884" y="46548"/>
                </a:lnTo>
                <a:lnTo>
                  <a:pt x="7839" y="46571"/>
                </a:lnTo>
                <a:lnTo>
                  <a:pt x="7804" y="46605"/>
                </a:lnTo>
                <a:lnTo>
                  <a:pt x="7782" y="46639"/>
                </a:lnTo>
                <a:lnTo>
                  <a:pt x="7759" y="46685"/>
                </a:lnTo>
                <a:lnTo>
                  <a:pt x="7748" y="46719"/>
                </a:lnTo>
                <a:lnTo>
                  <a:pt x="7736" y="46776"/>
                </a:lnTo>
                <a:lnTo>
                  <a:pt x="7748" y="46821"/>
                </a:lnTo>
                <a:lnTo>
                  <a:pt x="7759" y="46867"/>
                </a:lnTo>
                <a:lnTo>
                  <a:pt x="5802" y="47993"/>
                </a:lnTo>
                <a:lnTo>
                  <a:pt x="5768" y="47959"/>
                </a:lnTo>
                <a:lnTo>
                  <a:pt x="5723" y="47925"/>
                </a:lnTo>
                <a:lnTo>
                  <a:pt x="5677" y="47902"/>
                </a:lnTo>
                <a:lnTo>
                  <a:pt x="5564" y="47902"/>
                </a:lnTo>
                <a:lnTo>
                  <a:pt x="5518" y="47925"/>
                </a:lnTo>
                <a:lnTo>
                  <a:pt x="5473" y="47959"/>
                </a:lnTo>
                <a:lnTo>
                  <a:pt x="5438" y="47993"/>
                </a:lnTo>
                <a:lnTo>
                  <a:pt x="3470" y="46867"/>
                </a:lnTo>
                <a:lnTo>
                  <a:pt x="3482" y="46821"/>
                </a:lnTo>
                <a:lnTo>
                  <a:pt x="3493" y="46776"/>
                </a:lnTo>
                <a:lnTo>
                  <a:pt x="3482" y="46730"/>
                </a:lnTo>
                <a:lnTo>
                  <a:pt x="3470" y="46685"/>
                </a:lnTo>
                <a:lnTo>
                  <a:pt x="3459" y="46639"/>
                </a:lnTo>
                <a:lnTo>
                  <a:pt x="3425" y="46605"/>
                </a:lnTo>
                <a:lnTo>
                  <a:pt x="3391" y="46583"/>
                </a:lnTo>
                <a:lnTo>
                  <a:pt x="3357" y="46560"/>
                </a:lnTo>
                <a:lnTo>
                  <a:pt x="3323" y="46537"/>
                </a:lnTo>
                <a:lnTo>
                  <a:pt x="3277" y="46537"/>
                </a:lnTo>
                <a:lnTo>
                  <a:pt x="3277" y="44216"/>
                </a:lnTo>
                <a:lnTo>
                  <a:pt x="3311" y="44216"/>
                </a:lnTo>
                <a:lnTo>
                  <a:pt x="3345" y="44194"/>
                </a:lnTo>
                <a:lnTo>
                  <a:pt x="3402" y="44148"/>
                </a:lnTo>
                <a:lnTo>
                  <a:pt x="3436" y="44091"/>
                </a:lnTo>
                <a:lnTo>
                  <a:pt x="3448" y="44057"/>
                </a:lnTo>
                <a:lnTo>
                  <a:pt x="3459" y="44012"/>
                </a:lnTo>
                <a:lnTo>
                  <a:pt x="3448" y="43978"/>
                </a:lnTo>
                <a:lnTo>
                  <a:pt x="3436" y="43943"/>
                </a:lnTo>
                <a:lnTo>
                  <a:pt x="5404" y="42806"/>
                </a:lnTo>
                <a:lnTo>
                  <a:pt x="5450" y="42851"/>
                </a:lnTo>
                <a:lnTo>
                  <a:pt x="5495" y="42886"/>
                </a:lnTo>
                <a:lnTo>
                  <a:pt x="5552" y="42908"/>
                </a:lnTo>
                <a:lnTo>
                  <a:pt x="5620" y="42920"/>
                </a:lnTo>
                <a:lnTo>
                  <a:pt x="5689" y="42908"/>
                </a:lnTo>
                <a:lnTo>
                  <a:pt x="5746" y="42886"/>
                </a:lnTo>
                <a:lnTo>
                  <a:pt x="5791" y="42851"/>
                </a:lnTo>
                <a:lnTo>
                  <a:pt x="5825" y="42806"/>
                </a:lnTo>
                <a:close/>
                <a:moveTo>
                  <a:pt x="15278" y="42783"/>
                </a:moveTo>
                <a:lnTo>
                  <a:pt x="17269" y="43932"/>
                </a:lnTo>
                <a:lnTo>
                  <a:pt x="17257" y="43966"/>
                </a:lnTo>
                <a:lnTo>
                  <a:pt x="17246" y="44012"/>
                </a:lnTo>
                <a:lnTo>
                  <a:pt x="17257" y="44057"/>
                </a:lnTo>
                <a:lnTo>
                  <a:pt x="17269" y="44091"/>
                </a:lnTo>
                <a:lnTo>
                  <a:pt x="17280" y="44137"/>
                </a:lnTo>
                <a:lnTo>
                  <a:pt x="17303" y="44160"/>
                </a:lnTo>
                <a:lnTo>
                  <a:pt x="17337" y="44194"/>
                </a:lnTo>
                <a:lnTo>
                  <a:pt x="17371" y="44216"/>
                </a:lnTo>
                <a:lnTo>
                  <a:pt x="17405" y="44228"/>
                </a:lnTo>
                <a:lnTo>
                  <a:pt x="17451" y="44228"/>
                </a:lnTo>
                <a:lnTo>
                  <a:pt x="17451" y="46594"/>
                </a:lnTo>
                <a:lnTo>
                  <a:pt x="17383" y="46617"/>
                </a:lnTo>
                <a:lnTo>
                  <a:pt x="17337" y="46651"/>
                </a:lnTo>
                <a:lnTo>
                  <a:pt x="17303" y="46708"/>
                </a:lnTo>
                <a:lnTo>
                  <a:pt x="17292" y="46776"/>
                </a:lnTo>
                <a:lnTo>
                  <a:pt x="17303" y="46833"/>
                </a:lnTo>
                <a:lnTo>
                  <a:pt x="15289" y="47993"/>
                </a:lnTo>
                <a:lnTo>
                  <a:pt x="15255" y="47959"/>
                </a:lnTo>
                <a:lnTo>
                  <a:pt x="15210" y="47925"/>
                </a:lnTo>
                <a:lnTo>
                  <a:pt x="15153" y="47902"/>
                </a:lnTo>
                <a:lnTo>
                  <a:pt x="15096" y="47891"/>
                </a:lnTo>
                <a:lnTo>
                  <a:pt x="15039" y="47902"/>
                </a:lnTo>
                <a:lnTo>
                  <a:pt x="14994" y="47925"/>
                </a:lnTo>
                <a:lnTo>
                  <a:pt x="14948" y="47948"/>
                </a:lnTo>
                <a:lnTo>
                  <a:pt x="14914" y="47993"/>
                </a:lnTo>
                <a:lnTo>
                  <a:pt x="12935" y="46856"/>
                </a:lnTo>
                <a:lnTo>
                  <a:pt x="12946" y="46810"/>
                </a:lnTo>
                <a:lnTo>
                  <a:pt x="12946" y="46776"/>
                </a:lnTo>
                <a:lnTo>
                  <a:pt x="12946" y="46730"/>
                </a:lnTo>
                <a:lnTo>
                  <a:pt x="12935" y="46696"/>
                </a:lnTo>
                <a:lnTo>
                  <a:pt x="12912" y="46662"/>
                </a:lnTo>
                <a:lnTo>
                  <a:pt x="12889" y="46628"/>
                </a:lnTo>
                <a:lnTo>
                  <a:pt x="12867" y="46605"/>
                </a:lnTo>
                <a:lnTo>
                  <a:pt x="12832" y="46583"/>
                </a:lnTo>
                <a:lnTo>
                  <a:pt x="12798" y="46560"/>
                </a:lnTo>
                <a:lnTo>
                  <a:pt x="12753" y="46560"/>
                </a:lnTo>
                <a:lnTo>
                  <a:pt x="12753" y="44182"/>
                </a:lnTo>
                <a:lnTo>
                  <a:pt x="12810" y="44171"/>
                </a:lnTo>
                <a:lnTo>
                  <a:pt x="12867" y="44125"/>
                </a:lnTo>
                <a:lnTo>
                  <a:pt x="12889" y="44080"/>
                </a:lnTo>
                <a:lnTo>
                  <a:pt x="12901" y="44012"/>
                </a:lnTo>
                <a:lnTo>
                  <a:pt x="12889" y="43955"/>
                </a:lnTo>
                <a:lnTo>
                  <a:pt x="14914" y="42783"/>
                </a:lnTo>
                <a:lnTo>
                  <a:pt x="14948" y="42829"/>
                </a:lnTo>
                <a:lnTo>
                  <a:pt x="14994" y="42863"/>
                </a:lnTo>
                <a:lnTo>
                  <a:pt x="15039" y="42874"/>
                </a:lnTo>
                <a:lnTo>
                  <a:pt x="15096" y="42886"/>
                </a:lnTo>
                <a:lnTo>
                  <a:pt x="15153" y="42874"/>
                </a:lnTo>
                <a:lnTo>
                  <a:pt x="15210" y="42863"/>
                </a:lnTo>
                <a:lnTo>
                  <a:pt x="15244" y="42829"/>
                </a:lnTo>
                <a:lnTo>
                  <a:pt x="15278" y="42783"/>
                </a:lnTo>
                <a:close/>
                <a:moveTo>
                  <a:pt x="62725" y="42806"/>
                </a:moveTo>
                <a:lnTo>
                  <a:pt x="64716" y="43955"/>
                </a:lnTo>
                <a:lnTo>
                  <a:pt x="64704" y="44012"/>
                </a:lnTo>
                <a:lnTo>
                  <a:pt x="64716" y="44080"/>
                </a:lnTo>
                <a:lnTo>
                  <a:pt x="64750" y="44137"/>
                </a:lnTo>
                <a:lnTo>
                  <a:pt x="64795" y="44171"/>
                </a:lnTo>
                <a:lnTo>
                  <a:pt x="64863" y="44194"/>
                </a:lnTo>
                <a:lnTo>
                  <a:pt x="64863" y="46526"/>
                </a:lnTo>
                <a:lnTo>
                  <a:pt x="64818" y="46537"/>
                </a:lnTo>
                <a:lnTo>
                  <a:pt x="64772" y="46548"/>
                </a:lnTo>
                <a:lnTo>
                  <a:pt x="64727" y="46571"/>
                </a:lnTo>
                <a:lnTo>
                  <a:pt x="64693" y="46605"/>
                </a:lnTo>
                <a:lnTo>
                  <a:pt x="64670" y="46639"/>
                </a:lnTo>
                <a:lnTo>
                  <a:pt x="64647" y="46685"/>
                </a:lnTo>
                <a:lnTo>
                  <a:pt x="64636" y="46719"/>
                </a:lnTo>
                <a:lnTo>
                  <a:pt x="64636" y="46776"/>
                </a:lnTo>
                <a:lnTo>
                  <a:pt x="64636" y="46821"/>
                </a:lnTo>
                <a:lnTo>
                  <a:pt x="64647" y="46867"/>
                </a:lnTo>
                <a:lnTo>
                  <a:pt x="62691" y="47993"/>
                </a:lnTo>
                <a:lnTo>
                  <a:pt x="62657" y="47959"/>
                </a:lnTo>
                <a:lnTo>
                  <a:pt x="62611" y="47925"/>
                </a:lnTo>
                <a:lnTo>
                  <a:pt x="62566" y="47902"/>
                </a:lnTo>
                <a:lnTo>
                  <a:pt x="62452" y="47902"/>
                </a:lnTo>
                <a:lnTo>
                  <a:pt x="62406" y="47925"/>
                </a:lnTo>
                <a:lnTo>
                  <a:pt x="62361" y="47959"/>
                </a:lnTo>
                <a:lnTo>
                  <a:pt x="62327" y="47993"/>
                </a:lnTo>
                <a:lnTo>
                  <a:pt x="60359" y="46867"/>
                </a:lnTo>
                <a:lnTo>
                  <a:pt x="60382" y="46821"/>
                </a:lnTo>
                <a:lnTo>
                  <a:pt x="60382" y="46776"/>
                </a:lnTo>
                <a:lnTo>
                  <a:pt x="60382" y="46730"/>
                </a:lnTo>
                <a:lnTo>
                  <a:pt x="60370" y="46685"/>
                </a:lnTo>
                <a:lnTo>
                  <a:pt x="60347" y="46639"/>
                </a:lnTo>
                <a:lnTo>
                  <a:pt x="60325" y="46605"/>
                </a:lnTo>
                <a:lnTo>
                  <a:pt x="60291" y="46583"/>
                </a:lnTo>
                <a:lnTo>
                  <a:pt x="60245" y="46560"/>
                </a:lnTo>
                <a:lnTo>
                  <a:pt x="60211" y="46537"/>
                </a:lnTo>
                <a:lnTo>
                  <a:pt x="60165" y="46537"/>
                </a:lnTo>
                <a:lnTo>
                  <a:pt x="60165" y="44216"/>
                </a:lnTo>
                <a:lnTo>
                  <a:pt x="60200" y="44216"/>
                </a:lnTo>
                <a:lnTo>
                  <a:pt x="60234" y="44194"/>
                </a:lnTo>
                <a:lnTo>
                  <a:pt x="60291" y="44148"/>
                </a:lnTo>
                <a:lnTo>
                  <a:pt x="60336" y="44091"/>
                </a:lnTo>
                <a:lnTo>
                  <a:pt x="60347" y="44057"/>
                </a:lnTo>
                <a:lnTo>
                  <a:pt x="60347" y="44012"/>
                </a:lnTo>
                <a:lnTo>
                  <a:pt x="60347" y="43978"/>
                </a:lnTo>
                <a:lnTo>
                  <a:pt x="60336" y="43943"/>
                </a:lnTo>
                <a:lnTo>
                  <a:pt x="62304" y="42806"/>
                </a:lnTo>
                <a:lnTo>
                  <a:pt x="62338" y="42851"/>
                </a:lnTo>
                <a:lnTo>
                  <a:pt x="62395" y="42886"/>
                </a:lnTo>
                <a:lnTo>
                  <a:pt x="62452" y="42908"/>
                </a:lnTo>
                <a:lnTo>
                  <a:pt x="62509" y="42920"/>
                </a:lnTo>
                <a:lnTo>
                  <a:pt x="62577" y="42908"/>
                </a:lnTo>
                <a:lnTo>
                  <a:pt x="62634" y="42886"/>
                </a:lnTo>
                <a:lnTo>
                  <a:pt x="62679" y="42851"/>
                </a:lnTo>
                <a:lnTo>
                  <a:pt x="62725" y="42806"/>
                </a:lnTo>
                <a:close/>
                <a:moveTo>
                  <a:pt x="72178" y="42783"/>
                </a:moveTo>
                <a:lnTo>
                  <a:pt x="74157" y="43932"/>
                </a:lnTo>
                <a:lnTo>
                  <a:pt x="74146" y="43966"/>
                </a:lnTo>
                <a:lnTo>
                  <a:pt x="74146" y="44012"/>
                </a:lnTo>
                <a:lnTo>
                  <a:pt x="74146" y="44057"/>
                </a:lnTo>
                <a:lnTo>
                  <a:pt x="74157" y="44091"/>
                </a:lnTo>
                <a:lnTo>
                  <a:pt x="74180" y="44137"/>
                </a:lnTo>
                <a:lnTo>
                  <a:pt x="74203" y="44160"/>
                </a:lnTo>
                <a:lnTo>
                  <a:pt x="74225" y="44194"/>
                </a:lnTo>
                <a:lnTo>
                  <a:pt x="74260" y="44216"/>
                </a:lnTo>
                <a:lnTo>
                  <a:pt x="74305" y="44228"/>
                </a:lnTo>
                <a:lnTo>
                  <a:pt x="74339" y="44228"/>
                </a:lnTo>
                <a:lnTo>
                  <a:pt x="74339" y="46594"/>
                </a:lnTo>
                <a:lnTo>
                  <a:pt x="74282" y="46617"/>
                </a:lnTo>
                <a:lnTo>
                  <a:pt x="74225" y="46651"/>
                </a:lnTo>
                <a:lnTo>
                  <a:pt x="74191" y="46708"/>
                </a:lnTo>
                <a:lnTo>
                  <a:pt x="74180" y="46776"/>
                </a:lnTo>
                <a:lnTo>
                  <a:pt x="74191" y="46833"/>
                </a:lnTo>
                <a:lnTo>
                  <a:pt x="72178" y="47993"/>
                </a:lnTo>
                <a:lnTo>
                  <a:pt x="72144" y="47959"/>
                </a:lnTo>
                <a:lnTo>
                  <a:pt x="72098" y="47925"/>
                </a:lnTo>
                <a:lnTo>
                  <a:pt x="72053" y="47902"/>
                </a:lnTo>
                <a:lnTo>
                  <a:pt x="71996" y="47891"/>
                </a:lnTo>
                <a:lnTo>
                  <a:pt x="71939" y="47902"/>
                </a:lnTo>
                <a:lnTo>
                  <a:pt x="71882" y="47925"/>
                </a:lnTo>
                <a:lnTo>
                  <a:pt x="71837" y="47948"/>
                </a:lnTo>
                <a:lnTo>
                  <a:pt x="71802" y="47993"/>
                </a:lnTo>
                <a:lnTo>
                  <a:pt x="69823" y="46856"/>
                </a:lnTo>
                <a:lnTo>
                  <a:pt x="69835" y="46810"/>
                </a:lnTo>
                <a:lnTo>
                  <a:pt x="69835" y="46776"/>
                </a:lnTo>
                <a:lnTo>
                  <a:pt x="69835" y="46730"/>
                </a:lnTo>
                <a:lnTo>
                  <a:pt x="69823" y="46696"/>
                </a:lnTo>
                <a:lnTo>
                  <a:pt x="69812" y="46662"/>
                </a:lnTo>
                <a:lnTo>
                  <a:pt x="69789" y="46628"/>
                </a:lnTo>
                <a:lnTo>
                  <a:pt x="69755" y="46605"/>
                </a:lnTo>
                <a:lnTo>
                  <a:pt x="69721" y="46583"/>
                </a:lnTo>
                <a:lnTo>
                  <a:pt x="69687" y="46560"/>
                </a:lnTo>
                <a:lnTo>
                  <a:pt x="69641" y="46560"/>
                </a:lnTo>
                <a:lnTo>
                  <a:pt x="69641" y="44182"/>
                </a:lnTo>
                <a:lnTo>
                  <a:pt x="69709" y="44171"/>
                </a:lnTo>
                <a:lnTo>
                  <a:pt x="69755" y="44125"/>
                </a:lnTo>
                <a:lnTo>
                  <a:pt x="69789" y="44080"/>
                </a:lnTo>
                <a:lnTo>
                  <a:pt x="69800" y="44012"/>
                </a:lnTo>
                <a:lnTo>
                  <a:pt x="69789" y="43955"/>
                </a:lnTo>
                <a:lnTo>
                  <a:pt x="71814" y="42783"/>
                </a:lnTo>
                <a:lnTo>
                  <a:pt x="71848" y="42829"/>
                </a:lnTo>
                <a:lnTo>
                  <a:pt x="71882" y="42863"/>
                </a:lnTo>
                <a:lnTo>
                  <a:pt x="71939" y="42874"/>
                </a:lnTo>
                <a:lnTo>
                  <a:pt x="71996" y="42886"/>
                </a:lnTo>
                <a:lnTo>
                  <a:pt x="72041" y="42874"/>
                </a:lnTo>
                <a:lnTo>
                  <a:pt x="72098" y="42863"/>
                </a:lnTo>
                <a:lnTo>
                  <a:pt x="72144" y="42829"/>
                </a:lnTo>
                <a:lnTo>
                  <a:pt x="72178" y="42783"/>
                </a:lnTo>
                <a:close/>
                <a:moveTo>
                  <a:pt x="43694" y="42760"/>
                </a:moveTo>
                <a:lnTo>
                  <a:pt x="45696" y="43921"/>
                </a:lnTo>
                <a:lnTo>
                  <a:pt x="45685" y="43966"/>
                </a:lnTo>
                <a:lnTo>
                  <a:pt x="45673" y="44012"/>
                </a:lnTo>
                <a:lnTo>
                  <a:pt x="45685" y="44057"/>
                </a:lnTo>
                <a:lnTo>
                  <a:pt x="45696" y="44103"/>
                </a:lnTo>
                <a:lnTo>
                  <a:pt x="45719" y="44137"/>
                </a:lnTo>
                <a:lnTo>
                  <a:pt x="45741" y="44171"/>
                </a:lnTo>
                <a:lnTo>
                  <a:pt x="45776" y="44205"/>
                </a:lnTo>
                <a:lnTo>
                  <a:pt x="45810" y="44228"/>
                </a:lnTo>
                <a:lnTo>
                  <a:pt x="45855" y="44239"/>
                </a:lnTo>
                <a:lnTo>
                  <a:pt x="45901" y="44251"/>
                </a:lnTo>
                <a:lnTo>
                  <a:pt x="45901" y="46526"/>
                </a:lnTo>
                <a:lnTo>
                  <a:pt x="45844" y="46537"/>
                </a:lnTo>
                <a:lnTo>
                  <a:pt x="45810" y="46548"/>
                </a:lnTo>
                <a:lnTo>
                  <a:pt x="45764" y="46571"/>
                </a:lnTo>
                <a:lnTo>
                  <a:pt x="45730" y="46605"/>
                </a:lnTo>
                <a:lnTo>
                  <a:pt x="45707" y="46639"/>
                </a:lnTo>
                <a:lnTo>
                  <a:pt x="45685" y="46674"/>
                </a:lnTo>
                <a:lnTo>
                  <a:pt x="45662" y="46719"/>
                </a:lnTo>
                <a:lnTo>
                  <a:pt x="45662" y="46776"/>
                </a:lnTo>
                <a:lnTo>
                  <a:pt x="45673" y="46821"/>
                </a:lnTo>
                <a:lnTo>
                  <a:pt x="45685" y="46867"/>
                </a:lnTo>
                <a:lnTo>
                  <a:pt x="43728" y="48004"/>
                </a:lnTo>
                <a:lnTo>
                  <a:pt x="43694" y="47959"/>
                </a:lnTo>
                <a:lnTo>
                  <a:pt x="43648" y="47925"/>
                </a:lnTo>
                <a:lnTo>
                  <a:pt x="43591" y="47902"/>
                </a:lnTo>
                <a:lnTo>
                  <a:pt x="43489" y="47902"/>
                </a:lnTo>
                <a:lnTo>
                  <a:pt x="43432" y="47925"/>
                </a:lnTo>
                <a:lnTo>
                  <a:pt x="43398" y="47959"/>
                </a:lnTo>
                <a:lnTo>
                  <a:pt x="43364" y="47993"/>
                </a:lnTo>
                <a:lnTo>
                  <a:pt x="41396" y="46867"/>
                </a:lnTo>
                <a:lnTo>
                  <a:pt x="41407" y="46821"/>
                </a:lnTo>
                <a:lnTo>
                  <a:pt x="41419" y="46776"/>
                </a:lnTo>
                <a:lnTo>
                  <a:pt x="41407" y="46730"/>
                </a:lnTo>
                <a:lnTo>
                  <a:pt x="41396" y="46685"/>
                </a:lnTo>
                <a:lnTo>
                  <a:pt x="41373" y="46639"/>
                </a:lnTo>
                <a:lnTo>
                  <a:pt x="41351" y="46605"/>
                </a:lnTo>
                <a:lnTo>
                  <a:pt x="41316" y="46583"/>
                </a:lnTo>
                <a:lnTo>
                  <a:pt x="41282" y="46560"/>
                </a:lnTo>
                <a:lnTo>
                  <a:pt x="41248" y="46537"/>
                </a:lnTo>
                <a:lnTo>
                  <a:pt x="41203" y="46526"/>
                </a:lnTo>
                <a:lnTo>
                  <a:pt x="41203" y="44285"/>
                </a:lnTo>
                <a:lnTo>
                  <a:pt x="41248" y="44273"/>
                </a:lnTo>
                <a:lnTo>
                  <a:pt x="41294" y="44251"/>
                </a:lnTo>
                <a:lnTo>
                  <a:pt x="41339" y="44228"/>
                </a:lnTo>
                <a:lnTo>
                  <a:pt x="41373" y="44194"/>
                </a:lnTo>
                <a:lnTo>
                  <a:pt x="41396" y="44160"/>
                </a:lnTo>
                <a:lnTo>
                  <a:pt x="41419" y="44114"/>
                </a:lnTo>
                <a:lnTo>
                  <a:pt x="41430" y="44069"/>
                </a:lnTo>
                <a:lnTo>
                  <a:pt x="41442" y="44012"/>
                </a:lnTo>
                <a:lnTo>
                  <a:pt x="41430" y="43966"/>
                </a:lnTo>
                <a:lnTo>
                  <a:pt x="41419" y="43909"/>
                </a:lnTo>
                <a:lnTo>
                  <a:pt x="43398" y="42772"/>
                </a:lnTo>
                <a:lnTo>
                  <a:pt x="43421" y="42806"/>
                </a:lnTo>
                <a:lnTo>
                  <a:pt x="43455" y="42829"/>
                </a:lnTo>
                <a:lnTo>
                  <a:pt x="43500" y="42840"/>
                </a:lnTo>
                <a:lnTo>
                  <a:pt x="43580" y="42840"/>
                </a:lnTo>
                <a:lnTo>
                  <a:pt x="43626" y="42817"/>
                </a:lnTo>
                <a:lnTo>
                  <a:pt x="43660" y="42795"/>
                </a:lnTo>
                <a:lnTo>
                  <a:pt x="43694" y="42760"/>
                </a:lnTo>
                <a:close/>
                <a:moveTo>
                  <a:pt x="34230" y="42772"/>
                </a:moveTo>
                <a:lnTo>
                  <a:pt x="36232" y="43932"/>
                </a:lnTo>
                <a:lnTo>
                  <a:pt x="36220" y="43978"/>
                </a:lnTo>
                <a:lnTo>
                  <a:pt x="36220" y="44012"/>
                </a:lnTo>
                <a:lnTo>
                  <a:pt x="36220" y="44057"/>
                </a:lnTo>
                <a:lnTo>
                  <a:pt x="36232" y="44091"/>
                </a:lnTo>
                <a:lnTo>
                  <a:pt x="36254" y="44125"/>
                </a:lnTo>
                <a:lnTo>
                  <a:pt x="36277" y="44160"/>
                </a:lnTo>
                <a:lnTo>
                  <a:pt x="36300" y="44182"/>
                </a:lnTo>
                <a:lnTo>
                  <a:pt x="36334" y="44205"/>
                </a:lnTo>
                <a:lnTo>
                  <a:pt x="36379" y="44216"/>
                </a:lnTo>
                <a:lnTo>
                  <a:pt x="36414" y="44216"/>
                </a:lnTo>
                <a:lnTo>
                  <a:pt x="36414" y="46526"/>
                </a:lnTo>
                <a:lnTo>
                  <a:pt x="36368" y="46537"/>
                </a:lnTo>
                <a:lnTo>
                  <a:pt x="36323" y="46548"/>
                </a:lnTo>
                <a:lnTo>
                  <a:pt x="36288" y="46571"/>
                </a:lnTo>
                <a:lnTo>
                  <a:pt x="36254" y="46605"/>
                </a:lnTo>
                <a:lnTo>
                  <a:pt x="36220" y="46639"/>
                </a:lnTo>
                <a:lnTo>
                  <a:pt x="36197" y="46685"/>
                </a:lnTo>
                <a:lnTo>
                  <a:pt x="36186" y="46719"/>
                </a:lnTo>
                <a:lnTo>
                  <a:pt x="36186" y="46776"/>
                </a:lnTo>
                <a:lnTo>
                  <a:pt x="36186" y="46821"/>
                </a:lnTo>
                <a:lnTo>
                  <a:pt x="36209" y="46867"/>
                </a:lnTo>
                <a:lnTo>
                  <a:pt x="34218" y="48016"/>
                </a:lnTo>
                <a:lnTo>
                  <a:pt x="34184" y="47982"/>
                </a:lnTo>
                <a:lnTo>
                  <a:pt x="34150" y="47948"/>
                </a:lnTo>
                <a:lnTo>
                  <a:pt x="34104" y="47936"/>
                </a:lnTo>
                <a:lnTo>
                  <a:pt x="34059" y="47925"/>
                </a:lnTo>
                <a:lnTo>
                  <a:pt x="34013" y="47936"/>
                </a:lnTo>
                <a:lnTo>
                  <a:pt x="33968" y="47948"/>
                </a:lnTo>
                <a:lnTo>
                  <a:pt x="33934" y="47982"/>
                </a:lnTo>
                <a:lnTo>
                  <a:pt x="33900" y="48004"/>
                </a:lnTo>
                <a:lnTo>
                  <a:pt x="31875" y="46844"/>
                </a:lnTo>
                <a:lnTo>
                  <a:pt x="31886" y="46776"/>
                </a:lnTo>
                <a:lnTo>
                  <a:pt x="31875" y="46696"/>
                </a:lnTo>
                <a:lnTo>
                  <a:pt x="31841" y="46639"/>
                </a:lnTo>
                <a:lnTo>
                  <a:pt x="31784" y="46594"/>
                </a:lnTo>
                <a:lnTo>
                  <a:pt x="31716" y="46571"/>
                </a:lnTo>
                <a:lnTo>
                  <a:pt x="31716" y="44216"/>
                </a:lnTo>
                <a:lnTo>
                  <a:pt x="31761" y="44216"/>
                </a:lnTo>
                <a:lnTo>
                  <a:pt x="31784" y="44194"/>
                </a:lnTo>
                <a:lnTo>
                  <a:pt x="31852" y="44148"/>
                </a:lnTo>
                <a:lnTo>
                  <a:pt x="31886" y="44091"/>
                </a:lnTo>
                <a:lnTo>
                  <a:pt x="31898" y="44057"/>
                </a:lnTo>
                <a:lnTo>
                  <a:pt x="31898" y="44012"/>
                </a:lnTo>
                <a:lnTo>
                  <a:pt x="31898" y="43978"/>
                </a:lnTo>
                <a:lnTo>
                  <a:pt x="31886" y="43943"/>
                </a:lnTo>
                <a:lnTo>
                  <a:pt x="33888" y="42783"/>
                </a:lnTo>
                <a:lnTo>
                  <a:pt x="33922" y="42817"/>
                </a:lnTo>
                <a:lnTo>
                  <a:pt x="33968" y="42851"/>
                </a:lnTo>
                <a:lnTo>
                  <a:pt x="34013" y="42863"/>
                </a:lnTo>
                <a:lnTo>
                  <a:pt x="34059" y="42874"/>
                </a:lnTo>
                <a:lnTo>
                  <a:pt x="34116" y="42863"/>
                </a:lnTo>
                <a:lnTo>
                  <a:pt x="34161" y="42840"/>
                </a:lnTo>
                <a:lnTo>
                  <a:pt x="34195" y="42817"/>
                </a:lnTo>
                <a:lnTo>
                  <a:pt x="34230" y="42772"/>
                </a:lnTo>
                <a:close/>
                <a:moveTo>
                  <a:pt x="53249" y="42806"/>
                </a:moveTo>
                <a:lnTo>
                  <a:pt x="55240" y="43955"/>
                </a:lnTo>
                <a:lnTo>
                  <a:pt x="55229" y="44012"/>
                </a:lnTo>
                <a:lnTo>
                  <a:pt x="55240" y="44080"/>
                </a:lnTo>
                <a:lnTo>
                  <a:pt x="55274" y="44125"/>
                </a:lnTo>
                <a:lnTo>
                  <a:pt x="55320" y="44160"/>
                </a:lnTo>
                <a:lnTo>
                  <a:pt x="55376" y="44182"/>
                </a:lnTo>
                <a:lnTo>
                  <a:pt x="55376" y="46514"/>
                </a:lnTo>
                <a:lnTo>
                  <a:pt x="55331" y="46526"/>
                </a:lnTo>
                <a:lnTo>
                  <a:pt x="55285" y="46537"/>
                </a:lnTo>
                <a:lnTo>
                  <a:pt x="55240" y="46560"/>
                </a:lnTo>
                <a:lnTo>
                  <a:pt x="55206" y="46594"/>
                </a:lnTo>
                <a:lnTo>
                  <a:pt x="55183" y="46628"/>
                </a:lnTo>
                <a:lnTo>
                  <a:pt x="55160" y="46674"/>
                </a:lnTo>
                <a:lnTo>
                  <a:pt x="55138" y="46719"/>
                </a:lnTo>
                <a:lnTo>
                  <a:pt x="55138" y="46776"/>
                </a:lnTo>
                <a:lnTo>
                  <a:pt x="55138" y="46821"/>
                </a:lnTo>
                <a:lnTo>
                  <a:pt x="55160" y="46878"/>
                </a:lnTo>
                <a:lnTo>
                  <a:pt x="53192" y="48016"/>
                </a:lnTo>
                <a:lnTo>
                  <a:pt x="53158" y="47970"/>
                </a:lnTo>
                <a:lnTo>
                  <a:pt x="53113" y="47948"/>
                </a:lnTo>
                <a:lnTo>
                  <a:pt x="53067" y="47925"/>
                </a:lnTo>
                <a:lnTo>
                  <a:pt x="53022" y="47913"/>
                </a:lnTo>
                <a:lnTo>
                  <a:pt x="52965" y="47925"/>
                </a:lnTo>
                <a:lnTo>
                  <a:pt x="52931" y="47936"/>
                </a:lnTo>
                <a:lnTo>
                  <a:pt x="52885" y="47970"/>
                </a:lnTo>
                <a:lnTo>
                  <a:pt x="52851" y="48004"/>
                </a:lnTo>
                <a:lnTo>
                  <a:pt x="50838" y="46844"/>
                </a:lnTo>
                <a:lnTo>
                  <a:pt x="50849" y="46776"/>
                </a:lnTo>
                <a:lnTo>
                  <a:pt x="50838" y="46696"/>
                </a:lnTo>
                <a:lnTo>
                  <a:pt x="50803" y="46639"/>
                </a:lnTo>
                <a:lnTo>
                  <a:pt x="50747" y="46594"/>
                </a:lnTo>
                <a:lnTo>
                  <a:pt x="50678" y="46571"/>
                </a:lnTo>
                <a:lnTo>
                  <a:pt x="50678" y="44194"/>
                </a:lnTo>
                <a:lnTo>
                  <a:pt x="50747" y="44171"/>
                </a:lnTo>
                <a:lnTo>
                  <a:pt x="50792" y="44137"/>
                </a:lnTo>
                <a:lnTo>
                  <a:pt x="50826" y="44080"/>
                </a:lnTo>
                <a:lnTo>
                  <a:pt x="50838" y="44012"/>
                </a:lnTo>
                <a:lnTo>
                  <a:pt x="50826" y="43955"/>
                </a:lnTo>
                <a:lnTo>
                  <a:pt x="52794" y="42817"/>
                </a:lnTo>
                <a:lnTo>
                  <a:pt x="52840" y="42863"/>
                </a:lnTo>
                <a:lnTo>
                  <a:pt x="52897" y="42897"/>
                </a:lnTo>
                <a:lnTo>
                  <a:pt x="52953" y="42920"/>
                </a:lnTo>
                <a:lnTo>
                  <a:pt x="53022" y="42931"/>
                </a:lnTo>
                <a:lnTo>
                  <a:pt x="53090" y="42920"/>
                </a:lnTo>
                <a:lnTo>
                  <a:pt x="53147" y="42897"/>
                </a:lnTo>
                <a:lnTo>
                  <a:pt x="53204" y="42851"/>
                </a:lnTo>
                <a:lnTo>
                  <a:pt x="53249" y="42806"/>
                </a:lnTo>
                <a:close/>
                <a:moveTo>
                  <a:pt x="10512" y="42772"/>
                </a:moveTo>
                <a:lnTo>
                  <a:pt x="12559" y="43955"/>
                </a:lnTo>
                <a:lnTo>
                  <a:pt x="12548" y="44012"/>
                </a:lnTo>
                <a:lnTo>
                  <a:pt x="12571" y="44080"/>
                </a:lnTo>
                <a:lnTo>
                  <a:pt x="12594" y="44137"/>
                </a:lnTo>
                <a:lnTo>
                  <a:pt x="12650" y="44171"/>
                </a:lnTo>
                <a:lnTo>
                  <a:pt x="12707" y="44194"/>
                </a:lnTo>
                <a:lnTo>
                  <a:pt x="12707" y="46560"/>
                </a:lnTo>
                <a:lnTo>
                  <a:pt x="12673" y="46560"/>
                </a:lnTo>
                <a:lnTo>
                  <a:pt x="12628" y="46583"/>
                </a:lnTo>
                <a:lnTo>
                  <a:pt x="12594" y="46594"/>
                </a:lnTo>
                <a:lnTo>
                  <a:pt x="12571" y="46628"/>
                </a:lnTo>
                <a:lnTo>
                  <a:pt x="12548" y="46651"/>
                </a:lnTo>
                <a:lnTo>
                  <a:pt x="12525" y="46696"/>
                </a:lnTo>
                <a:lnTo>
                  <a:pt x="12514" y="46730"/>
                </a:lnTo>
                <a:lnTo>
                  <a:pt x="12514" y="46776"/>
                </a:lnTo>
                <a:lnTo>
                  <a:pt x="12514" y="46810"/>
                </a:lnTo>
                <a:lnTo>
                  <a:pt x="12525" y="46856"/>
                </a:lnTo>
                <a:lnTo>
                  <a:pt x="10500" y="48027"/>
                </a:lnTo>
                <a:lnTo>
                  <a:pt x="10478" y="47993"/>
                </a:lnTo>
                <a:lnTo>
                  <a:pt x="10444" y="47970"/>
                </a:lnTo>
                <a:lnTo>
                  <a:pt x="10398" y="47959"/>
                </a:lnTo>
                <a:lnTo>
                  <a:pt x="10364" y="47948"/>
                </a:lnTo>
                <a:lnTo>
                  <a:pt x="10318" y="47959"/>
                </a:lnTo>
                <a:lnTo>
                  <a:pt x="10284" y="47970"/>
                </a:lnTo>
                <a:lnTo>
                  <a:pt x="10250" y="47993"/>
                </a:lnTo>
                <a:lnTo>
                  <a:pt x="10216" y="48027"/>
                </a:lnTo>
                <a:lnTo>
                  <a:pt x="8225" y="46867"/>
                </a:lnTo>
                <a:lnTo>
                  <a:pt x="8237" y="46821"/>
                </a:lnTo>
                <a:lnTo>
                  <a:pt x="8237" y="46776"/>
                </a:lnTo>
                <a:lnTo>
                  <a:pt x="8237" y="46719"/>
                </a:lnTo>
                <a:lnTo>
                  <a:pt x="8225" y="46685"/>
                </a:lnTo>
                <a:lnTo>
                  <a:pt x="8203" y="46639"/>
                </a:lnTo>
                <a:lnTo>
                  <a:pt x="8168" y="46605"/>
                </a:lnTo>
                <a:lnTo>
                  <a:pt x="8146" y="46571"/>
                </a:lnTo>
                <a:lnTo>
                  <a:pt x="8100" y="46548"/>
                </a:lnTo>
                <a:lnTo>
                  <a:pt x="8055" y="46537"/>
                </a:lnTo>
                <a:lnTo>
                  <a:pt x="8009" y="46526"/>
                </a:lnTo>
                <a:lnTo>
                  <a:pt x="8009" y="44194"/>
                </a:lnTo>
                <a:lnTo>
                  <a:pt x="8077" y="44171"/>
                </a:lnTo>
                <a:lnTo>
                  <a:pt x="8123" y="44137"/>
                </a:lnTo>
                <a:lnTo>
                  <a:pt x="8157" y="44080"/>
                </a:lnTo>
                <a:lnTo>
                  <a:pt x="8168" y="44012"/>
                </a:lnTo>
                <a:lnTo>
                  <a:pt x="8157" y="43955"/>
                </a:lnTo>
                <a:lnTo>
                  <a:pt x="10205" y="42772"/>
                </a:lnTo>
                <a:lnTo>
                  <a:pt x="10239" y="42806"/>
                </a:lnTo>
                <a:lnTo>
                  <a:pt x="10273" y="42829"/>
                </a:lnTo>
                <a:lnTo>
                  <a:pt x="10307" y="42851"/>
                </a:lnTo>
                <a:lnTo>
                  <a:pt x="10409" y="42851"/>
                </a:lnTo>
                <a:lnTo>
                  <a:pt x="10455" y="42829"/>
                </a:lnTo>
                <a:lnTo>
                  <a:pt x="10489" y="42806"/>
                </a:lnTo>
                <a:lnTo>
                  <a:pt x="10512" y="42772"/>
                </a:lnTo>
                <a:close/>
                <a:moveTo>
                  <a:pt x="20010" y="42783"/>
                </a:moveTo>
                <a:lnTo>
                  <a:pt x="21978" y="43921"/>
                </a:lnTo>
                <a:lnTo>
                  <a:pt x="21967" y="43966"/>
                </a:lnTo>
                <a:lnTo>
                  <a:pt x="21967" y="44012"/>
                </a:lnTo>
                <a:lnTo>
                  <a:pt x="21967" y="44057"/>
                </a:lnTo>
                <a:lnTo>
                  <a:pt x="21978" y="44103"/>
                </a:lnTo>
                <a:lnTo>
                  <a:pt x="22001" y="44148"/>
                </a:lnTo>
                <a:lnTo>
                  <a:pt x="22024" y="44182"/>
                </a:lnTo>
                <a:lnTo>
                  <a:pt x="22058" y="44216"/>
                </a:lnTo>
                <a:lnTo>
                  <a:pt x="22103" y="44239"/>
                </a:lnTo>
                <a:lnTo>
                  <a:pt x="22149" y="44251"/>
                </a:lnTo>
                <a:lnTo>
                  <a:pt x="22194" y="44262"/>
                </a:lnTo>
                <a:lnTo>
                  <a:pt x="22194" y="46514"/>
                </a:lnTo>
                <a:lnTo>
                  <a:pt x="22137" y="46514"/>
                </a:lnTo>
                <a:lnTo>
                  <a:pt x="22092" y="46537"/>
                </a:lnTo>
                <a:lnTo>
                  <a:pt x="22058" y="46560"/>
                </a:lnTo>
                <a:lnTo>
                  <a:pt x="22012" y="46594"/>
                </a:lnTo>
                <a:lnTo>
                  <a:pt x="21990" y="46628"/>
                </a:lnTo>
                <a:lnTo>
                  <a:pt x="21967" y="46674"/>
                </a:lnTo>
                <a:lnTo>
                  <a:pt x="21955" y="46719"/>
                </a:lnTo>
                <a:lnTo>
                  <a:pt x="21944" y="46776"/>
                </a:lnTo>
                <a:lnTo>
                  <a:pt x="21955" y="46821"/>
                </a:lnTo>
                <a:lnTo>
                  <a:pt x="21967" y="46878"/>
                </a:lnTo>
                <a:lnTo>
                  <a:pt x="19976" y="48027"/>
                </a:lnTo>
                <a:lnTo>
                  <a:pt x="19953" y="47993"/>
                </a:lnTo>
                <a:lnTo>
                  <a:pt x="19919" y="47970"/>
                </a:lnTo>
                <a:lnTo>
                  <a:pt x="19885" y="47959"/>
                </a:lnTo>
                <a:lnTo>
                  <a:pt x="19840" y="47948"/>
                </a:lnTo>
                <a:lnTo>
                  <a:pt x="19794" y="47959"/>
                </a:lnTo>
                <a:lnTo>
                  <a:pt x="19760" y="47970"/>
                </a:lnTo>
                <a:lnTo>
                  <a:pt x="19726" y="47993"/>
                </a:lnTo>
                <a:lnTo>
                  <a:pt x="19703" y="48027"/>
                </a:lnTo>
                <a:lnTo>
                  <a:pt x="17633" y="46833"/>
                </a:lnTo>
                <a:lnTo>
                  <a:pt x="17644" y="46776"/>
                </a:lnTo>
                <a:lnTo>
                  <a:pt x="17633" y="46708"/>
                </a:lnTo>
                <a:lnTo>
                  <a:pt x="17599" y="46651"/>
                </a:lnTo>
                <a:lnTo>
                  <a:pt x="17553" y="46617"/>
                </a:lnTo>
                <a:lnTo>
                  <a:pt x="17496" y="46594"/>
                </a:lnTo>
                <a:lnTo>
                  <a:pt x="17496" y="44228"/>
                </a:lnTo>
                <a:lnTo>
                  <a:pt x="17530" y="44228"/>
                </a:lnTo>
                <a:lnTo>
                  <a:pt x="17576" y="44205"/>
                </a:lnTo>
                <a:lnTo>
                  <a:pt x="17610" y="44182"/>
                </a:lnTo>
                <a:lnTo>
                  <a:pt x="17633" y="44160"/>
                </a:lnTo>
                <a:lnTo>
                  <a:pt x="17656" y="44125"/>
                </a:lnTo>
                <a:lnTo>
                  <a:pt x="17678" y="44091"/>
                </a:lnTo>
                <a:lnTo>
                  <a:pt x="17690" y="44057"/>
                </a:lnTo>
                <a:lnTo>
                  <a:pt x="17690" y="44012"/>
                </a:lnTo>
                <a:lnTo>
                  <a:pt x="17690" y="43978"/>
                </a:lnTo>
                <a:lnTo>
                  <a:pt x="17678" y="43932"/>
                </a:lnTo>
                <a:lnTo>
                  <a:pt x="19669" y="42783"/>
                </a:lnTo>
                <a:lnTo>
                  <a:pt x="19703" y="42817"/>
                </a:lnTo>
                <a:lnTo>
                  <a:pt x="19737" y="42851"/>
                </a:lnTo>
                <a:lnTo>
                  <a:pt x="19794" y="42863"/>
                </a:lnTo>
                <a:lnTo>
                  <a:pt x="19840" y="42874"/>
                </a:lnTo>
                <a:lnTo>
                  <a:pt x="19897" y="42863"/>
                </a:lnTo>
                <a:lnTo>
                  <a:pt x="19942" y="42840"/>
                </a:lnTo>
                <a:lnTo>
                  <a:pt x="19976" y="42817"/>
                </a:lnTo>
                <a:lnTo>
                  <a:pt x="20010" y="42783"/>
                </a:lnTo>
                <a:close/>
                <a:moveTo>
                  <a:pt x="67412" y="42772"/>
                </a:moveTo>
                <a:lnTo>
                  <a:pt x="69459" y="43955"/>
                </a:lnTo>
                <a:lnTo>
                  <a:pt x="69448" y="44012"/>
                </a:lnTo>
                <a:lnTo>
                  <a:pt x="69459" y="44080"/>
                </a:lnTo>
                <a:lnTo>
                  <a:pt x="69493" y="44137"/>
                </a:lnTo>
                <a:lnTo>
                  <a:pt x="69539" y="44171"/>
                </a:lnTo>
                <a:lnTo>
                  <a:pt x="69596" y="44194"/>
                </a:lnTo>
                <a:lnTo>
                  <a:pt x="69596" y="46560"/>
                </a:lnTo>
                <a:lnTo>
                  <a:pt x="69562" y="46560"/>
                </a:lnTo>
                <a:lnTo>
                  <a:pt x="69527" y="46583"/>
                </a:lnTo>
                <a:lnTo>
                  <a:pt x="69493" y="46594"/>
                </a:lnTo>
                <a:lnTo>
                  <a:pt x="69459" y="46628"/>
                </a:lnTo>
                <a:lnTo>
                  <a:pt x="69436" y="46651"/>
                </a:lnTo>
                <a:lnTo>
                  <a:pt x="69414" y="46696"/>
                </a:lnTo>
                <a:lnTo>
                  <a:pt x="69402" y="46730"/>
                </a:lnTo>
                <a:lnTo>
                  <a:pt x="69402" y="46776"/>
                </a:lnTo>
                <a:lnTo>
                  <a:pt x="69402" y="46810"/>
                </a:lnTo>
                <a:lnTo>
                  <a:pt x="69414" y="46856"/>
                </a:lnTo>
                <a:lnTo>
                  <a:pt x="67389" y="48027"/>
                </a:lnTo>
                <a:lnTo>
                  <a:pt x="67366" y="47993"/>
                </a:lnTo>
                <a:lnTo>
                  <a:pt x="67332" y="47970"/>
                </a:lnTo>
                <a:lnTo>
                  <a:pt x="67298" y="47959"/>
                </a:lnTo>
                <a:lnTo>
                  <a:pt x="67252" y="47948"/>
                </a:lnTo>
                <a:lnTo>
                  <a:pt x="67207" y="47959"/>
                </a:lnTo>
                <a:lnTo>
                  <a:pt x="67173" y="47970"/>
                </a:lnTo>
                <a:lnTo>
                  <a:pt x="67139" y="47993"/>
                </a:lnTo>
                <a:lnTo>
                  <a:pt x="67116" y="48027"/>
                </a:lnTo>
                <a:lnTo>
                  <a:pt x="65114" y="46867"/>
                </a:lnTo>
                <a:lnTo>
                  <a:pt x="65125" y="46821"/>
                </a:lnTo>
                <a:lnTo>
                  <a:pt x="65125" y="46776"/>
                </a:lnTo>
                <a:lnTo>
                  <a:pt x="65125" y="46719"/>
                </a:lnTo>
                <a:lnTo>
                  <a:pt x="65114" y="46685"/>
                </a:lnTo>
                <a:lnTo>
                  <a:pt x="65091" y="46639"/>
                </a:lnTo>
                <a:lnTo>
                  <a:pt x="65068" y="46605"/>
                </a:lnTo>
                <a:lnTo>
                  <a:pt x="65034" y="46571"/>
                </a:lnTo>
                <a:lnTo>
                  <a:pt x="64989" y="46548"/>
                </a:lnTo>
                <a:lnTo>
                  <a:pt x="64954" y="46537"/>
                </a:lnTo>
                <a:lnTo>
                  <a:pt x="64909" y="46526"/>
                </a:lnTo>
                <a:lnTo>
                  <a:pt x="64909" y="44194"/>
                </a:lnTo>
                <a:lnTo>
                  <a:pt x="64966" y="44171"/>
                </a:lnTo>
                <a:lnTo>
                  <a:pt x="65011" y="44137"/>
                </a:lnTo>
                <a:lnTo>
                  <a:pt x="65045" y="44080"/>
                </a:lnTo>
                <a:lnTo>
                  <a:pt x="65057" y="44012"/>
                </a:lnTo>
                <a:lnTo>
                  <a:pt x="65045" y="43955"/>
                </a:lnTo>
                <a:lnTo>
                  <a:pt x="67093" y="42772"/>
                </a:lnTo>
                <a:lnTo>
                  <a:pt x="67127" y="42806"/>
                </a:lnTo>
                <a:lnTo>
                  <a:pt x="67161" y="42829"/>
                </a:lnTo>
                <a:lnTo>
                  <a:pt x="67207" y="42851"/>
                </a:lnTo>
                <a:lnTo>
                  <a:pt x="67298" y="42851"/>
                </a:lnTo>
                <a:lnTo>
                  <a:pt x="67343" y="42829"/>
                </a:lnTo>
                <a:lnTo>
                  <a:pt x="67377" y="42806"/>
                </a:lnTo>
                <a:lnTo>
                  <a:pt x="67412" y="42772"/>
                </a:lnTo>
                <a:close/>
                <a:moveTo>
                  <a:pt x="76899" y="42783"/>
                </a:moveTo>
                <a:lnTo>
                  <a:pt x="78878" y="43921"/>
                </a:lnTo>
                <a:lnTo>
                  <a:pt x="78855" y="43966"/>
                </a:lnTo>
                <a:lnTo>
                  <a:pt x="78855" y="44012"/>
                </a:lnTo>
                <a:lnTo>
                  <a:pt x="78855" y="44057"/>
                </a:lnTo>
                <a:lnTo>
                  <a:pt x="78867" y="44103"/>
                </a:lnTo>
                <a:lnTo>
                  <a:pt x="78889" y="44148"/>
                </a:lnTo>
                <a:lnTo>
                  <a:pt x="78923" y="44182"/>
                </a:lnTo>
                <a:lnTo>
                  <a:pt x="78958" y="44216"/>
                </a:lnTo>
                <a:lnTo>
                  <a:pt x="78992" y="44239"/>
                </a:lnTo>
                <a:lnTo>
                  <a:pt x="79037" y="44251"/>
                </a:lnTo>
                <a:lnTo>
                  <a:pt x="79083" y="44262"/>
                </a:lnTo>
                <a:lnTo>
                  <a:pt x="79083" y="46514"/>
                </a:lnTo>
                <a:lnTo>
                  <a:pt x="79037" y="46514"/>
                </a:lnTo>
                <a:lnTo>
                  <a:pt x="78992" y="46537"/>
                </a:lnTo>
                <a:lnTo>
                  <a:pt x="78946" y="46560"/>
                </a:lnTo>
                <a:lnTo>
                  <a:pt x="78912" y="46594"/>
                </a:lnTo>
                <a:lnTo>
                  <a:pt x="78878" y="46628"/>
                </a:lnTo>
                <a:lnTo>
                  <a:pt x="78855" y="46674"/>
                </a:lnTo>
                <a:lnTo>
                  <a:pt x="78844" y="46719"/>
                </a:lnTo>
                <a:lnTo>
                  <a:pt x="78832" y="46776"/>
                </a:lnTo>
                <a:lnTo>
                  <a:pt x="78844" y="46821"/>
                </a:lnTo>
                <a:lnTo>
                  <a:pt x="78855" y="46878"/>
                </a:lnTo>
                <a:lnTo>
                  <a:pt x="76876" y="48027"/>
                </a:lnTo>
                <a:lnTo>
                  <a:pt x="76842" y="47993"/>
                </a:lnTo>
                <a:lnTo>
                  <a:pt x="76808" y="47970"/>
                </a:lnTo>
                <a:lnTo>
                  <a:pt x="76774" y="47959"/>
                </a:lnTo>
                <a:lnTo>
                  <a:pt x="76728" y="47948"/>
                </a:lnTo>
                <a:lnTo>
                  <a:pt x="76694" y="47959"/>
                </a:lnTo>
                <a:lnTo>
                  <a:pt x="76648" y="47970"/>
                </a:lnTo>
                <a:lnTo>
                  <a:pt x="76614" y="47993"/>
                </a:lnTo>
                <a:lnTo>
                  <a:pt x="76592" y="48027"/>
                </a:lnTo>
                <a:lnTo>
                  <a:pt x="74533" y="46833"/>
                </a:lnTo>
                <a:lnTo>
                  <a:pt x="74533" y="46776"/>
                </a:lnTo>
                <a:lnTo>
                  <a:pt x="74521" y="46708"/>
                </a:lnTo>
                <a:lnTo>
                  <a:pt x="74498" y="46651"/>
                </a:lnTo>
                <a:lnTo>
                  <a:pt x="74442" y="46617"/>
                </a:lnTo>
                <a:lnTo>
                  <a:pt x="74385" y="46594"/>
                </a:lnTo>
                <a:lnTo>
                  <a:pt x="74385" y="44228"/>
                </a:lnTo>
                <a:lnTo>
                  <a:pt x="74430" y="44228"/>
                </a:lnTo>
                <a:lnTo>
                  <a:pt x="74464" y="44205"/>
                </a:lnTo>
                <a:lnTo>
                  <a:pt x="74498" y="44182"/>
                </a:lnTo>
                <a:lnTo>
                  <a:pt x="74521" y="44160"/>
                </a:lnTo>
                <a:lnTo>
                  <a:pt x="74544" y="44125"/>
                </a:lnTo>
                <a:lnTo>
                  <a:pt x="74567" y="44091"/>
                </a:lnTo>
                <a:lnTo>
                  <a:pt x="74578" y="44057"/>
                </a:lnTo>
                <a:lnTo>
                  <a:pt x="74578" y="44012"/>
                </a:lnTo>
                <a:lnTo>
                  <a:pt x="74578" y="43978"/>
                </a:lnTo>
                <a:lnTo>
                  <a:pt x="74567" y="43932"/>
                </a:lnTo>
                <a:lnTo>
                  <a:pt x="76557" y="42783"/>
                </a:lnTo>
                <a:lnTo>
                  <a:pt x="76592" y="42817"/>
                </a:lnTo>
                <a:lnTo>
                  <a:pt x="76637" y="42851"/>
                </a:lnTo>
                <a:lnTo>
                  <a:pt x="76683" y="42863"/>
                </a:lnTo>
                <a:lnTo>
                  <a:pt x="76728" y="42874"/>
                </a:lnTo>
                <a:lnTo>
                  <a:pt x="76785" y="42863"/>
                </a:lnTo>
                <a:lnTo>
                  <a:pt x="76830" y="42840"/>
                </a:lnTo>
                <a:lnTo>
                  <a:pt x="76865" y="42817"/>
                </a:lnTo>
                <a:lnTo>
                  <a:pt x="76899" y="42783"/>
                </a:lnTo>
                <a:close/>
                <a:moveTo>
                  <a:pt x="854" y="0"/>
                </a:moveTo>
                <a:lnTo>
                  <a:pt x="854" y="1434"/>
                </a:lnTo>
                <a:lnTo>
                  <a:pt x="797" y="1456"/>
                </a:lnTo>
                <a:lnTo>
                  <a:pt x="740" y="1491"/>
                </a:lnTo>
                <a:lnTo>
                  <a:pt x="706" y="1547"/>
                </a:lnTo>
                <a:lnTo>
                  <a:pt x="695" y="1616"/>
                </a:lnTo>
                <a:lnTo>
                  <a:pt x="706" y="1673"/>
                </a:lnTo>
                <a:lnTo>
                  <a:pt x="1" y="2071"/>
                </a:lnTo>
                <a:lnTo>
                  <a:pt x="1" y="2128"/>
                </a:lnTo>
                <a:lnTo>
                  <a:pt x="729" y="1707"/>
                </a:lnTo>
                <a:lnTo>
                  <a:pt x="752" y="1741"/>
                </a:lnTo>
                <a:lnTo>
                  <a:pt x="786" y="1775"/>
                </a:lnTo>
                <a:lnTo>
                  <a:pt x="831" y="1786"/>
                </a:lnTo>
                <a:lnTo>
                  <a:pt x="877" y="1798"/>
                </a:lnTo>
                <a:lnTo>
                  <a:pt x="922" y="1786"/>
                </a:lnTo>
                <a:lnTo>
                  <a:pt x="968" y="1775"/>
                </a:lnTo>
                <a:lnTo>
                  <a:pt x="1002" y="1741"/>
                </a:lnTo>
                <a:lnTo>
                  <a:pt x="1036" y="1707"/>
                </a:lnTo>
                <a:lnTo>
                  <a:pt x="3061" y="2878"/>
                </a:lnTo>
                <a:lnTo>
                  <a:pt x="3050" y="2924"/>
                </a:lnTo>
                <a:lnTo>
                  <a:pt x="3038" y="2958"/>
                </a:lnTo>
                <a:lnTo>
                  <a:pt x="3050" y="3003"/>
                </a:lnTo>
                <a:lnTo>
                  <a:pt x="3061" y="3038"/>
                </a:lnTo>
                <a:lnTo>
                  <a:pt x="3095" y="3106"/>
                </a:lnTo>
                <a:lnTo>
                  <a:pt x="3152" y="3151"/>
                </a:lnTo>
                <a:lnTo>
                  <a:pt x="3186" y="3163"/>
                </a:lnTo>
                <a:lnTo>
                  <a:pt x="3232" y="3163"/>
                </a:lnTo>
                <a:lnTo>
                  <a:pt x="3232" y="5506"/>
                </a:lnTo>
                <a:lnTo>
                  <a:pt x="3186" y="5506"/>
                </a:lnTo>
                <a:lnTo>
                  <a:pt x="3152" y="5529"/>
                </a:lnTo>
                <a:lnTo>
                  <a:pt x="3118" y="5540"/>
                </a:lnTo>
                <a:lnTo>
                  <a:pt x="3084" y="5574"/>
                </a:lnTo>
                <a:lnTo>
                  <a:pt x="3061" y="5608"/>
                </a:lnTo>
                <a:lnTo>
                  <a:pt x="3038" y="5643"/>
                </a:lnTo>
                <a:lnTo>
                  <a:pt x="3027" y="5677"/>
                </a:lnTo>
                <a:lnTo>
                  <a:pt x="3027" y="5722"/>
                </a:lnTo>
                <a:lnTo>
                  <a:pt x="3027" y="5756"/>
                </a:lnTo>
                <a:lnTo>
                  <a:pt x="3038" y="5790"/>
                </a:lnTo>
                <a:lnTo>
                  <a:pt x="1082" y="6928"/>
                </a:lnTo>
                <a:lnTo>
                  <a:pt x="1036" y="6882"/>
                </a:lnTo>
                <a:lnTo>
                  <a:pt x="991" y="6860"/>
                </a:lnTo>
                <a:lnTo>
                  <a:pt x="934" y="6837"/>
                </a:lnTo>
                <a:lnTo>
                  <a:pt x="877" y="6826"/>
                </a:lnTo>
                <a:lnTo>
                  <a:pt x="820" y="6837"/>
                </a:lnTo>
                <a:lnTo>
                  <a:pt x="763" y="6860"/>
                </a:lnTo>
                <a:lnTo>
                  <a:pt x="718" y="6882"/>
                </a:lnTo>
                <a:lnTo>
                  <a:pt x="683" y="6928"/>
                </a:lnTo>
                <a:lnTo>
                  <a:pt x="1" y="6541"/>
                </a:lnTo>
                <a:lnTo>
                  <a:pt x="1" y="6587"/>
                </a:lnTo>
                <a:lnTo>
                  <a:pt x="661" y="6973"/>
                </a:lnTo>
                <a:lnTo>
                  <a:pt x="649" y="7019"/>
                </a:lnTo>
                <a:lnTo>
                  <a:pt x="638" y="7064"/>
                </a:lnTo>
                <a:lnTo>
                  <a:pt x="638" y="7110"/>
                </a:lnTo>
                <a:lnTo>
                  <a:pt x="661" y="7155"/>
                </a:lnTo>
                <a:lnTo>
                  <a:pt x="672" y="7201"/>
                </a:lnTo>
                <a:lnTo>
                  <a:pt x="706" y="7235"/>
                </a:lnTo>
                <a:lnTo>
                  <a:pt x="729" y="7258"/>
                </a:lnTo>
                <a:lnTo>
                  <a:pt x="774" y="7281"/>
                </a:lnTo>
                <a:lnTo>
                  <a:pt x="809" y="7303"/>
                </a:lnTo>
                <a:lnTo>
                  <a:pt x="854" y="7303"/>
                </a:lnTo>
                <a:lnTo>
                  <a:pt x="854" y="9601"/>
                </a:lnTo>
                <a:lnTo>
                  <a:pt x="820" y="9613"/>
                </a:lnTo>
                <a:lnTo>
                  <a:pt x="774" y="9624"/>
                </a:lnTo>
                <a:lnTo>
                  <a:pt x="740" y="9647"/>
                </a:lnTo>
                <a:lnTo>
                  <a:pt x="718" y="9669"/>
                </a:lnTo>
                <a:lnTo>
                  <a:pt x="683" y="9704"/>
                </a:lnTo>
                <a:lnTo>
                  <a:pt x="672" y="9738"/>
                </a:lnTo>
                <a:lnTo>
                  <a:pt x="661" y="9783"/>
                </a:lnTo>
                <a:lnTo>
                  <a:pt x="649" y="9829"/>
                </a:lnTo>
                <a:lnTo>
                  <a:pt x="661" y="9863"/>
                </a:lnTo>
                <a:lnTo>
                  <a:pt x="672" y="9897"/>
                </a:lnTo>
                <a:lnTo>
                  <a:pt x="1" y="10284"/>
                </a:lnTo>
                <a:lnTo>
                  <a:pt x="1" y="10341"/>
                </a:lnTo>
                <a:lnTo>
                  <a:pt x="683" y="9942"/>
                </a:lnTo>
                <a:lnTo>
                  <a:pt x="729" y="9988"/>
                </a:lnTo>
                <a:lnTo>
                  <a:pt x="763" y="10022"/>
                </a:lnTo>
                <a:lnTo>
                  <a:pt x="820" y="10045"/>
                </a:lnTo>
                <a:lnTo>
                  <a:pt x="934" y="10045"/>
                </a:lnTo>
                <a:lnTo>
                  <a:pt x="991" y="10022"/>
                </a:lnTo>
                <a:lnTo>
                  <a:pt x="1036" y="9988"/>
                </a:lnTo>
                <a:lnTo>
                  <a:pt x="1070" y="9942"/>
                </a:lnTo>
                <a:lnTo>
                  <a:pt x="3004" y="11057"/>
                </a:lnTo>
                <a:lnTo>
                  <a:pt x="2993" y="11114"/>
                </a:lnTo>
                <a:lnTo>
                  <a:pt x="2981" y="11171"/>
                </a:lnTo>
                <a:lnTo>
                  <a:pt x="2981" y="11228"/>
                </a:lnTo>
                <a:lnTo>
                  <a:pt x="3004" y="11273"/>
                </a:lnTo>
                <a:lnTo>
                  <a:pt x="3027" y="11319"/>
                </a:lnTo>
                <a:lnTo>
                  <a:pt x="3050" y="11353"/>
                </a:lnTo>
                <a:lnTo>
                  <a:pt x="3084" y="11387"/>
                </a:lnTo>
                <a:lnTo>
                  <a:pt x="3129" y="11410"/>
                </a:lnTo>
                <a:lnTo>
                  <a:pt x="3175" y="11433"/>
                </a:lnTo>
                <a:lnTo>
                  <a:pt x="3232" y="11444"/>
                </a:lnTo>
                <a:lnTo>
                  <a:pt x="3232" y="13765"/>
                </a:lnTo>
                <a:lnTo>
                  <a:pt x="3163" y="13776"/>
                </a:lnTo>
                <a:lnTo>
                  <a:pt x="3118" y="13821"/>
                </a:lnTo>
                <a:lnTo>
                  <a:pt x="3095" y="13867"/>
                </a:lnTo>
                <a:lnTo>
                  <a:pt x="3084" y="13935"/>
                </a:lnTo>
                <a:lnTo>
                  <a:pt x="3084" y="13981"/>
                </a:lnTo>
                <a:lnTo>
                  <a:pt x="1070" y="15152"/>
                </a:lnTo>
                <a:lnTo>
                  <a:pt x="1036" y="15107"/>
                </a:lnTo>
                <a:lnTo>
                  <a:pt x="991" y="15073"/>
                </a:lnTo>
                <a:lnTo>
                  <a:pt x="934" y="15050"/>
                </a:lnTo>
                <a:lnTo>
                  <a:pt x="820" y="15050"/>
                </a:lnTo>
                <a:lnTo>
                  <a:pt x="774" y="15073"/>
                </a:lnTo>
                <a:lnTo>
                  <a:pt x="729" y="15107"/>
                </a:lnTo>
                <a:lnTo>
                  <a:pt x="695" y="15141"/>
                </a:lnTo>
                <a:lnTo>
                  <a:pt x="1" y="14743"/>
                </a:lnTo>
                <a:lnTo>
                  <a:pt x="1" y="14800"/>
                </a:lnTo>
                <a:lnTo>
                  <a:pt x="672" y="15187"/>
                </a:lnTo>
                <a:lnTo>
                  <a:pt x="649" y="15232"/>
                </a:lnTo>
                <a:lnTo>
                  <a:pt x="649" y="15278"/>
                </a:lnTo>
                <a:lnTo>
                  <a:pt x="649" y="15323"/>
                </a:lnTo>
                <a:lnTo>
                  <a:pt x="661" y="15357"/>
                </a:lnTo>
                <a:lnTo>
                  <a:pt x="683" y="15403"/>
                </a:lnTo>
                <a:lnTo>
                  <a:pt x="706" y="15437"/>
                </a:lnTo>
                <a:lnTo>
                  <a:pt x="740" y="15460"/>
                </a:lnTo>
                <a:lnTo>
                  <a:pt x="774" y="15482"/>
                </a:lnTo>
                <a:lnTo>
                  <a:pt x="820" y="15494"/>
                </a:lnTo>
                <a:lnTo>
                  <a:pt x="854" y="15505"/>
                </a:lnTo>
                <a:lnTo>
                  <a:pt x="854" y="17791"/>
                </a:lnTo>
                <a:lnTo>
                  <a:pt x="809" y="17791"/>
                </a:lnTo>
                <a:lnTo>
                  <a:pt x="763" y="17814"/>
                </a:lnTo>
                <a:lnTo>
                  <a:pt x="729" y="17837"/>
                </a:lnTo>
                <a:lnTo>
                  <a:pt x="695" y="17871"/>
                </a:lnTo>
                <a:lnTo>
                  <a:pt x="672" y="17905"/>
                </a:lnTo>
                <a:lnTo>
                  <a:pt x="649" y="17939"/>
                </a:lnTo>
                <a:lnTo>
                  <a:pt x="638" y="17985"/>
                </a:lnTo>
                <a:lnTo>
                  <a:pt x="627" y="18030"/>
                </a:lnTo>
                <a:lnTo>
                  <a:pt x="638" y="18087"/>
                </a:lnTo>
                <a:lnTo>
                  <a:pt x="649" y="18133"/>
                </a:lnTo>
                <a:lnTo>
                  <a:pt x="1" y="18497"/>
                </a:lnTo>
                <a:lnTo>
                  <a:pt x="1" y="18554"/>
                </a:lnTo>
                <a:lnTo>
                  <a:pt x="672" y="18167"/>
                </a:lnTo>
                <a:lnTo>
                  <a:pt x="706" y="18212"/>
                </a:lnTo>
                <a:lnTo>
                  <a:pt x="752" y="18258"/>
                </a:lnTo>
                <a:lnTo>
                  <a:pt x="820" y="18281"/>
                </a:lnTo>
                <a:lnTo>
                  <a:pt x="945" y="18281"/>
                </a:lnTo>
                <a:lnTo>
                  <a:pt x="1002" y="18258"/>
                </a:lnTo>
                <a:lnTo>
                  <a:pt x="1047" y="18212"/>
                </a:lnTo>
                <a:lnTo>
                  <a:pt x="1093" y="18167"/>
                </a:lnTo>
                <a:lnTo>
                  <a:pt x="3015" y="19282"/>
                </a:lnTo>
                <a:lnTo>
                  <a:pt x="3004" y="19327"/>
                </a:lnTo>
                <a:lnTo>
                  <a:pt x="2993" y="19384"/>
                </a:lnTo>
                <a:lnTo>
                  <a:pt x="3004" y="19430"/>
                </a:lnTo>
                <a:lnTo>
                  <a:pt x="3015" y="19475"/>
                </a:lnTo>
                <a:lnTo>
                  <a:pt x="3038" y="19521"/>
                </a:lnTo>
                <a:lnTo>
                  <a:pt x="3061" y="19555"/>
                </a:lnTo>
                <a:lnTo>
                  <a:pt x="3095" y="19589"/>
                </a:lnTo>
                <a:lnTo>
                  <a:pt x="3141" y="19612"/>
                </a:lnTo>
                <a:lnTo>
                  <a:pt x="3175" y="19623"/>
                </a:lnTo>
                <a:lnTo>
                  <a:pt x="3232" y="19634"/>
                </a:lnTo>
                <a:lnTo>
                  <a:pt x="3232" y="21909"/>
                </a:lnTo>
                <a:lnTo>
                  <a:pt x="3186" y="21921"/>
                </a:lnTo>
                <a:lnTo>
                  <a:pt x="3141" y="21932"/>
                </a:lnTo>
                <a:lnTo>
                  <a:pt x="3106" y="21955"/>
                </a:lnTo>
                <a:lnTo>
                  <a:pt x="3072" y="21978"/>
                </a:lnTo>
                <a:lnTo>
                  <a:pt x="3050" y="22012"/>
                </a:lnTo>
                <a:lnTo>
                  <a:pt x="3027" y="22057"/>
                </a:lnTo>
                <a:lnTo>
                  <a:pt x="3015" y="22091"/>
                </a:lnTo>
                <a:lnTo>
                  <a:pt x="3015" y="22137"/>
                </a:lnTo>
                <a:lnTo>
                  <a:pt x="3015" y="22182"/>
                </a:lnTo>
                <a:lnTo>
                  <a:pt x="3027" y="22228"/>
                </a:lnTo>
                <a:lnTo>
                  <a:pt x="1082" y="23343"/>
                </a:lnTo>
                <a:lnTo>
                  <a:pt x="1047" y="23297"/>
                </a:lnTo>
                <a:lnTo>
                  <a:pt x="1002" y="23263"/>
                </a:lnTo>
                <a:lnTo>
                  <a:pt x="945" y="23240"/>
                </a:lnTo>
                <a:lnTo>
                  <a:pt x="820" y="23240"/>
                </a:lnTo>
                <a:lnTo>
                  <a:pt x="763" y="23263"/>
                </a:lnTo>
                <a:lnTo>
                  <a:pt x="706" y="23297"/>
                </a:lnTo>
                <a:lnTo>
                  <a:pt x="672" y="23343"/>
                </a:lnTo>
                <a:lnTo>
                  <a:pt x="1" y="22956"/>
                </a:lnTo>
                <a:lnTo>
                  <a:pt x="1" y="23013"/>
                </a:lnTo>
                <a:lnTo>
                  <a:pt x="649" y="23388"/>
                </a:lnTo>
                <a:lnTo>
                  <a:pt x="638" y="23434"/>
                </a:lnTo>
                <a:lnTo>
                  <a:pt x="627" y="23491"/>
                </a:lnTo>
                <a:lnTo>
                  <a:pt x="638" y="23536"/>
                </a:lnTo>
                <a:lnTo>
                  <a:pt x="649" y="23582"/>
                </a:lnTo>
                <a:lnTo>
                  <a:pt x="672" y="23627"/>
                </a:lnTo>
                <a:lnTo>
                  <a:pt x="695" y="23661"/>
                </a:lnTo>
                <a:lnTo>
                  <a:pt x="729" y="23684"/>
                </a:lnTo>
                <a:lnTo>
                  <a:pt x="763" y="23718"/>
                </a:lnTo>
                <a:lnTo>
                  <a:pt x="809" y="23729"/>
                </a:lnTo>
                <a:lnTo>
                  <a:pt x="854" y="23741"/>
                </a:lnTo>
                <a:lnTo>
                  <a:pt x="854" y="26050"/>
                </a:lnTo>
                <a:lnTo>
                  <a:pt x="786" y="26073"/>
                </a:lnTo>
                <a:lnTo>
                  <a:pt x="729" y="26118"/>
                </a:lnTo>
                <a:lnTo>
                  <a:pt x="695" y="26175"/>
                </a:lnTo>
                <a:lnTo>
                  <a:pt x="683" y="26209"/>
                </a:lnTo>
                <a:lnTo>
                  <a:pt x="683" y="26243"/>
                </a:lnTo>
                <a:lnTo>
                  <a:pt x="695" y="26312"/>
                </a:lnTo>
                <a:lnTo>
                  <a:pt x="1" y="26710"/>
                </a:lnTo>
                <a:lnTo>
                  <a:pt x="1" y="26767"/>
                </a:lnTo>
                <a:lnTo>
                  <a:pt x="718" y="26357"/>
                </a:lnTo>
                <a:lnTo>
                  <a:pt x="752" y="26391"/>
                </a:lnTo>
                <a:lnTo>
                  <a:pt x="786" y="26414"/>
                </a:lnTo>
                <a:lnTo>
                  <a:pt x="831" y="26437"/>
                </a:lnTo>
                <a:lnTo>
                  <a:pt x="934" y="26437"/>
                </a:lnTo>
                <a:lnTo>
                  <a:pt x="968" y="26414"/>
                </a:lnTo>
                <a:lnTo>
                  <a:pt x="1013" y="26391"/>
                </a:lnTo>
                <a:lnTo>
                  <a:pt x="1047" y="26346"/>
                </a:lnTo>
                <a:lnTo>
                  <a:pt x="3050" y="27506"/>
                </a:lnTo>
                <a:lnTo>
                  <a:pt x="3038" y="27552"/>
                </a:lnTo>
                <a:lnTo>
                  <a:pt x="3027" y="27597"/>
                </a:lnTo>
                <a:lnTo>
                  <a:pt x="3038" y="27631"/>
                </a:lnTo>
                <a:lnTo>
                  <a:pt x="3050" y="27677"/>
                </a:lnTo>
                <a:lnTo>
                  <a:pt x="3061" y="27711"/>
                </a:lnTo>
                <a:lnTo>
                  <a:pt x="3084" y="27745"/>
                </a:lnTo>
                <a:lnTo>
                  <a:pt x="3118" y="27768"/>
                </a:lnTo>
                <a:lnTo>
                  <a:pt x="3152" y="27790"/>
                </a:lnTo>
                <a:lnTo>
                  <a:pt x="3186" y="27802"/>
                </a:lnTo>
                <a:lnTo>
                  <a:pt x="3232" y="27813"/>
                </a:lnTo>
                <a:lnTo>
                  <a:pt x="3232" y="30145"/>
                </a:lnTo>
                <a:lnTo>
                  <a:pt x="3186" y="30157"/>
                </a:lnTo>
                <a:lnTo>
                  <a:pt x="3152" y="30168"/>
                </a:lnTo>
                <a:lnTo>
                  <a:pt x="3095" y="30213"/>
                </a:lnTo>
                <a:lnTo>
                  <a:pt x="3072" y="30236"/>
                </a:lnTo>
                <a:lnTo>
                  <a:pt x="3050" y="30270"/>
                </a:lnTo>
                <a:lnTo>
                  <a:pt x="3038" y="30316"/>
                </a:lnTo>
                <a:lnTo>
                  <a:pt x="3038" y="30350"/>
                </a:lnTo>
                <a:lnTo>
                  <a:pt x="3038" y="30384"/>
                </a:lnTo>
                <a:lnTo>
                  <a:pt x="3050" y="30430"/>
                </a:lnTo>
                <a:lnTo>
                  <a:pt x="1047" y="31578"/>
                </a:lnTo>
                <a:lnTo>
                  <a:pt x="1013" y="31544"/>
                </a:lnTo>
                <a:lnTo>
                  <a:pt x="979" y="31522"/>
                </a:lnTo>
                <a:lnTo>
                  <a:pt x="934" y="31499"/>
                </a:lnTo>
                <a:lnTo>
                  <a:pt x="831" y="31499"/>
                </a:lnTo>
                <a:lnTo>
                  <a:pt x="786" y="31522"/>
                </a:lnTo>
                <a:lnTo>
                  <a:pt x="740" y="31544"/>
                </a:lnTo>
                <a:lnTo>
                  <a:pt x="718" y="31578"/>
                </a:lnTo>
                <a:lnTo>
                  <a:pt x="1" y="31169"/>
                </a:lnTo>
                <a:lnTo>
                  <a:pt x="1" y="31226"/>
                </a:lnTo>
                <a:lnTo>
                  <a:pt x="695" y="31624"/>
                </a:lnTo>
                <a:lnTo>
                  <a:pt x="683" y="31658"/>
                </a:lnTo>
                <a:lnTo>
                  <a:pt x="672" y="31704"/>
                </a:lnTo>
                <a:lnTo>
                  <a:pt x="683" y="31738"/>
                </a:lnTo>
                <a:lnTo>
                  <a:pt x="695" y="31772"/>
                </a:lnTo>
                <a:lnTo>
                  <a:pt x="729" y="31829"/>
                </a:lnTo>
                <a:lnTo>
                  <a:pt x="786" y="31874"/>
                </a:lnTo>
                <a:lnTo>
                  <a:pt x="820" y="31897"/>
                </a:lnTo>
                <a:lnTo>
                  <a:pt x="854" y="31897"/>
                </a:lnTo>
                <a:lnTo>
                  <a:pt x="854" y="34263"/>
                </a:lnTo>
                <a:lnTo>
                  <a:pt x="786" y="34286"/>
                </a:lnTo>
                <a:lnTo>
                  <a:pt x="740" y="34331"/>
                </a:lnTo>
                <a:lnTo>
                  <a:pt x="695" y="34388"/>
                </a:lnTo>
                <a:lnTo>
                  <a:pt x="683" y="34422"/>
                </a:lnTo>
                <a:lnTo>
                  <a:pt x="683" y="34456"/>
                </a:lnTo>
                <a:lnTo>
                  <a:pt x="695" y="34525"/>
                </a:lnTo>
                <a:lnTo>
                  <a:pt x="1" y="34923"/>
                </a:lnTo>
                <a:lnTo>
                  <a:pt x="1" y="34980"/>
                </a:lnTo>
                <a:lnTo>
                  <a:pt x="718" y="34559"/>
                </a:lnTo>
                <a:lnTo>
                  <a:pt x="752" y="34604"/>
                </a:lnTo>
                <a:lnTo>
                  <a:pt x="786" y="34627"/>
                </a:lnTo>
                <a:lnTo>
                  <a:pt x="831" y="34638"/>
                </a:lnTo>
                <a:lnTo>
                  <a:pt x="877" y="34650"/>
                </a:lnTo>
                <a:lnTo>
                  <a:pt x="934" y="34638"/>
                </a:lnTo>
                <a:lnTo>
                  <a:pt x="968" y="34627"/>
                </a:lnTo>
                <a:lnTo>
                  <a:pt x="1013" y="34593"/>
                </a:lnTo>
                <a:lnTo>
                  <a:pt x="1036" y="34559"/>
                </a:lnTo>
                <a:lnTo>
                  <a:pt x="3027" y="35708"/>
                </a:lnTo>
                <a:lnTo>
                  <a:pt x="3015" y="35753"/>
                </a:lnTo>
                <a:lnTo>
                  <a:pt x="3015" y="35810"/>
                </a:lnTo>
                <a:lnTo>
                  <a:pt x="3015" y="35856"/>
                </a:lnTo>
                <a:lnTo>
                  <a:pt x="3027" y="35890"/>
                </a:lnTo>
                <a:lnTo>
                  <a:pt x="3050" y="35935"/>
                </a:lnTo>
                <a:lnTo>
                  <a:pt x="3072" y="35969"/>
                </a:lnTo>
                <a:lnTo>
                  <a:pt x="3106" y="35992"/>
                </a:lnTo>
                <a:lnTo>
                  <a:pt x="3141" y="36015"/>
                </a:lnTo>
                <a:lnTo>
                  <a:pt x="3186" y="36038"/>
                </a:lnTo>
                <a:lnTo>
                  <a:pt x="3232" y="36038"/>
                </a:lnTo>
                <a:lnTo>
                  <a:pt x="3232" y="38392"/>
                </a:lnTo>
                <a:lnTo>
                  <a:pt x="3163" y="38404"/>
                </a:lnTo>
                <a:lnTo>
                  <a:pt x="3118" y="38449"/>
                </a:lnTo>
                <a:lnTo>
                  <a:pt x="3084" y="38495"/>
                </a:lnTo>
                <a:lnTo>
                  <a:pt x="3072" y="38563"/>
                </a:lnTo>
                <a:lnTo>
                  <a:pt x="3084" y="38620"/>
                </a:lnTo>
                <a:lnTo>
                  <a:pt x="1104" y="39757"/>
                </a:lnTo>
                <a:lnTo>
                  <a:pt x="1059" y="39712"/>
                </a:lnTo>
                <a:lnTo>
                  <a:pt x="1013" y="39678"/>
                </a:lnTo>
                <a:lnTo>
                  <a:pt x="945" y="39655"/>
                </a:lnTo>
                <a:lnTo>
                  <a:pt x="877" y="39644"/>
                </a:lnTo>
                <a:lnTo>
                  <a:pt x="809" y="39655"/>
                </a:lnTo>
                <a:lnTo>
                  <a:pt x="752" y="39678"/>
                </a:lnTo>
                <a:lnTo>
                  <a:pt x="695" y="39712"/>
                </a:lnTo>
                <a:lnTo>
                  <a:pt x="661" y="39757"/>
                </a:lnTo>
                <a:lnTo>
                  <a:pt x="1" y="39382"/>
                </a:lnTo>
                <a:lnTo>
                  <a:pt x="1" y="39439"/>
                </a:lnTo>
                <a:lnTo>
                  <a:pt x="638" y="39803"/>
                </a:lnTo>
                <a:lnTo>
                  <a:pt x="615" y="39848"/>
                </a:lnTo>
                <a:lnTo>
                  <a:pt x="615" y="39905"/>
                </a:lnTo>
                <a:lnTo>
                  <a:pt x="615" y="39962"/>
                </a:lnTo>
                <a:lnTo>
                  <a:pt x="627" y="40008"/>
                </a:lnTo>
                <a:lnTo>
                  <a:pt x="649" y="40053"/>
                </a:lnTo>
                <a:lnTo>
                  <a:pt x="683" y="40087"/>
                </a:lnTo>
                <a:lnTo>
                  <a:pt x="718" y="40121"/>
                </a:lnTo>
                <a:lnTo>
                  <a:pt x="763" y="40144"/>
                </a:lnTo>
                <a:lnTo>
                  <a:pt x="809" y="40167"/>
                </a:lnTo>
                <a:lnTo>
                  <a:pt x="854" y="40178"/>
                </a:lnTo>
                <a:lnTo>
                  <a:pt x="854" y="42499"/>
                </a:lnTo>
                <a:lnTo>
                  <a:pt x="797" y="42522"/>
                </a:lnTo>
                <a:lnTo>
                  <a:pt x="752" y="42556"/>
                </a:lnTo>
                <a:lnTo>
                  <a:pt x="729" y="42613"/>
                </a:lnTo>
                <a:lnTo>
                  <a:pt x="718" y="42669"/>
                </a:lnTo>
                <a:lnTo>
                  <a:pt x="729" y="42715"/>
                </a:lnTo>
                <a:lnTo>
                  <a:pt x="1" y="43136"/>
                </a:lnTo>
                <a:lnTo>
                  <a:pt x="1" y="43193"/>
                </a:lnTo>
                <a:lnTo>
                  <a:pt x="740" y="42760"/>
                </a:lnTo>
                <a:lnTo>
                  <a:pt x="774" y="42795"/>
                </a:lnTo>
                <a:lnTo>
                  <a:pt x="797" y="42817"/>
                </a:lnTo>
                <a:lnTo>
                  <a:pt x="843" y="42829"/>
                </a:lnTo>
                <a:lnTo>
                  <a:pt x="922" y="42829"/>
                </a:lnTo>
                <a:lnTo>
                  <a:pt x="956" y="42817"/>
                </a:lnTo>
                <a:lnTo>
                  <a:pt x="991" y="42795"/>
                </a:lnTo>
                <a:lnTo>
                  <a:pt x="1013" y="42760"/>
                </a:lnTo>
                <a:lnTo>
                  <a:pt x="3061" y="43943"/>
                </a:lnTo>
                <a:lnTo>
                  <a:pt x="3050" y="43978"/>
                </a:lnTo>
                <a:lnTo>
                  <a:pt x="3038" y="44012"/>
                </a:lnTo>
                <a:lnTo>
                  <a:pt x="3050" y="44057"/>
                </a:lnTo>
                <a:lnTo>
                  <a:pt x="3061" y="44091"/>
                </a:lnTo>
                <a:lnTo>
                  <a:pt x="3095" y="44148"/>
                </a:lnTo>
                <a:lnTo>
                  <a:pt x="3152" y="44194"/>
                </a:lnTo>
                <a:lnTo>
                  <a:pt x="3186" y="44216"/>
                </a:lnTo>
                <a:lnTo>
                  <a:pt x="3232" y="44216"/>
                </a:lnTo>
                <a:lnTo>
                  <a:pt x="3232" y="46537"/>
                </a:lnTo>
                <a:lnTo>
                  <a:pt x="3186" y="46537"/>
                </a:lnTo>
                <a:lnTo>
                  <a:pt x="3141" y="46560"/>
                </a:lnTo>
                <a:lnTo>
                  <a:pt x="3106" y="46583"/>
                </a:lnTo>
                <a:lnTo>
                  <a:pt x="3072" y="46605"/>
                </a:lnTo>
                <a:lnTo>
                  <a:pt x="3050" y="46639"/>
                </a:lnTo>
                <a:lnTo>
                  <a:pt x="3027" y="46685"/>
                </a:lnTo>
                <a:lnTo>
                  <a:pt x="3015" y="46730"/>
                </a:lnTo>
                <a:lnTo>
                  <a:pt x="3004" y="46776"/>
                </a:lnTo>
                <a:lnTo>
                  <a:pt x="3015" y="46821"/>
                </a:lnTo>
                <a:lnTo>
                  <a:pt x="3027" y="46867"/>
                </a:lnTo>
                <a:lnTo>
                  <a:pt x="1082" y="47982"/>
                </a:lnTo>
                <a:lnTo>
                  <a:pt x="1047" y="47936"/>
                </a:lnTo>
                <a:lnTo>
                  <a:pt x="1002" y="47902"/>
                </a:lnTo>
                <a:lnTo>
                  <a:pt x="945" y="47879"/>
                </a:lnTo>
                <a:lnTo>
                  <a:pt x="820" y="47879"/>
                </a:lnTo>
                <a:lnTo>
                  <a:pt x="763" y="47902"/>
                </a:lnTo>
                <a:lnTo>
                  <a:pt x="718" y="47936"/>
                </a:lnTo>
                <a:lnTo>
                  <a:pt x="672" y="47982"/>
                </a:lnTo>
                <a:lnTo>
                  <a:pt x="1" y="47595"/>
                </a:lnTo>
                <a:lnTo>
                  <a:pt x="1" y="47652"/>
                </a:lnTo>
                <a:lnTo>
                  <a:pt x="649" y="48027"/>
                </a:lnTo>
                <a:lnTo>
                  <a:pt x="638" y="48073"/>
                </a:lnTo>
                <a:lnTo>
                  <a:pt x="638" y="48118"/>
                </a:lnTo>
                <a:lnTo>
                  <a:pt x="638" y="48164"/>
                </a:lnTo>
                <a:lnTo>
                  <a:pt x="649" y="48209"/>
                </a:lnTo>
                <a:lnTo>
                  <a:pt x="672" y="48243"/>
                </a:lnTo>
                <a:lnTo>
                  <a:pt x="695" y="48289"/>
                </a:lnTo>
                <a:lnTo>
                  <a:pt x="729" y="48312"/>
                </a:lnTo>
                <a:lnTo>
                  <a:pt x="774" y="48334"/>
                </a:lnTo>
                <a:lnTo>
                  <a:pt x="809" y="48357"/>
                </a:lnTo>
                <a:lnTo>
                  <a:pt x="854" y="48357"/>
                </a:lnTo>
                <a:lnTo>
                  <a:pt x="854" y="49142"/>
                </a:lnTo>
                <a:lnTo>
                  <a:pt x="900" y="49142"/>
                </a:lnTo>
                <a:lnTo>
                  <a:pt x="900" y="48357"/>
                </a:lnTo>
                <a:lnTo>
                  <a:pt x="945" y="48357"/>
                </a:lnTo>
                <a:lnTo>
                  <a:pt x="991" y="48334"/>
                </a:lnTo>
                <a:lnTo>
                  <a:pt x="1025" y="48312"/>
                </a:lnTo>
                <a:lnTo>
                  <a:pt x="1059" y="48277"/>
                </a:lnTo>
                <a:lnTo>
                  <a:pt x="1082" y="48243"/>
                </a:lnTo>
                <a:lnTo>
                  <a:pt x="1104" y="48209"/>
                </a:lnTo>
                <a:lnTo>
                  <a:pt x="1116" y="48164"/>
                </a:lnTo>
                <a:lnTo>
                  <a:pt x="1127" y="48118"/>
                </a:lnTo>
                <a:lnTo>
                  <a:pt x="1116" y="48073"/>
                </a:lnTo>
                <a:lnTo>
                  <a:pt x="1104" y="48027"/>
                </a:lnTo>
                <a:lnTo>
                  <a:pt x="3050" y="46901"/>
                </a:lnTo>
                <a:lnTo>
                  <a:pt x="3084" y="46947"/>
                </a:lnTo>
                <a:lnTo>
                  <a:pt x="3129" y="46981"/>
                </a:lnTo>
                <a:lnTo>
                  <a:pt x="3186" y="47003"/>
                </a:lnTo>
                <a:lnTo>
                  <a:pt x="3254" y="47015"/>
                </a:lnTo>
                <a:lnTo>
                  <a:pt x="3311" y="47003"/>
                </a:lnTo>
                <a:lnTo>
                  <a:pt x="3368" y="46981"/>
                </a:lnTo>
                <a:lnTo>
                  <a:pt x="3414" y="46947"/>
                </a:lnTo>
                <a:lnTo>
                  <a:pt x="3448" y="46901"/>
                </a:lnTo>
                <a:lnTo>
                  <a:pt x="5416" y="48039"/>
                </a:lnTo>
                <a:lnTo>
                  <a:pt x="5404" y="48073"/>
                </a:lnTo>
                <a:lnTo>
                  <a:pt x="5404" y="48118"/>
                </a:lnTo>
                <a:lnTo>
                  <a:pt x="5404" y="48164"/>
                </a:lnTo>
                <a:lnTo>
                  <a:pt x="5416" y="48198"/>
                </a:lnTo>
                <a:lnTo>
                  <a:pt x="5427" y="48232"/>
                </a:lnTo>
                <a:lnTo>
                  <a:pt x="5461" y="48266"/>
                </a:lnTo>
                <a:lnTo>
                  <a:pt x="5484" y="48289"/>
                </a:lnTo>
                <a:lnTo>
                  <a:pt x="5518" y="48312"/>
                </a:lnTo>
                <a:lnTo>
                  <a:pt x="5552" y="48334"/>
                </a:lnTo>
                <a:lnTo>
                  <a:pt x="5598" y="48334"/>
                </a:lnTo>
                <a:lnTo>
                  <a:pt x="5598" y="49142"/>
                </a:lnTo>
                <a:lnTo>
                  <a:pt x="5643" y="49142"/>
                </a:lnTo>
                <a:lnTo>
                  <a:pt x="5643" y="48334"/>
                </a:lnTo>
                <a:lnTo>
                  <a:pt x="5689" y="48323"/>
                </a:lnTo>
                <a:lnTo>
                  <a:pt x="5723" y="48312"/>
                </a:lnTo>
                <a:lnTo>
                  <a:pt x="5757" y="48289"/>
                </a:lnTo>
                <a:lnTo>
                  <a:pt x="5780" y="48266"/>
                </a:lnTo>
                <a:lnTo>
                  <a:pt x="5802" y="48232"/>
                </a:lnTo>
                <a:lnTo>
                  <a:pt x="5825" y="48198"/>
                </a:lnTo>
                <a:lnTo>
                  <a:pt x="5837" y="48164"/>
                </a:lnTo>
                <a:lnTo>
                  <a:pt x="5837" y="48118"/>
                </a:lnTo>
                <a:lnTo>
                  <a:pt x="5837" y="48073"/>
                </a:lnTo>
                <a:lnTo>
                  <a:pt x="5825" y="48039"/>
                </a:lnTo>
                <a:lnTo>
                  <a:pt x="7782" y="46912"/>
                </a:lnTo>
                <a:lnTo>
                  <a:pt x="7816" y="46958"/>
                </a:lnTo>
                <a:lnTo>
                  <a:pt x="7873" y="46992"/>
                </a:lnTo>
                <a:lnTo>
                  <a:pt x="7930" y="47015"/>
                </a:lnTo>
                <a:lnTo>
                  <a:pt x="7986" y="47026"/>
                </a:lnTo>
                <a:lnTo>
                  <a:pt x="8055" y="47015"/>
                </a:lnTo>
                <a:lnTo>
                  <a:pt x="8112" y="46992"/>
                </a:lnTo>
                <a:lnTo>
                  <a:pt x="8157" y="46958"/>
                </a:lnTo>
                <a:lnTo>
                  <a:pt x="8203" y="46912"/>
                </a:lnTo>
                <a:lnTo>
                  <a:pt x="10205" y="48061"/>
                </a:lnTo>
                <a:lnTo>
                  <a:pt x="10193" y="48118"/>
                </a:lnTo>
                <a:lnTo>
                  <a:pt x="10205" y="48175"/>
                </a:lnTo>
                <a:lnTo>
                  <a:pt x="10239" y="48232"/>
                </a:lnTo>
                <a:lnTo>
                  <a:pt x="10284" y="48266"/>
                </a:lnTo>
                <a:lnTo>
                  <a:pt x="10341" y="48289"/>
                </a:lnTo>
                <a:lnTo>
                  <a:pt x="10341" y="49142"/>
                </a:lnTo>
                <a:lnTo>
                  <a:pt x="10387" y="49142"/>
                </a:lnTo>
                <a:lnTo>
                  <a:pt x="10387" y="48289"/>
                </a:lnTo>
                <a:lnTo>
                  <a:pt x="10444" y="48266"/>
                </a:lnTo>
                <a:lnTo>
                  <a:pt x="10489" y="48232"/>
                </a:lnTo>
                <a:lnTo>
                  <a:pt x="10512" y="48175"/>
                </a:lnTo>
                <a:lnTo>
                  <a:pt x="10523" y="48118"/>
                </a:lnTo>
                <a:lnTo>
                  <a:pt x="10523" y="48061"/>
                </a:lnTo>
                <a:lnTo>
                  <a:pt x="12548" y="46890"/>
                </a:lnTo>
                <a:lnTo>
                  <a:pt x="12582" y="46935"/>
                </a:lnTo>
                <a:lnTo>
                  <a:pt x="12628" y="46969"/>
                </a:lnTo>
                <a:lnTo>
                  <a:pt x="12673" y="46981"/>
                </a:lnTo>
                <a:lnTo>
                  <a:pt x="12730" y="46992"/>
                </a:lnTo>
                <a:lnTo>
                  <a:pt x="12787" y="46981"/>
                </a:lnTo>
                <a:lnTo>
                  <a:pt x="12832" y="46958"/>
                </a:lnTo>
                <a:lnTo>
                  <a:pt x="12878" y="46935"/>
                </a:lnTo>
                <a:lnTo>
                  <a:pt x="12912" y="46890"/>
                </a:lnTo>
                <a:lnTo>
                  <a:pt x="14891" y="48039"/>
                </a:lnTo>
                <a:lnTo>
                  <a:pt x="14880" y="48073"/>
                </a:lnTo>
                <a:lnTo>
                  <a:pt x="14869" y="48118"/>
                </a:lnTo>
                <a:lnTo>
                  <a:pt x="14880" y="48164"/>
                </a:lnTo>
                <a:lnTo>
                  <a:pt x="14891" y="48198"/>
                </a:lnTo>
                <a:lnTo>
                  <a:pt x="14903" y="48243"/>
                </a:lnTo>
                <a:lnTo>
                  <a:pt x="14937" y="48266"/>
                </a:lnTo>
                <a:lnTo>
                  <a:pt x="14960" y="48300"/>
                </a:lnTo>
                <a:lnTo>
                  <a:pt x="14994" y="48323"/>
                </a:lnTo>
                <a:lnTo>
                  <a:pt x="15039" y="48334"/>
                </a:lnTo>
                <a:lnTo>
                  <a:pt x="15085" y="48346"/>
                </a:lnTo>
                <a:lnTo>
                  <a:pt x="15085" y="49142"/>
                </a:lnTo>
                <a:lnTo>
                  <a:pt x="15130" y="49142"/>
                </a:lnTo>
                <a:lnTo>
                  <a:pt x="15130" y="48346"/>
                </a:lnTo>
                <a:lnTo>
                  <a:pt x="15164" y="48334"/>
                </a:lnTo>
                <a:lnTo>
                  <a:pt x="15198" y="48323"/>
                </a:lnTo>
                <a:lnTo>
                  <a:pt x="15233" y="48300"/>
                </a:lnTo>
                <a:lnTo>
                  <a:pt x="15267" y="48266"/>
                </a:lnTo>
                <a:lnTo>
                  <a:pt x="15289" y="48232"/>
                </a:lnTo>
                <a:lnTo>
                  <a:pt x="15312" y="48198"/>
                </a:lnTo>
                <a:lnTo>
                  <a:pt x="15324" y="48164"/>
                </a:lnTo>
                <a:lnTo>
                  <a:pt x="15324" y="48118"/>
                </a:lnTo>
                <a:lnTo>
                  <a:pt x="15324" y="48073"/>
                </a:lnTo>
                <a:lnTo>
                  <a:pt x="15312" y="48039"/>
                </a:lnTo>
                <a:lnTo>
                  <a:pt x="17326" y="46878"/>
                </a:lnTo>
                <a:lnTo>
                  <a:pt x="17348" y="46901"/>
                </a:lnTo>
                <a:lnTo>
                  <a:pt x="17383" y="46924"/>
                </a:lnTo>
                <a:lnTo>
                  <a:pt x="17428" y="46947"/>
                </a:lnTo>
                <a:lnTo>
                  <a:pt x="17519" y="46947"/>
                </a:lnTo>
                <a:lnTo>
                  <a:pt x="17553" y="46924"/>
                </a:lnTo>
                <a:lnTo>
                  <a:pt x="17587" y="46901"/>
                </a:lnTo>
                <a:lnTo>
                  <a:pt x="17621" y="46867"/>
                </a:lnTo>
                <a:lnTo>
                  <a:pt x="19680" y="48061"/>
                </a:lnTo>
                <a:lnTo>
                  <a:pt x="19669" y="48118"/>
                </a:lnTo>
                <a:lnTo>
                  <a:pt x="19680" y="48175"/>
                </a:lnTo>
                <a:lnTo>
                  <a:pt x="19715" y="48232"/>
                </a:lnTo>
                <a:lnTo>
                  <a:pt x="19760" y="48266"/>
                </a:lnTo>
                <a:lnTo>
                  <a:pt x="19817" y="48289"/>
                </a:lnTo>
                <a:lnTo>
                  <a:pt x="19817" y="49142"/>
                </a:lnTo>
                <a:lnTo>
                  <a:pt x="19862" y="49142"/>
                </a:lnTo>
                <a:lnTo>
                  <a:pt x="19862" y="48289"/>
                </a:lnTo>
                <a:lnTo>
                  <a:pt x="19919" y="48266"/>
                </a:lnTo>
                <a:lnTo>
                  <a:pt x="19965" y="48232"/>
                </a:lnTo>
                <a:lnTo>
                  <a:pt x="19999" y="48175"/>
                </a:lnTo>
                <a:lnTo>
                  <a:pt x="20010" y="48118"/>
                </a:lnTo>
                <a:lnTo>
                  <a:pt x="19999" y="48061"/>
                </a:lnTo>
                <a:lnTo>
                  <a:pt x="21990" y="46912"/>
                </a:lnTo>
                <a:lnTo>
                  <a:pt x="22035" y="46969"/>
                </a:lnTo>
                <a:lnTo>
                  <a:pt x="22081" y="47003"/>
                </a:lnTo>
                <a:lnTo>
                  <a:pt x="22137" y="47026"/>
                </a:lnTo>
                <a:lnTo>
                  <a:pt x="22206" y="47038"/>
                </a:lnTo>
                <a:lnTo>
                  <a:pt x="22274" y="47026"/>
                </a:lnTo>
                <a:lnTo>
                  <a:pt x="22342" y="47003"/>
                </a:lnTo>
                <a:lnTo>
                  <a:pt x="22388" y="46969"/>
                </a:lnTo>
                <a:lnTo>
                  <a:pt x="22433" y="46912"/>
                </a:lnTo>
                <a:lnTo>
                  <a:pt x="24344" y="48016"/>
                </a:lnTo>
                <a:lnTo>
                  <a:pt x="24333" y="48073"/>
                </a:lnTo>
                <a:lnTo>
                  <a:pt x="24322" y="48118"/>
                </a:lnTo>
                <a:lnTo>
                  <a:pt x="24333" y="48164"/>
                </a:lnTo>
                <a:lnTo>
                  <a:pt x="24344" y="48209"/>
                </a:lnTo>
                <a:lnTo>
                  <a:pt x="24367" y="48255"/>
                </a:lnTo>
                <a:lnTo>
                  <a:pt x="24390" y="48289"/>
                </a:lnTo>
                <a:lnTo>
                  <a:pt x="24424" y="48323"/>
                </a:lnTo>
                <a:lnTo>
                  <a:pt x="24469" y="48346"/>
                </a:lnTo>
                <a:lnTo>
                  <a:pt x="24515" y="48368"/>
                </a:lnTo>
                <a:lnTo>
                  <a:pt x="24560" y="48368"/>
                </a:lnTo>
                <a:lnTo>
                  <a:pt x="24560" y="49142"/>
                </a:lnTo>
                <a:lnTo>
                  <a:pt x="24606" y="49142"/>
                </a:lnTo>
                <a:lnTo>
                  <a:pt x="24606" y="48368"/>
                </a:lnTo>
                <a:lnTo>
                  <a:pt x="24651" y="48357"/>
                </a:lnTo>
                <a:lnTo>
                  <a:pt x="24697" y="48346"/>
                </a:lnTo>
                <a:lnTo>
                  <a:pt x="24731" y="48323"/>
                </a:lnTo>
                <a:lnTo>
                  <a:pt x="24765" y="48289"/>
                </a:lnTo>
                <a:lnTo>
                  <a:pt x="24799" y="48255"/>
                </a:lnTo>
                <a:lnTo>
                  <a:pt x="24811" y="48209"/>
                </a:lnTo>
                <a:lnTo>
                  <a:pt x="24833" y="48164"/>
                </a:lnTo>
                <a:lnTo>
                  <a:pt x="24833" y="48118"/>
                </a:lnTo>
                <a:lnTo>
                  <a:pt x="24822" y="48073"/>
                </a:lnTo>
                <a:lnTo>
                  <a:pt x="24811" y="48027"/>
                </a:lnTo>
                <a:lnTo>
                  <a:pt x="26756" y="46901"/>
                </a:lnTo>
                <a:lnTo>
                  <a:pt x="26790" y="46947"/>
                </a:lnTo>
                <a:lnTo>
                  <a:pt x="26836" y="46981"/>
                </a:lnTo>
                <a:lnTo>
                  <a:pt x="26892" y="47003"/>
                </a:lnTo>
                <a:lnTo>
                  <a:pt x="26949" y="47015"/>
                </a:lnTo>
                <a:lnTo>
                  <a:pt x="27006" y="47003"/>
                </a:lnTo>
                <a:lnTo>
                  <a:pt x="27063" y="46981"/>
                </a:lnTo>
                <a:lnTo>
                  <a:pt x="27109" y="46947"/>
                </a:lnTo>
                <a:lnTo>
                  <a:pt x="27154" y="46901"/>
                </a:lnTo>
                <a:lnTo>
                  <a:pt x="29076" y="48016"/>
                </a:lnTo>
                <a:lnTo>
                  <a:pt x="29065" y="48061"/>
                </a:lnTo>
                <a:lnTo>
                  <a:pt x="29054" y="48118"/>
                </a:lnTo>
                <a:lnTo>
                  <a:pt x="29065" y="48175"/>
                </a:lnTo>
                <a:lnTo>
                  <a:pt x="29076" y="48221"/>
                </a:lnTo>
                <a:lnTo>
                  <a:pt x="29099" y="48266"/>
                </a:lnTo>
                <a:lnTo>
                  <a:pt x="29122" y="48300"/>
                </a:lnTo>
                <a:lnTo>
                  <a:pt x="29167" y="48334"/>
                </a:lnTo>
                <a:lnTo>
                  <a:pt x="29202" y="48357"/>
                </a:lnTo>
                <a:lnTo>
                  <a:pt x="29247" y="48368"/>
                </a:lnTo>
                <a:lnTo>
                  <a:pt x="29304" y="48380"/>
                </a:lnTo>
                <a:lnTo>
                  <a:pt x="29304" y="49142"/>
                </a:lnTo>
                <a:lnTo>
                  <a:pt x="29349" y="49142"/>
                </a:lnTo>
                <a:lnTo>
                  <a:pt x="29349" y="48380"/>
                </a:lnTo>
                <a:lnTo>
                  <a:pt x="29395" y="48368"/>
                </a:lnTo>
                <a:lnTo>
                  <a:pt x="29440" y="48357"/>
                </a:lnTo>
                <a:lnTo>
                  <a:pt x="29486" y="48323"/>
                </a:lnTo>
                <a:lnTo>
                  <a:pt x="29520" y="48300"/>
                </a:lnTo>
                <a:lnTo>
                  <a:pt x="29543" y="48255"/>
                </a:lnTo>
                <a:lnTo>
                  <a:pt x="29566" y="48221"/>
                </a:lnTo>
                <a:lnTo>
                  <a:pt x="29577" y="48164"/>
                </a:lnTo>
                <a:lnTo>
                  <a:pt x="29588" y="48118"/>
                </a:lnTo>
                <a:lnTo>
                  <a:pt x="29577" y="48073"/>
                </a:lnTo>
                <a:lnTo>
                  <a:pt x="29566" y="48016"/>
                </a:lnTo>
                <a:lnTo>
                  <a:pt x="31522" y="46890"/>
                </a:lnTo>
                <a:lnTo>
                  <a:pt x="31556" y="46924"/>
                </a:lnTo>
                <a:lnTo>
                  <a:pt x="31590" y="46947"/>
                </a:lnTo>
                <a:lnTo>
                  <a:pt x="31636" y="46969"/>
                </a:lnTo>
                <a:lnTo>
                  <a:pt x="31738" y="46969"/>
                </a:lnTo>
                <a:lnTo>
                  <a:pt x="31784" y="46947"/>
                </a:lnTo>
                <a:lnTo>
                  <a:pt x="31829" y="46912"/>
                </a:lnTo>
                <a:lnTo>
                  <a:pt x="31852" y="46878"/>
                </a:lnTo>
                <a:lnTo>
                  <a:pt x="33877" y="48050"/>
                </a:lnTo>
                <a:lnTo>
                  <a:pt x="33877" y="48084"/>
                </a:lnTo>
                <a:lnTo>
                  <a:pt x="33866" y="48118"/>
                </a:lnTo>
                <a:lnTo>
                  <a:pt x="33877" y="48152"/>
                </a:lnTo>
                <a:lnTo>
                  <a:pt x="33888" y="48186"/>
                </a:lnTo>
                <a:lnTo>
                  <a:pt x="33922" y="48243"/>
                </a:lnTo>
                <a:lnTo>
                  <a:pt x="33979" y="48289"/>
                </a:lnTo>
                <a:lnTo>
                  <a:pt x="34048" y="48312"/>
                </a:lnTo>
                <a:lnTo>
                  <a:pt x="34048" y="49142"/>
                </a:lnTo>
                <a:lnTo>
                  <a:pt x="34093" y="49142"/>
                </a:lnTo>
                <a:lnTo>
                  <a:pt x="34093" y="48312"/>
                </a:lnTo>
                <a:lnTo>
                  <a:pt x="34150" y="48289"/>
                </a:lnTo>
                <a:lnTo>
                  <a:pt x="34207" y="48243"/>
                </a:lnTo>
                <a:lnTo>
                  <a:pt x="34241" y="48186"/>
                </a:lnTo>
                <a:lnTo>
                  <a:pt x="34252" y="48118"/>
                </a:lnTo>
                <a:lnTo>
                  <a:pt x="34241" y="48061"/>
                </a:lnTo>
                <a:lnTo>
                  <a:pt x="36232" y="46912"/>
                </a:lnTo>
                <a:lnTo>
                  <a:pt x="36266" y="46958"/>
                </a:lnTo>
                <a:lnTo>
                  <a:pt x="36311" y="46992"/>
                </a:lnTo>
                <a:lnTo>
                  <a:pt x="36368" y="47015"/>
                </a:lnTo>
                <a:lnTo>
                  <a:pt x="36425" y="47015"/>
                </a:lnTo>
                <a:lnTo>
                  <a:pt x="36493" y="47003"/>
                </a:lnTo>
                <a:lnTo>
                  <a:pt x="36550" y="46981"/>
                </a:lnTo>
                <a:lnTo>
                  <a:pt x="36596" y="46947"/>
                </a:lnTo>
                <a:lnTo>
                  <a:pt x="36641" y="46901"/>
                </a:lnTo>
                <a:lnTo>
                  <a:pt x="38575" y="48016"/>
                </a:lnTo>
                <a:lnTo>
                  <a:pt x="38552" y="48073"/>
                </a:lnTo>
                <a:lnTo>
                  <a:pt x="38552" y="48118"/>
                </a:lnTo>
                <a:lnTo>
                  <a:pt x="38552" y="48164"/>
                </a:lnTo>
                <a:lnTo>
                  <a:pt x="38564" y="48209"/>
                </a:lnTo>
                <a:lnTo>
                  <a:pt x="38586" y="48255"/>
                </a:lnTo>
                <a:lnTo>
                  <a:pt x="38620" y="48289"/>
                </a:lnTo>
                <a:lnTo>
                  <a:pt x="38655" y="48323"/>
                </a:lnTo>
                <a:lnTo>
                  <a:pt x="38689" y="48346"/>
                </a:lnTo>
                <a:lnTo>
                  <a:pt x="38734" y="48357"/>
                </a:lnTo>
                <a:lnTo>
                  <a:pt x="38780" y="48368"/>
                </a:lnTo>
                <a:lnTo>
                  <a:pt x="38780" y="49142"/>
                </a:lnTo>
                <a:lnTo>
                  <a:pt x="38825" y="49142"/>
                </a:lnTo>
                <a:lnTo>
                  <a:pt x="38825" y="48368"/>
                </a:lnTo>
                <a:lnTo>
                  <a:pt x="38871" y="48357"/>
                </a:lnTo>
                <a:lnTo>
                  <a:pt x="38916" y="48334"/>
                </a:lnTo>
                <a:lnTo>
                  <a:pt x="38950" y="48312"/>
                </a:lnTo>
                <a:lnTo>
                  <a:pt x="38984" y="48289"/>
                </a:lnTo>
                <a:lnTo>
                  <a:pt x="39007" y="48243"/>
                </a:lnTo>
                <a:lnTo>
                  <a:pt x="39030" y="48209"/>
                </a:lnTo>
                <a:lnTo>
                  <a:pt x="39041" y="48164"/>
                </a:lnTo>
                <a:lnTo>
                  <a:pt x="39053" y="48118"/>
                </a:lnTo>
                <a:lnTo>
                  <a:pt x="39041" y="48073"/>
                </a:lnTo>
                <a:lnTo>
                  <a:pt x="39030" y="48027"/>
                </a:lnTo>
                <a:lnTo>
                  <a:pt x="40964" y="46912"/>
                </a:lnTo>
                <a:lnTo>
                  <a:pt x="41009" y="46958"/>
                </a:lnTo>
                <a:lnTo>
                  <a:pt x="41055" y="46992"/>
                </a:lnTo>
                <a:lnTo>
                  <a:pt x="41112" y="47015"/>
                </a:lnTo>
                <a:lnTo>
                  <a:pt x="41237" y="47015"/>
                </a:lnTo>
                <a:lnTo>
                  <a:pt x="41294" y="46981"/>
                </a:lnTo>
                <a:lnTo>
                  <a:pt x="41339" y="46947"/>
                </a:lnTo>
                <a:lnTo>
                  <a:pt x="41373" y="46901"/>
                </a:lnTo>
                <a:lnTo>
                  <a:pt x="43341" y="48039"/>
                </a:lnTo>
                <a:lnTo>
                  <a:pt x="43318" y="48073"/>
                </a:lnTo>
                <a:lnTo>
                  <a:pt x="43318" y="48118"/>
                </a:lnTo>
                <a:lnTo>
                  <a:pt x="43318" y="48164"/>
                </a:lnTo>
                <a:lnTo>
                  <a:pt x="43330" y="48198"/>
                </a:lnTo>
                <a:lnTo>
                  <a:pt x="43353" y="48232"/>
                </a:lnTo>
                <a:lnTo>
                  <a:pt x="43375" y="48266"/>
                </a:lnTo>
                <a:lnTo>
                  <a:pt x="43409" y="48300"/>
                </a:lnTo>
                <a:lnTo>
                  <a:pt x="43444" y="48312"/>
                </a:lnTo>
                <a:lnTo>
                  <a:pt x="43489" y="48334"/>
                </a:lnTo>
                <a:lnTo>
                  <a:pt x="43523" y="48334"/>
                </a:lnTo>
                <a:lnTo>
                  <a:pt x="43523" y="49142"/>
                </a:lnTo>
                <a:lnTo>
                  <a:pt x="43569" y="49142"/>
                </a:lnTo>
                <a:lnTo>
                  <a:pt x="43569" y="48334"/>
                </a:lnTo>
                <a:lnTo>
                  <a:pt x="43614" y="48323"/>
                </a:lnTo>
                <a:lnTo>
                  <a:pt x="43648" y="48312"/>
                </a:lnTo>
                <a:lnTo>
                  <a:pt x="43705" y="48266"/>
                </a:lnTo>
                <a:lnTo>
                  <a:pt x="43728" y="48232"/>
                </a:lnTo>
                <a:lnTo>
                  <a:pt x="43751" y="48198"/>
                </a:lnTo>
                <a:lnTo>
                  <a:pt x="43751" y="48164"/>
                </a:lnTo>
                <a:lnTo>
                  <a:pt x="43762" y="48118"/>
                </a:lnTo>
                <a:lnTo>
                  <a:pt x="43751" y="48084"/>
                </a:lnTo>
                <a:lnTo>
                  <a:pt x="43751" y="48039"/>
                </a:lnTo>
                <a:lnTo>
                  <a:pt x="45707" y="46912"/>
                </a:lnTo>
                <a:lnTo>
                  <a:pt x="45741" y="46958"/>
                </a:lnTo>
                <a:lnTo>
                  <a:pt x="45787" y="46992"/>
                </a:lnTo>
                <a:lnTo>
                  <a:pt x="45844" y="47015"/>
                </a:lnTo>
                <a:lnTo>
                  <a:pt x="45969" y="47015"/>
                </a:lnTo>
                <a:lnTo>
                  <a:pt x="46026" y="46992"/>
                </a:lnTo>
                <a:lnTo>
                  <a:pt x="46083" y="46947"/>
                </a:lnTo>
                <a:lnTo>
                  <a:pt x="46117" y="46901"/>
                </a:lnTo>
                <a:lnTo>
                  <a:pt x="48039" y="48016"/>
                </a:lnTo>
                <a:lnTo>
                  <a:pt x="48017" y="48061"/>
                </a:lnTo>
                <a:lnTo>
                  <a:pt x="48017" y="48118"/>
                </a:lnTo>
                <a:lnTo>
                  <a:pt x="48017" y="48175"/>
                </a:lnTo>
                <a:lnTo>
                  <a:pt x="48039" y="48221"/>
                </a:lnTo>
                <a:lnTo>
                  <a:pt x="48062" y="48266"/>
                </a:lnTo>
                <a:lnTo>
                  <a:pt x="48085" y="48300"/>
                </a:lnTo>
                <a:lnTo>
                  <a:pt x="48130" y="48334"/>
                </a:lnTo>
                <a:lnTo>
                  <a:pt x="48164" y="48357"/>
                </a:lnTo>
                <a:lnTo>
                  <a:pt x="48210" y="48380"/>
                </a:lnTo>
                <a:lnTo>
                  <a:pt x="48267" y="48380"/>
                </a:lnTo>
                <a:lnTo>
                  <a:pt x="48267" y="49142"/>
                </a:lnTo>
                <a:lnTo>
                  <a:pt x="48312" y="49142"/>
                </a:lnTo>
                <a:lnTo>
                  <a:pt x="48312" y="48380"/>
                </a:lnTo>
                <a:lnTo>
                  <a:pt x="48358" y="48368"/>
                </a:lnTo>
                <a:lnTo>
                  <a:pt x="48403" y="48357"/>
                </a:lnTo>
                <a:lnTo>
                  <a:pt x="48437" y="48323"/>
                </a:lnTo>
                <a:lnTo>
                  <a:pt x="48472" y="48300"/>
                </a:lnTo>
                <a:lnTo>
                  <a:pt x="48506" y="48255"/>
                </a:lnTo>
                <a:lnTo>
                  <a:pt x="48528" y="48209"/>
                </a:lnTo>
                <a:lnTo>
                  <a:pt x="48540" y="48164"/>
                </a:lnTo>
                <a:lnTo>
                  <a:pt x="48540" y="48118"/>
                </a:lnTo>
                <a:lnTo>
                  <a:pt x="48540" y="48073"/>
                </a:lnTo>
                <a:lnTo>
                  <a:pt x="48528" y="48016"/>
                </a:lnTo>
                <a:lnTo>
                  <a:pt x="50485" y="46890"/>
                </a:lnTo>
                <a:lnTo>
                  <a:pt x="50519" y="46924"/>
                </a:lnTo>
                <a:lnTo>
                  <a:pt x="50553" y="46947"/>
                </a:lnTo>
                <a:lnTo>
                  <a:pt x="50599" y="46969"/>
                </a:lnTo>
                <a:lnTo>
                  <a:pt x="50644" y="46981"/>
                </a:lnTo>
                <a:lnTo>
                  <a:pt x="50701" y="46969"/>
                </a:lnTo>
                <a:lnTo>
                  <a:pt x="50747" y="46947"/>
                </a:lnTo>
                <a:lnTo>
                  <a:pt x="50792" y="46924"/>
                </a:lnTo>
                <a:lnTo>
                  <a:pt x="50826" y="46878"/>
                </a:lnTo>
                <a:lnTo>
                  <a:pt x="52828" y="48039"/>
                </a:lnTo>
                <a:lnTo>
                  <a:pt x="52817" y="48084"/>
                </a:lnTo>
                <a:lnTo>
                  <a:pt x="52817" y="48118"/>
                </a:lnTo>
                <a:lnTo>
                  <a:pt x="52817" y="48164"/>
                </a:lnTo>
                <a:lnTo>
                  <a:pt x="52828" y="48198"/>
                </a:lnTo>
                <a:lnTo>
                  <a:pt x="52851" y="48232"/>
                </a:lnTo>
                <a:lnTo>
                  <a:pt x="52874" y="48255"/>
                </a:lnTo>
                <a:lnTo>
                  <a:pt x="52897" y="48277"/>
                </a:lnTo>
                <a:lnTo>
                  <a:pt x="52931" y="48300"/>
                </a:lnTo>
                <a:lnTo>
                  <a:pt x="52965" y="48312"/>
                </a:lnTo>
                <a:lnTo>
                  <a:pt x="53010" y="48323"/>
                </a:lnTo>
                <a:lnTo>
                  <a:pt x="53010" y="49142"/>
                </a:lnTo>
                <a:lnTo>
                  <a:pt x="53056" y="49142"/>
                </a:lnTo>
                <a:lnTo>
                  <a:pt x="53056" y="48312"/>
                </a:lnTo>
                <a:lnTo>
                  <a:pt x="53124" y="48289"/>
                </a:lnTo>
                <a:lnTo>
                  <a:pt x="53170" y="48255"/>
                </a:lnTo>
                <a:lnTo>
                  <a:pt x="53204" y="48186"/>
                </a:lnTo>
                <a:lnTo>
                  <a:pt x="53226" y="48118"/>
                </a:lnTo>
                <a:lnTo>
                  <a:pt x="53204" y="48050"/>
                </a:lnTo>
                <a:lnTo>
                  <a:pt x="55183" y="46912"/>
                </a:lnTo>
                <a:lnTo>
                  <a:pt x="55217" y="46958"/>
                </a:lnTo>
                <a:lnTo>
                  <a:pt x="55274" y="46992"/>
                </a:lnTo>
                <a:lnTo>
                  <a:pt x="55331" y="47015"/>
                </a:lnTo>
                <a:lnTo>
                  <a:pt x="55388" y="47026"/>
                </a:lnTo>
                <a:lnTo>
                  <a:pt x="55456" y="47015"/>
                </a:lnTo>
                <a:lnTo>
                  <a:pt x="55513" y="46992"/>
                </a:lnTo>
                <a:lnTo>
                  <a:pt x="55570" y="46958"/>
                </a:lnTo>
                <a:lnTo>
                  <a:pt x="55604" y="46912"/>
                </a:lnTo>
                <a:lnTo>
                  <a:pt x="57549" y="48027"/>
                </a:lnTo>
                <a:lnTo>
                  <a:pt x="57526" y="48073"/>
                </a:lnTo>
                <a:lnTo>
                  <a:pt x="57526" y="48118"/>
                </a:lnTo>
                <a:lnTo>
                  <a:pt x="57526" y="48164"/>
                </a:lnTo>
                <a:lnTo>
                  <a:pt x="57549" y="48209"/>
                </a:lnTo>
                <a:lnTo>
                  <a:pt x="57560" y="48243"/>
                </a:lnTo>
                <a:lnTo>
                  <a:pt x="57595" y="48289"/>
                </a:lnTo>
                <a:lnTo>
                  <a:pt x="57629" y="48312"/>
                </a:lnTo>
                <a:lnTo>
                  <a:pt x="57663" y="48334"/>
                </a:lnTo>
                <a:lnTo>
                  <a:pt x="57708" y="48357"/>
                </a:lnTo>
                <a:lnTo>
                  <a:pt x="57754" y="48357"/>
                </a:lnTo>
                <a:lnTo>
                  <a:pt x="57754" y="49142"/>
                </a:lnTo>
                <a:lnTo>
                  <a:pt x="57799" y="49142"/>
                </a:lnTo>
                <a:lnTo>
                  <a:pt x="57799" y="48357"/>
                </a:lnTo>
                <a:lnTo>
                  <a:pt x="57833" y="48357"/>
                </a:lnTo>
                <a:lnTo>
                  <a:pt x="57879" y="48334"/>
                </a:lnTo>
                <a:lnTo>
                  <a:pt x="57913" y="48312"/>
                </a:lnTo>
                <a:lnTo>
                  <a:pt x="57947" y="48277"/>
                </a:lnTo>
                <a:lnTo>
                  <a:pt x="57981" y="48243"/>
                </a:lnTo>
                <a:lnTo>
                  <a:pt x="57993" y="48209"/>
                </a:lnTo>
                <a:lnTo>
                  <a:pt x="58015" y="48164"/>
                </a:lnTo>
                <a:lnTo>
                  <a:pt x="58015" y="48118"/>
                </a:lnTo>
                <a:lnTo>
                  <a:pt x="58015" y="48073"/>
                </a:lnTo>
                <a:lnTo>
                  <a:pt x="57993" y="48027"/>
                </a:lnTo>
                <a:lnTo>
                  <a:pt x="59938" y="46901"/>
                </a:lnTo>
                <a:lnTo>
                  <a:pt x="59972" y="46947"/>
                </a:lnTo>
                <a:lnTo>
                  <a:pt x="60029" y="46981"/>
                </a:lnTo>
                <a:lnTo>
                  <a:pt x="60074" y="47003"/>
                </a:lnTo>
                <a:lnTo>
                  <a:pt x="60143" y="47015"/>
                </a:lnTo>
                <a:lnTo>
                  <a:pt x="60200" y="47003"/>
                </a:lnTo>
                <a:lnTo>
                  <a:pt x="60256" y="46981"/>
                </a:lnTo>
                <a:lnTo>
                  <a:pt x="60302" y="46947"/>
                </a:lnTo>
                <a:lnTo>
                  <a:pt x="60347" y="46901"/>
                </a:lnTo>
                <a:lnTo>
                  <a:pt x="62304" y="48039"/>
                </a:lnTo>
                <a:lnTo>
                  <a:pt x="62293" y="48073"/>
                </a:lnTo>
                <a:lnTo>
                  <a:pt x="62293" y="48118"/>
                </a:lnTo>
                <a:lnTo>
                  <a:pt x="62293" y="48164"/>
                </a:lnTo>
                <a:lnTo>
                  <a:pt x="62304" y="48198"/>
                </a:lnTo>
                <a:lnTo>
                  <a:pt x="62327" y="48232"/>
                </a:lnTo>
                <a:lnTo>
                  <a:pt x="62350" y="48266"/>
                </a:lnTo>
                <a:lnTo>
                  <a:pt x="62372" y="48289"/>
                </a:lnTo>
                <a:lnTo>
                  <a:pt x="62406" y="48312"/>
                </a:lnTo>
                <a:lnTo>
                  <a:pt x="62452" y="48334"/>
                </a:lnTo>
                <a:lnTo>
                  <a:pt x="62486" y="48334"/>
                </a:lnTo>
                <a:lnTo>
                  <a:pt x="62486" y="49142"/>
                </a:lnTo>
                <a:lnTo>
                  <a:pt x="62532" y="49142"/>
                </a:lnTo>
                <a:lnTo>
                  <a:pt x="62532" y="48334"/>
                </a:lnTo>
                <a:lnTo>
                  <a:pt x="62577" y="48323"/>
                </a:lnTo>
                <a:lnTo>
                  <a:pt x="62611" y="48312"/>
                </a:lnTo>
                <a:lnTo>
                  <a:pt x="62645" y="48289"/>
                </a:lnTo>
                <a:lnTo>
                  <a:pt x="62679" y="48266"/>
                </a:lnTo>
                <a:lnTo>
                  <a:pt x="62702" y="48232"/>
                </a:lnTo>
                <a:lnTo>
                  <a:pt x="62714" y="48198"/>
                </a:lnTo>
                <a:lnTo>
                  <a:pt x="62725" y="48164"/>
                </a:lnTo>
                <a:lnTo>
                  <a:pt x="62736" y="48118"/>
                </a:lnTo>
                <a:lnTo>
                  <a:pt x="62725" y="48073"/>
                </a:lnTo>
                <a:lnTo>
                  <a:pt x="62714" y="48039"/>
                </a:lnTo>
                <a:lnTo>
                  <a:pt x="64670" y="46912"/>
                </a:lnTo>
                <a:lnTo>
                  <a:pt x="64716" y="46958"/>
                </a:lnTo>
                <a:lnTo>
                  <a:pt x="64761" y="46992"/>
                </a:lnTo>
                <a:lnTo>
                  <a:pt x="64818" y="47015"/>
                </a:lnTo>
                <a:lnTo>
                  <a:pt x="64886" y="47026"/>
                </a:lnTo>
                <a:lnTo>
                  <a:pt x="64943" y="47015"/>
                </a:lnTo>
                <a:lnTo>
                  <a:pt x="65000" y="46992"/>
                </a:lnTo>
                <a:lnTo>
                  <a:pt x="65057" y="46958"/>
                </a:lnTo>
                <a:lnTo>
                  <a:pt x="65091" y="46912"/>
                </a:lnTo>
                <a:lnTo>
                  <a:pt x="67093" y="48061"/>
                </a:lnTo>
                <a:lnTo>
                  <a:pt x="67082" y="48118"/>
                </a:lnTo>
                <a:lnTo>
                  <a:pt x="67093" y="48175"/>
                </a:lnTo>
                <a:lnTo>
                  <a:pt x="67127" y="48232"/>
                </a:lnTo>
                <a:lnTo>
                  <a:pt x="67173" y="48266"/>
                </a:lnTo>
                <a:lnTo>
                  <a:pt x="67230" y="48289"/>
                </a:lnTo>
                <a:lnTo>
                  <a:pt x="67230" y="49142"/>
                </a:lnTo>
                <a:lnTo>
                  <a:pt x="67275" y="49142"/>
                </a:lnTo>
                <a:lnTo>
                  <a:pt x="67275" y="48289"/>
                </a:lnTo>
                <a:lnTo>
                  <a:pt x="67332" y="48266"/>
                </a:lnTo>
                <a:lnTo>
                  <a:pt x="67377" y="48232"/>
                </a:lnTo>
                <a:lnTo>
                  <a:pt x="67412" y="48175"/>
                </a:lnTo>
                <a:lnTo>
                  <a:pt x="67423" y="48118"/>
                </a:lnTo>
                <a:lnTo>
                  <a:pt x="67412" y="48061"/>
                </a:lnTo>
                <a:lnTo>
                  <a:pt x="69436" y="46890"/>
                </a:lnTo>
                <a:lnTo>
                  <a:pt x="69471" y="46935"/>
                </a:lnTo>
                <a:lnTo>
                  <a:pt x="69516" y="46969"/>
                </a:lnTo>
                <a:lnTo>
                  <a:pt x="69562" y="46981"/>
                </a:lnTo>
                <a:lnTo>
                  <a:pt x="69618" y="46992"/>
                </a:lnTo>
                <a:lnTo>
                  <a:pt x="69675" y="46981"/>
                </a:lnTo>
                <a:lnTo>
                  <a:pt x="69721" y="46958"/>
                </a:lnTo>
                <a:lnTo>
                  <a:pt x="69766" y="46935"/>
                </a:lnTo>
                <a:lnTo>
                  <a:pt x="69800" y="46890"/>
                </a:lnTo>
                <a:lnTo>
                  <a:pt x="71780" y="48039"/>
                </a:lnTo>
                <a:lnTo>
                  <a:pt x="71768" y="48073"/>
                </a:lnTo>
                <a:lnTo>
                  <a:pt x="71768" y="48118"/>
                </a:lnTo>
                <a:lnTo>
                  <a:pt x="71768" y="48164"/>
                </a:lnTo>
                <a:lnTo>
                  <a:pt x="71780" y="48198"/>
                </a:lnTo>
                <a:lnTo>
                  <a:pt x="71802" y="48243"/>
                </a:lnTo>
                <a:lnTo>
                  <a:pt x="71825" y="48266"/>
                </a:lnTo>
                <a:lnTo>
                  <a:pt x="71859" y="48300"/>
                </a:lnTo>
                <a:lnTo>
                  <a:pt x="71893" y="48323"/>
                </a:lnTo>
                <a:lnTo>
                  <a:pt x="71928" y="48334"/>
                </a:lnTo>
                <a:lnTo>
                  <a:pt x="71973" y="48346"/>
                </a:lnTo>
                <a:lnTo>
                  <a:pt x="71973" y="49142"/>
                </a:lnTo>
                <a:lnTo>
                  <a:pt x="72019" y="49142"/>
                </a:lnTo>
                <a:lnTo>
                  <a:pt x="72019" y="48346"/>
                </a:lnTo>
                <a:lnTo>
                  <a:pt x="72053" y="48334"/>
                </a:lnTo>
                <a:lnTo>
                  <a:pt x="72098" y="48323"/>
                </a:lnTo>
                <a:lnTo>
                  <a:pt x="72132" y="48300"/>
                </a:lnTo>
                <a:lnTo>
                  <a:pt x="72155" y="48266"/>
                </a:lnTo>
                <a:lnTo>
                  <a:pt x="72178" y="48232"/>
                </a:lnTo>
                <a:lnTo>
                  <a:pt x="72201" y="48198"/>
                </a:lnTo>
                <a:lnTo>
                  <a:pt x="72212" y="48164"/>
                </a:lnTo>
                <a:lnTo>
                  <a:pt x="72212" y="48118"/>
                </a:lnTo>
                <a:lnTo>
                  <a:pt x="72212" y="48073"/>
                </a:lnTo>
                <a:lnTo>
                  <a:pt x="72201" y="48039"/>
                </a:lnTo>
                <a:lnTo>
                  <a:pt x="74214" y="46878"/>
                </a:lnTo>
                <a:lnTo>
                  <a:pt x="74248" y="46901"/>
                </a:lnTo>
                <a:lnTo>
                  <a:pt x="74282" y="46924"/>
                </a:lnTo>
                <a:lnTo>
                  <a:pt x="74316" y="46947"/>
                </a:lnTo>
                <a:lnTo>
                  <a:pt x="74407" y="46947"/>
                </a:lnTo>
                <a:lnTo>
                  <a:pt x="74442" y="46924"/>
                </a:lnTo>
                <a:lnTo>
                  <a:pt x="74476" y="46901"/>
                </a:lnTo>
                <a:lnTo>
                  <a:pt x="74510" y="46867"/>
                </a:lnTo>
                <a:lnTo>
                  <a:pt x="76569" y="48061"/>
                </a:lnTo>
                <a:lnTo>
                  <a:pt x="76557" y="48118"/>
                </a:lnTo>
                <a:lnTo>
                  <a:pt x="76569" y="48175"/>
                </a:lnTo>
                <a:lnTo>
                  <a:pt x="76603" y="48232"/>
                </a:lnTo>
                <a:lnTo>
                  <a:pt x="76648" y="48266"/>
                </a:lnTo>
                <a:lnTo>
                  <a:pt x="76717" y="48289"/>
                </a:lnTo>
                <a:lnTo>
                  <a:pt x="76717" y="49142"/>
                </a:lnTo>
                <a:lnTo>
                  <a:pt x="76762" y="49142"/>
                </a:lnTo>
                <a:lnTo>
                  <a:pt x="76762" y="48289"/>
                </a:lnTo>
                <a:lnTo>
                  <a:pt x="76819" y="48266"/>
                </a:lnTo>
                <a:lnTo>
                  <a:pt x="76865" y="48232"/>
                </a:lnTo>
                <a:lnTo>
                  <a:pt x="76887" y="48175"/>
                </a:lnTo>
                <a:lnTo>
                  <a:pt x="76899" y="48118"/>
                </a:lnTo>
                <a:lnTo>
                  <a:pt x="76887" y="48061"/>
                </a:lnTo>
                <a:lnTo>
                  <a:pt x="78878" y="46912"/>
                </a:lnTo>
                <a:lnTo>
                  <a:pt x="78923" y="46969"/>
                </a:lnTo>
                <a:lnTo>
                  <a:pt x="78969" y="47003"/>
                </a:lnTo>
                <a:lnTo>
                  <a:pt x="79037" y="47026"/>
                </a:lnTo>
                <a:lnTo>
                  <a:pt x="79105" y="47038"/>
                </a:lnTo>
                <a:lnTo>
                  <a:pt x="79174" y="47026"/>
                </a:lnTo>
                <a:lnTo>
                  <a:pt x="79231" y="47003"/>
                </a:lnTo>
                <a:lnTo>
                  <a:pt x="79287" y="46969"/>
                </a:lnTo>
                <a:lnTo>
                  <a:pt x="79322" y="46912"/>
                </a:lnTo>
                <a:lnTo>
                  <a:pt x="81233" y="48016"/>
                </a:lnTo>
                <a:lnTo>
                  <a:pt x="81221" y="48073"/>
                </a:lnTo>
                <a:lnTo>
                  <a:pt x="81221" y="48118"/>
                </a:lnTo>
                <a:lnTo>
                  <a:pt x="81221" y="48164"/>
                </a:lnTo>
                <a:lnTo>
                  <a:pt x="81233" y="48209"/>
                </a:lnTo>
                <a:lnTo>
                  <a:pt x="81255" y="48255"/>
                </a:lnTo>
                <a:lnTo>
                  <a:pt x="81290" y="48289"/>
                </a:lnTo>
                <a:lnTo>
                  <a:pt x="81324" y="48323"/>
                </a:lnTo>
                <a:lnTo>
                  <a:pt x="81358" y="48346"/>
                </a:lnTo>
                <a:lnTo>
                  <a:pt x="81403" y="48368"/>
                </a:lnTo>
                <a:lnTo>
                  <a:pt x="81449" y="48368"/>
                </a:lnTo>
                <a:lnTo>
                  <a:pt x="81449" y="49142"/>
                </a:lnTo>
                <a:lnTo>
                  <a:pt x="81494" y="49142"/>
                </a:lnTo>
                <a:lnTo>
                  <a:pt x="81494" y="48368"/>
                </a:lnTo>
                <a:lnTo>
                  <a:pt x="81540" y="48357"/>
                </a:lnTo>
                <a:lnTo>
                  <a:pt x="81585" y="48346"/>
                </a:lnTo>
                <a:lnTo>
                  <a:pt x="81631" y="48323"/>
                </a:lnTo>
                <a:lnTo>
                  <a:pt x="81654" y="48289"/>
                </a:lnTo>
                <a:lnTo>
                  <a:pt x="81688" y="48255"/>
                </a:lnTo>
                <a:lnTo>
                  <a:pt x="81710" y="48209"/>
                </a:lnTo>
                <a:lnTo>
                  <a:pt x="81722" y="48164"/>
                </a:lnTo>
                <a:lnTo>
                  <a:pt x="81722" y="48118"/>
                </a:lnTo>
                <a:lnTo>
                  <a:pt x="81722" y="48073"/>
                </a:lnTo>
                <a:lnTo>
                  <a:pt x="81710" y="48027"/>
                </a:lnTo>
                <a:lnTo>
                  <a:pt x="83644" y="46901"/>
                </a:lnTo>
                <a:lnTo>
                  <a:pt x="83678" y="46947"/>
                </a:lnTo>
                <a:lnTo>
                  <a:pt x="83724" y="46981"/>
                </a:lnTo>
                <a:lnTo>
                  <a:pt x="83781" y="47003"/>
                </a:lnTo>
                <a:lnTo>
                  <a:pt x="83838" y="47015"/>
                </a:lnTo>
                <a:lnTo>
                  <a:pt x="83906" y="47003"/>
                </a:lnTo>
                <a:lnTo>
                  <a:pt x="83951" y="46981"/>
                </a:lnTo>
                <a:lnTo>
                  <a:pt x="84008" y="46947"/>
                </a:lnTo>
                <a:lnTo>
                  <a:pt x="84042" y="46901"/>
                </a:lnTo>
                <a:lnTo>
                  <a:pt x="85965" y="48016"/>
                </a:lnTo>
                <a:lnTo>
                  <a:pt x="85953" y="48061"/>
                </a:lnTo>
                <a:lnTo>
                  <a:pt x="85942" y="48118"/>
                </a:lnTo>
                <a:lnTo>
                  <a:pt x="85953" y="48175"/>
                </a:lnTo>
                <a:lnTo>
                  <a:pt x="85965" y="48221"/>
                </a:lnTo>
                <a:lnTo>
                  <a:pt x="85988" y="48266"/>
                </a:lnTo>
                <a:lnTo>
                  <a:pt x="86022" y="48300"/>
                </a:lnTo>
                <a:lnTo>
                  <a:pt x="86056" y="48334"/>
                </a:lnTo>
                <a:lnTo>
                  <a:pt x="86101" y="48357"/>
                </a:lnTo>
                <a:lnTo>
                  <a:pt x="86147" y="48368"/>
                </a:lnTo>
                <a:lnTo>
                  <a:pt x="86192" y="48380"/>
                </a:lnTo>
                <a:lnTo>
                  <a:pt x="86192" y="49142"/>
                </a:lnTo>
                <a:lnTo>
                  <a:pt x="86238" y="49142"/>
                </a:lnTo>
                <a:lnTo>
                  <a:pt x="86238" y="48380"/>
                </a:lnTo>
                <a:lnTo>
                  <a:pt x="86283" y="48368"/>
                </a:lnTo>
                <a:lnTo>
                  <a:pt x="86329" y="48357"/>
                </a:lnTo>
                <a:lnTo>
                  <a:pt x="86374" y="48323"/>
                </a:lnTo>
                <a:lnTo>
                  <a:pt x="86408" y="48300"/>
                </a:lnTo>
                <a:lnTo>
                  <a:pt x="86431" y="48255"/>
                </a:lnTo>
                <a:lnTo>
                  <a:pt x="86454" y="48221"/>
                </a:lnTo>
                <a:lnTo>
                  <a:pt x="86465" y="48164"/>
                </a:lnTo>
                <a:lnTo>
                  <a:pt x="86477" y="48118"/>
                </a:lnTo>
                <a:lnTo>
                  <a:pt x="86465" y="48073"/>
                </a:lnTo>
                <a:lnTo>
                  <a:pt x="86454" y="48016"/>
                </a:lnTo>
                <a:lnTo>
                  <a:pt x="87364" y="47493"/>
                </a:lnTo>
                <a:lnTo>
                  <a:pt x="87364" y="47436"/>
                </a:lnTo>
                <a:lnTo>
                  <a:pt x="86431" y="47982"/>
                </a:lnTo>
                <a:lnTo>
                  <a:pt x="86397" y="47925"/>
                </a:lnTo>
                <a:lnTo>
                  <a:pt x="86340" y="47891"/>
                </a:lnTo>
                <a:lnTo>
                  <a:pt x="86283" y="47868"/>
                </a:lnTo>
                <a:lnTo>
                  <a:pt x="86215" y="47857"/>
                </a:lnTo>
                <a:lnTo>
                  <a:pt x="86147" y="47868"/>
                </a:lnTo>
                <a:lnTo>
                  <a:pt x="86079" y="47891"/>
                </a:lnTo>
                <a:lnTo>
                  <a:pt x="86033" y="47925"/>
                </a:lnTo>
                <a:lnTo>
                  <a:pt x="85988" y="47970"/>
                </a:lnTo>
                <a:lnTo>
                  <a:pt x="84065" y="46856"/>
                </a:lnTo>
                <a:lnTo>
                  <a:pt x="84077" y="46821"/>
                </a:lnTo>
                <a:lnTo>
                  <a:pt x="84077" y="46776"/>
                </a:lnTo>
                <a:lnTo>
                  <a:pt x="84077" y="46730"/>
                </a:lnTo>
                <a:lnTo>
                  <a:pt x="84065" y="46685"/>
                </a:lnTo>
                <a:lnTo>
                  <a:pt x="84042" y="46651"/>
                </a:lnTo>
                <a:lnTo>
                  <a:pt x="84020" y="46617"/>
                </a:lnTo>
                <a:lnTo>
                  <a:pt x="83986" y="46583"/>
                </a:lnTo>
                <a:lnTo>
                  <a:pt x="83951" y="46560"/>
                </a:lnTo>
                <a:lnTo>
                  <a:pt x="83917" y="46548"/>
                </a:lnTo>
                <a:lnTo>
                  <a:pt x="83872" y="46537"/>
                </a:lnTo>
                <a:lnTo>
                  <a:pt x="83872" y="44182"/>
                </a:lnTo>
                <a:lnTo>
                  <a:pt x="83929" y="44160"/>
                </a:lnTo>
                <a:lnTo>
                  <a:pt x="83974" y="44125"/>
                </a:lnTo>
                <a:lnTo>
                  <a:pt x="83997" y="44080"/>
                </a:lnTo>
                <a:lnTo>
                  <a:pt x="84008" y="44012"/>
                </a:lnTo>
                <a:lnTo>
                  <a:pt x="83997" y="43966"/>
                </a:lnTo>
                <a:lnTo>
                  <a:pt x="86044" y="42783"/>
                </a:lnTo>
                <a:lnTo>
                  <a:pt x="86079" y="42817"/>
                </a:lnTo>
                <a:lnTo>
                  <a:pt x="86113" y="42851"/>
                </a:lnTo>
                <a:lnTo>
                  <a:pt x="86158" y="42863"/>
                </a:lnTo>
                <a:lnTo>
                  <a:pt x="86215" y="42874"/>
                </a:lnTo>
                <a:lnTo>
                  <a:pt x="86261" y="42863"/>
                </a:lnTo>
                <a:lnTo>
                  <a:pt x="86306" y="42851"/>
                </a:lnTo>
                <a:lnTo>
                  <a:pt x="86352" y="42817"/>
                </a:lnTo>
                <a:lnTo>
                  <a:pt x="86386" y="42783"/>
                </a:lnTo>
                <a:lnTo>
                  <a:pt x="87364" y="43341"/>
                </a:lnTo>
                <a:lnTo>
                  <a:pt x="87364" y="43295"/>
                </a:lnTo>
                <a:lnTo>
                  <a:pt x="86408" y="42738"/>
                </a:lnTo>
                <a:lnTo>
                  <a:pt x="86408" y="42704"/>
                </a:lnTo>
                <a:lnTo>
                  <a:pt x="86420" y="42669"/>
                </a:lnTo>
                <a:lnTo>
                  <a:pt x="86408" y="42624"/>
                </a:lnTo>
                <a:lnTo>
                  <a:pt x="86408" y="42590"/>
                </a:lnTo>
                <a:lnTo>
                  <a:pt x="86363" y="42533"/>
                </a:lnTo>
                <a:lnTo>
                  <a:pt x="86306" y="42487"/>
                </a:lnTo>
                <a:lnTo>
                  <a:pt x="86238" y="42465"/>
                </a:lnTo>
                <a:lnTo>
                  <a:pt x="86238" y="40144"/>
                </a:lnTo>
                <a:lnTo>
                  <a:pt x="86283" y="40144"/>
                </a:lnTo>
                <a:lnTo>
                  <a:pt x="86329" y="40121"/>
                </a:lnTo>
                <a:lnTo>
                  <a:pt x="86363" y="40099"/>
                </a:lnTo>
                <a:lnTo>
                  <a:pt x="86397" y="40076"/>
                </a:lnTo>
                <a:lnTo>
                  <a:pt x="86420" y="40030"/>
                </a:lnTo>
                <a:lnTo>
                  <a:pt x="86443" y="39996"/>
                </a:lnTo>
                <a:lnTo>
                  <a:pt x="86454" y="39951"/>
                </a:lnTo>
                <a:lnTo>
                  <a:pt x="86454" y="39905"/>
                </a:lnTo>
                <a:lnTo>
                  <a:pt x="86454" y="39860"/>
                </a:lnTo>
                <a:lnTo>
                  <a:pt x="86431" y="39814"/>
                </a:lnTo>
                <a:lnTo>
                  <a:pt x="87364" y="39280"/>
                </a:lnTo>
                <a:lnTo>
                  <a:pt x="87364" y="39234"/>
                </a:lnTo>
                <a:lnTo>
                  <a:pt x="86420" y="39780"/>
                </a:lnTo>
                <a:lnTo>
                  <a:pt x="86374" y="39735"/>
                </a:lnTo>
                <a:lnTo>
                  <a:pt x="86329" y="39700"/>
                </a:lnTo>
                <a:lnTo>
                  <a:pt x="86272" y="39678"/>
                </a:lnTo>
                <a:lnTo>
                  <a:pt x="86215" y="39666"/>
                </a:lnTo>
                <a:lnTo>
                  <a:pt x="86147" y="39678"/>
                </a:lnTo>
                <a:lnTo>
                  <a:pt x="86090" y="39689"/>
                </a:lnTo>
                <a:lnTo>
                  <a:pt x="86044" y="39723"/>
                </a:lnTo>
                <a:lnTo>
                  <a:pt x="86010" y="39769"/>
                </a:lnTo>
                <a:lnTo>
                  <a:pt x="84042" y="38643"/>
                </a:lnTo>
                <a:lnTo>
                  <a:pt x="84054" y="38597"/>
                </a:lnTo>
                <a:lnTo>
                  <a:pt x="84054" y="38563"/>
                </a:lnTo>
                <a:lnTo>
                  <a:pt x="84054" y="38517"/>
                </a:lnTo>
                <a:lnTo>
                  <a:pt x="84042" y="38483"/>
                </a:lnTo>
                <a:lnTo>
                  <a:pt x="84031" y="38449"/>
                </a:lnTo>
                <a:lnTo>
                  <a:pt x="84008" y="38415"/>
                </a:lnTo>
                <a:lnTo>
                  <a:pt x="83940" y="38370"/>
                </a:lnTo>
                <a:lnTo>
                  <a:pt x="83906" y="38358"/>
                </a:lnTo>
                <a:lnTo>
                  <a:pt x="83872" y="38347"/>
                </a:lnTo>
                <a:lnTo>
                  <a:pt x="83872" y="36003"/>
                </a:lnTo>
                <a:lnTo>
                  <a:pt x="83940" y="35981"/>
                </a:lnTo>
                <a:lnTo>
                  <a:pt x="83986" y="35935"/>
                </a:lnTo>
                <a:lnTo>
                  <a:pt x="84031" y="35878"/>
                </a:lnTo>
                <a:lnTo>
                  <a:pt x="84042" y="35810"/>
                </a:lnTo>
                <a:lnTo>
                  <a:pt x="84031" y="35765"/>
                </a:lnTo>
                <a:lnTo>
                  <a:pt x="84020" y="35730"/>
                </a:lnTo>
                <a:lnTo>
                  <a:pt x="86010" y="34593"/>
                </a:lnTo>
                <a:lnTo>
                  <a:pt x="86044" y="34627"/>
                </a:lnTo>
                <a:lnTo>
                  <a:pt x="86101" y="34661"/>
                </a:lnTo>
                <a:lnTo>
                  <a:pt x="86147" y="34684"/>
                </a:lnTo>
                <a:lnTo>
                  <a:pt x="86215" y="34695"/>
                </a:lnTo>
                <a:lnTo>
                  <a:pt x="86272" y="34684"/>
                </a:lnTo>
                <a:lnTo>
                  <a:pt x="86329" y="34661"/>
                </a:lnTo>
                <a:lnTo>
                  <a:pt x="86374" y="34627"/>
                </a:lnTo>
                <a:lnTo>
                  <a:pt x="86408" y="34582"/>
                </a:lnTo>
                <a:lnTo>
                  <a:pt x="87364" y="35128"/>
                </a:lnTo>
                <a:lnTo>
                  <a:pt x="87364" y="35082"/>
                </a:lnTo>
                <a:lnTo>
                  <a:pt x="86431" y="34547"/>
                </a:lnTo>
                <a:lnTo>
                  <a:pt x="86443" y="34502"/>
                </a:lnTo>
                <a:lnTo>
                  <a:pt x="86454" y="34456"/>
                </a:lnTo>
                <a:lnTo>
                  <a:pt x="86443" y="34411"/>
                </a:lnTo>
                <a:lnTo>
                  <a:pt x="86431" y="34365"/>
                </a:lnTo>
                <a:lnTo>
                  <a:pt x="86420" y="34331"/>
                </a:lnTo>
                <a:lnTo>
                  <a:pt x="86386" y="34297"/>
                </a:lnTo>
                <a:lnTo>
                  <a:pt x="86363" y="34263"/>
                </a:lnTo>
                <a:lnTo>
                  <a:pt x="86317" y="34240"/>
                </a:lnTo>
                <a:lnTo>
                  <a:pt x="86283" y="34229"/>
                </a:lnTo>
                <a:lnTo>
                  <a:pt x="86238" y="34218"/>
                </a:lnTo>
                <a:lnTo>
                  <a:pt x="86238" y="31863"/>
                </a:lnTo>
                <a:lnTo>
                  <a:pt x="86295" y="31851"/>
                </a:lnTo>
                <a:lnTo>
                  <a:pt x="86340" y="31806"/>
                </a:lnTo>
                <a:lnTo>
                  <a:pt x="86374" y="31760"/>
                </a:lnTo>
                <a:lnTo>
                  <a:pt x="86386" y="31704"/>
                </a:lnTo>
                <a:lnTo>
                  <a:pt x="86374" y="31647"/>
                </a:lnTo>
                <a:lnTo>
                  <a:pt x="87364" y="31067"/>
                </a:lnTo>
                <a:lnTo>
                  <a:pt x="87364" y="31021"/>
                </a:lnTo>
                <a:lnTo>
                  <a:pt x="86352" y="31601"/>
                </a:lnTo>
                <a:lnTo>
                  <a:pt x="86329" y="31567"/>
                </a:lnTo>
                <a:lnTo>
                  <a:pt x="86295" y="31544"/>
                </a:lnTo>
                <a:lnTo>
                  <a:pt x="86249" y="31533"/>
                </a:lnTo>
                <a:lnTo>
                  <a:pt x="86215" y="31522"/>
                </a:lnTo>
                <a:lnTo>
                  <a:pt x="86170" y="31533"/>
                </a:lnTo>
                <a:lnTo>
                  <a:pt x="86135" y="31544"/>
                </a:lnTo>
                <a:lnTo>
                  <a:pt x="86101" y="31567"/>
                </a:lnTo>
                <a:lnTo>
                  <a:pt x="86079" y="31601"/>
                </a:lnTo>
                <a:lnTo>
                  <a:pt x="84020" y="30407"/>
                </a:lnTo>
                <a:lnTo>
                  <a:pt x="84020" y="30350"/>
                </a:lnTo>
                <a:lnTo>
                  <a:pt x="84008" y="30282"/>
                </a:lnTo>
                <a:lnTo>
                  <a:pt x="83974" y="30236"/>
                </a:lnTo>
                <a:lnTo>
                  <a:pt x="83929" y="30191"/>
                </a:lnTo>
                <a:lnTo>
                  <a:pt x="83872" y="30168"/>
                </a:lnTo>
                <a:lnTo>
                  <a:pt x="83872" y="27756"/>
                </a:lnTo>
                <a:lnTo>
                  <a:pt x="83929" y="27734"/>
                </a:lnTo>
                <a:lnTo>
                  <a:pt x="83963" y="27699"/>
                </a:lnTo>
                <a:lnTo>
                  <a:pt x="83997" y="27654"/>
                </a:lnTo>
                <a:lnTo>
                  <a:pt x="84008" y="27597"/>
                </a:lnTo>
                <a:lnTo>
                  <a:pt x="83997" y="27540"/>
                </a:lnTo>
                <a:lnTo>
                  <a:pt x="86022" y="26369"/>
                </a:lnTo>
                <a:lnTo>
                  <a:pt x="86056" y="26414"/>
                </a:lnTo>
                <a:lnTo>
                  <a:pt x="86101" y="26448"/>
                </a:lnTo>
                <a:lnTo>
                  <a:pt x="86158" y="26471"/>
                </a:lnTo>
                <a:lnTo>
                  <a:pt x="86272" y="26471"/>
                </a:lnTo>
                <a:lnTo>
                  <a:pt x="86317" y="26448"/>
                </a:lnTo>
                <a:lnTo>
                  <a:pt x="86363" y="26414"/>
                </a:lnTo>
                <a:lnTo>
                  <a:pt x="86408" y="26369"/>
                </a:lnTo>
                <a:lnTo>
                  <a:pt x="87364" y="26915"/>
                </a:lnTo>
                <a:lnTo>
                  <a:pt x="87364" y="26869"/>
                </a:lnTo>
                <a:lnTo>
                  <a:pt x="86420" y="26323"/>
                </a:lnTo>
                <a:lnTo>
                  <a:pt x="86431" y="26289"/>
                </a:lnTo>
                <a:lnTo>
                  <a:pt x="86443" y="26243"/>
                </a:lnTo>
                <a:lnTo>
                  <a:pt x="86431" y="26198"/>
                </a:lnTo>
                <a:lnTo>
                  <a:pt x="86420" y="26164"/>
                </a:lnTo>
                <a:lnTo>
                  <a:pt x="86408" y="26130"/>
                </a:lnTo>
                <a:lnTo>
                  <a:pt x="86386" y="26095"/>
                </a:lnTo>
                <a:lnTo>
                  <a:pt x="86352" y="26073"/>
                </a:lnTo>
                <a:lnTo>
                  <a:pt x="86317" y="26050"/>
                </a:lnTo>
                <a:lnTo>
                  <a:pt x="86283" y="26027"/>
                </a:lnTo>
                <a:lnTo>
                  <a:pt x="86238" y="26016"/>
                </a:lnTo>
                <a:lnTo>
                  <a:pt x="86238" y="23673"/>
                </a:lnTo>
                <a:lnTo>
                  <a:pt x="86306" y="23650"/>
                </a:lnTo>
                <a:lnTo>
                  <a:pt x="86352" y="23604"/>
                </a:lnTo>
                <a:lnTo>
                  <a:pt x="86386" y="23547"/>
                </a:lnTo>
                <a:lnTo>
                  <a:pt x="86397" y="23491"/>
                </a:lnTo>
                <a:lnTo>
                  <a:pt x="86386" y="23422"/>
                </a:lnTo>
                <a:lnTo>
                  <a:pt x="87364" y="22854"/>
                </a:lnTo>
                <a:lnTo>
                  <a:pt x="87364" y="22808"/>
                </a:lnTo>
                <a:lnTo>
                  <a:pt x="86363" y="23388"/>
                </a:lnTo>
                <a:lnTo>
                  <a:pt x="86329" y="23354"/>
                </a:lnTo>
                <a:lnTo>
                  <a:pt x="86295" y="23331"/>
                </a:lnTo>
                <a:lnTo>
                  <a:pt x="86261" y="23309"/>
                </a:lnTo>
                <a:lnTo>
                  <a:pt x="86170" y="23309"/>
                </a:lnTo>
                <a:lnTo>
                  <a:pt x="86124" y="23320"/>
                </a:lnTo>
                <a:lnTo>
                  <a:pt x="86090" y="23354"/>
                </a:lnTo>
                <a:lnTo>
                  <a:pt x="86067" y="23377"/>
                </a:lnTo>
                <a:lnTo>
                  <a:pt x="84020" y="22205"/>
                </a:lnTo>
                <a:lnTo>
                  <a:pt x="84031" y="22137"/>
                </a:lnTo>
                <a:lnTo>
                  <a:pt x="84020" y="22069"/>
                </a:lnTo>
                <a:lnTo>
                  <a:pt x="83986" y="22012"/>
                </a:lnTo>
                <a:lnTo>
                  <a:pt x="83929" y="21978"/>
                </a:lnTo>
                <a:lnTo>
                  <a:pt x="83872" y="21955"/>
                </a:lnTo>
                <a:lnTo>
                  <a:pt x="83872" y="19555"/>
                </a:lnTo>
                <a:lnTo>
                  <a:pt x="83929" y="19543"/>
                </a:lnTo>
                <a:lnTo>
                  <a:pt x="83974" y="19498"/>
                </a:lnTo>
                <a:lnTo>
                  <a:pt x="84008" y="19452"/>
                </a:lnTo>
                <a:lnTo>
                  <a:pt x="84020" y="19384"/>
                </a:lnTo>
                <a:lnTo>
                  <a:pt x="84008" y="19327"/>
                </a:lnTo>
                <a:lnTo>
                  <a:pt x="86033" y="18144"/>
                </a:lnTo>
                <a:lnTo>
                  <a:pt x="86067" y="18190"/>
                </a:lnTo>
                <a:lnTo>
                  <a:pt x="86113" y="18212"/>
                </a:lnTo>
                <a:lnTo>
                  <a:pt x="86158" y="18235"/>
                </a:lnTo>
                <a:lnTo>
                  <a:pt x="86215" y="18246"/>
                </a:lnTo>
                <a:lnTo>
                  <a:pt x="86261" y="18235"/>
                </a:lnTo>
                <a:lnTo>
                  <a:pt x="86317" y="18212"/>
                </a:lnTo>
                <a:lnTo>
                  <a:pt x="86352" y="18178"/>
                </a:lnTo>
                <a:lnTo>
                  <a:pt x="86386" y="18144"/>
                </a:lnTo>
                <a:lnTo>
                  <a:pt x="87364" y="18713"/>
                </a:lnTo>
                <a:lnTo>
                  <a:pt x="87364" y="18656"/>
                </a:lnTo>
                <a:lnTo>
                  <a:pt x="86408" y="18099"/>
                </a:lnTo>
                <a:lnTo>
                  <a:pt x="86420" y="18030"/>
                </a:lnTo>
                <a:lnTo>
                  <a:pt x="86408" y="17996"/>
                </a:lnTo>
                <a:lnTo>
                  <a:pt x="86408" y="17962"/>
                </a:lnTo>
                <a:lnTo>
                  <a:pt x="86363" y="17905"/>
                </a:lnTo>
                <a:lnTo>
                  <a:pt x="86306" y="17860"/>
                </a:lnTo>
                <a:lnTo>
                  <a:pt x="86238" y="17837"/>
                </a:lnTo>
                <a:lnTo>
                  <a:pt x="86238" y="15448"/>
                </a:lnTo>
                <a:lnTo>
                  <a:pt x="86295" y="15437"/>
                </a:lnTo>
                <a:lnTo>
                  <a:pt x="86340" y="15391"/>
                </a:lnTo>
                <a:lnTo>
                  <a:pt x="86374" y="15346"/>
                </a:lnTo>
                <a:lnTo>
                  <a:pt x="86386" y="15278"/>
                </a:lnTo>
                <a:lnTo>
                  <a:pt x="86374" y="15221"/>
                </a:lnTo>
                <a:lnTo>
                  <a:pt x="87364" y="14640"/>
                </a:lnTo>
                <a:lnTo>
                  <a:pt x="87364" y="14595"/>
                </a:lnTo>
                <a:lnTo>
                  <a:pt x="86352" y="15175"/>
                </a:lnTo>
                <a:lnTo>
                  <a:pt x="86329" y="15141"/>
                </a:lnTo>
                <a:lnTo>
                  <a:pt x="86295" y="15118"/>
                </a:lnTo>
                <a:lnTo>
                  <a:pt x="86249" y="15107"/>
                </a:lnTo>
                <a:lnTo>
                  <a:pt x="86215" y="15096"/>
                </a:lnTo>
                <a:lnTo>
                  <a:pt x="86170" y="15107"/>
                </a:lnTo>
                <a:lnTo>
                  <a:pt x="86135" y="15118"/>
                </a:lnTo>
                <a:lnTo>
                  <a:pt x="86101" y="15141"/>
                </a:lnTo>
                <a:lnTo>
                  <a:pt x="86067" y="15175"/>
                </a:lnTo>
                <a:lnTo>
                  <a:pt x="84077" y="14015"/>
                </a:lnTo>
                <a:lnTo>
                  <a:pt x="84088" y="13981"/>
                </a:lnTo>
                <a:lnTo>
                  <a:pt x="84088" y="13935"/>
                </a:lnTo>
                <a:lnTo>
                  <a:pt x="84088" y="13890"/>
                </a:lnTo>
                <a:lnTo>
                  <a:pt x="84077" y="13844"/>
                </a:lnTo>
                <a:lnTo>
                  <a:pt x="84054" y="13799"/>
                </a:lnTo>
                <a:lnTo>
                  <a:pt x="84020" y="13765"/>
                </a:lnTo>
                <a:lnTo>
                  <a:pt x="83997" y="13730"/>
                </a:lnTo>
                <a:lnTo>
                  <a:pt x="83951" y="13708"/>
                </a:lnTo>
                <a:lnTo>
                  <a:pt x="83917" y="13696"/>
                </a:lnTo>
                <a:lnTo>
                  <a:pt x="83872" y="13685"/>
                </a:lnTo>
                <a:lnTo>
                  <a:pt x="83872" y="11364"/>
                </a:lnTo>
                <a:lnTo>
                  <a:pt x="83929" y="11342"/>
                </a:lnTo>
                <a:lnTo>
                  <a:pt x="83986" y="11296"/>
                </a:lnTo>
                <a:lnTo>
                  <a:pt x="84020" y="11239"/>
                </a:lnTo>
                <a:lnTo>
                  <a:pt x="84031" y="11171"/>
                </a:lnTo>
                <a:lnTo>
                  <a:pt x="84031" y="11137"/>
                </a:lnTo>
                <a:lnTo>
                  <a:pt x="84020" y="11103"/>
                </a:lnTo>
                <a:lnTo>
                  <a:pt x="86010" y="9954"/>
                </a:lnTo>
                <a:lnTo>
                  <a:pt x="86044" y="9999"/>
                </a:lnTo>
                <a:lnTo>
                  <a:pt x="86090" y="10033"/>
                </a:lnTo>
                <a:lnTo>
                  <a:pt x="86147" y="10056"/>
                </a:lnTo>
                <a:lnTo>
                  <a:pt x="86215" y="10068"/>
                </a:lnTo>
                <a:lnTo>
                  <a:pt x="86272" y="10056"/>
                </a:lnTo>
                <a:lnTo>
                  <a:pt x="86329" y="10033"/>
                </a:lnTo>
                <a:lnTo>
                  <a:pt x="86374" y="9999"/>
                </a:lnTo>
                <a:lnTo>
                  <a:pt x="86420" y="9954"/>
                </a:lnTo>
                <a:lnTo>
                  <a:pt x="87364" y="10500"/>
                </a:lnTo>
                <a:lnTo>
                  <a:pt x="87364" y="10443"/>
                </a:lnTo>
                <a:lnTo>
                  <a:pt x="86431" y="9908"/>
                </a:lnTo>
                <a:lnTo>
                  <a:pt x="86443" y="9863"/>
                </a:lnTo>
                <a:lnTo>
                  <a:pt x="86454" y="9829"/>
                </a:lnTo>
                <a:lnTo>
                  <a:pt x="86443" y="9783"/>
                </a:lnTo>
                <a:lnTo>
                  <a:pt x="86431" y="9738"/>
                </a:lnTo>
                <a:lnTo>
                  <a:pt x="86420" y="9704"/>
                </a:lnTo>
                <a:lnTo>
                  <a:pt x="86386" y="9669"/>
                </a:lnTo>
                <a:lnTo>
                  <a:pt x="86363" y="9635"/>
                </a:lnTo>
                <a:lnTo>
                  <a:pt x="86317" y="9613"/>
                </a:lnTo>
                <a:lnTo>
                  <a:pt x="86283" y="9601"/>
                </a:lnTo>
                <a:lnTo>
                  <a:pt x="86238" y="9590"/>
                </a:lnTo>
                <a:lnTo>
                  <a:pt x="86238" y="7235"/>
                </a:lnTo>
                <a:lnTo>
                  <a:pt x="86295" y="7212"/>
                </a:lnTo>
                <a:lnTo>
                  <a:pt x="86340" y="7178"/>
                </a:lnTo>
                <a:lnTo>
                  <a:pt x="86374" y="7133"/>
                </a:lnTo>
                <a:lnTo>
                  <a:pt x="86386" y="7064"/>
                </a:lnTo>
                <a:lnTo>
                  <a:pt x="86374" y="7008"/>
                </a:lnTo>
                <a:lnTo>
                  <a:pt x="87364" y="6439"/>
                </a:lnTo>
                <a:lnTo>
                  <a:pt x="87364" y="6382"/>
                </a:lnTo>
                <a:lnTo>
                  <a:pt x="86352" y="6962"/>
                </a:lnTo>
                <a:lnTo>
                  <a:pt x="86317" y="6939"/>
                </a:lnTo>
                <a:lnTo>
                  <a:pt x="86295" y="6917"/>
                </a:lnTo>
                <a:lnTo>
                  <a:pt x="86249" y="6905"/>
                </a:lnTo>
                <a:lnTo>
                  <a:pt x="86215" y="6894"/>
                </a:lnTo>
                <a:lnTo>
                  <a:pt x="86170" y="6905"/>
                </a:lnTo>
                <a:lnTo>
                  <a:pt x="86135" y="6917"/>
                </a:lnTo>
                <a:lnTo>
                  <a:pt x="86101" y="6939"/>
                </a:lnTo>
                <a:lnTo>
                  <a:pt x="86079" y="6962"/>
                </a:lnTo>
                <a:lnTo>
                  <a:pt x="84065" y="5802"/>
                </a:lnTo>
                <a:lnTo>
                  <a:pt x="84077" y="5756"/>
                </a:lnTo>
                <a:lnTo>
                  <a:pt x="84077" y="5722"/>
                </a:lnTo>
                <a:lnTo>
                  <a:pt x="84077" y="5677"/>
                </a:lnTo>
                <a:lnTo>
                  <a:pt x="84065" y="5631"/>
                </a:lnTo>
                <a:lnTo>
                  <a:pt x="84042" y="5597"/>
                </a:lnTo>
                <a:lnTo>
                  <a:pt x="84020" y="5563"/>
                </a:lnTo>
                <a:lnTo>
                  <a:pt x="83986" y="5540"/>
                </a:lnTo>
                <a:lnTo>
                  <a:pt x="83951" y="5517"/>
                </a:lnTo>
                <a:lnTo>
                  <a:pt x="83917" y="5495"/>
                </a:lnTo>
                <a:lnTo>
                  <a:pt x="83872" y="5483"/>
                </a:lnTo>
                <a:lnTo>
                  <a:pt x="83872" y="3197"/>
                </a:lnTo>
                <a:lnTo>
                  <a:pt x="83917" y="3185"/>
                </a:lnTo>
                <a:lnTo>
                  <a:pt x="83951" y="3174"/>
                </a:lnTo>
                <a:lnTo>
                  <a:pt x="83986" y="3151"/>
                </a:lnTo>
                <a:lnTo>
                  <a:pt x="84020" y="3117"/>
                </a:lnTo>
                <a:lnTo>
                  <a:pt x="84042" y="3083"/>
                </a:lnTo>
                <a:lnTo>
                  <a:pt x="84065" y="3049"/>
                </a:lnTo>
                <a:lnTo>
                  <a:pt x="84077" y="3003"/>
                </a:lnTo>
                <a:lnTo>
                  <a:pt x="84077" y="2958"/>
                </a:lnTo>
                <a:lnTo>
                  <a:pt x="84077" y="2912"/>
                </a:lnTo>
                <a:lnTo>
                  <a:pt x="84054" y="2867"/>
                </a:lnTo>
                <a:lnTo>
                  <a:pt x="86044" y="1718"/>
                </a:lnTo>
                <a:lnTo>
                  <a:pt x="86079" y="1752"/>
                </a:lnTo>
                <a:lnTo>
                  <a:pt x="86113" y="1786"/>
                </a:lnTo>
                <a:lnTo>
                  <a:pt x="86158" y="1798"/>
                </a:lnTo>
                <a:lnTo>
                  <a:pt x="86215" y="1809"/>
                </a:lnTo>
                <a:lnTo>
                  <a:pt x="86261" y="1798"/>
                </a:lnTo>
                <a:lnTo>
                  <a:pt x="86306" y="1775"/>
                </a:lnTo>
                <a:lnTo>
                  <a:pt x="86340" y="1752"/>
                </a:lnTo>
                <a:lnTo>
                  <a:pt x="86374" y="1718"/>
                </a:lnTo>
                <a:lnTo>
                  <a:pt x="87364" y="2287"/>
                </a:lnTo>
                <a:lnTo>
                  <a:pt x="87364" y="2230"/>
                </a:lnTo>
                <a:lnTo>
                  <a:pt x="86397" y="1673"/>
                </a:lnTo>
                <a:lnTo>
                  <a:pt x="86397" y="1616"/>
                </a:lnTo>
                <a:lnTo>
                  <a:pt x="86386" y="1547"/>
                </a:lnTo>
                <a:lnTo>
                  <a:pt x="86352" y="1491"/>
                </a:lnTo>
                <a:lnTo>
                  <a:pt x="86306" y="1445"/>
                </a:lnTo>
                <a:lnTo>
                  <a:pt x="86238" y="1422"/>
                </a:lnTo>
                <a:lnTo>
                  <a:pt x="86238" y="0"/>
                </a:lnTo>
                <a:lnTo>
                  <a:pt x="86192" y="0"/>
                </a:lnTo>
                <a:lnTo>
                  <a:pt x="86192" y="1422"/>
                </a:lnTo>
                <a:lnTo>
                  <a:pt x="86124" y="1445"/>
                </a:lnTo>
                <a:lnTo>
                  <a:pt x="86067" y="1491"/>
                </a:lnTo>
                <a:lnTo>
                  <a:pt x="86033" y="1547"/>
                </a:lnTo>
                <a:lnTo>
                  <a:pt x="86022" y="1582"/>
                </a:lnTo>
                <a:lnTo>
                  <a:pt x="86022" y="1616"/>
                </a:lnTo>
                <a:lnTo>
                  <a:pt x="86033" y="1673"/>
                </a:lnTo>
                <a:lnTo>
                  <a:pt x="84031" y="2833"/>
                </a:lnTo>
                <a:lnTo>
                  <a:pt x="83997" y="2787"/>
                </a:lnTo>
                <a:lnTo>
                  <a:pt x="83951" y="2753"/>
                </a:lnTo>
                <a:lnTo>
                  <a:pt x="83895" y="2730"/>
                </a:lnTo>
                <a:lnTo>
                  <a:pt x="83781" y="2730"/>
                </a:lnTo>
                <a:lnTo>
                  <a:pt x="83735" y="2753"/>
                </a:lnTo>
                <a:lnTo>
                  <a:pt x="83690" y="2787"/>
                </a:lnTo>
                <a:lnTo>
                  <a:pt x="83656" y="2821"/>
                </a:lnTo>
                <a:lnTo>
                  <a:pt x="81665" y="1673"/>
                </a:lnTo>
                <a:lnTo>
                  <a:pt x="81676" y="1616"/>
                </a:lnTo>
                <a:lnTo>
                  <a:pt x="81665" y="1582"/>
                </a:lnTo>
                <a:lnTo>
                  <a:pt x="81654" y="1547"/>
                </a:lnTo>
                <a:lnTo>
                  <a:pt x="81619" y="1479"/>
                </a:lnTo>
                <a:lnTo>
                  <a:pt x="81563" y="1445"/>
                </a:lnTo>
                <a:lnTo>
                  <a:pt x="81494" y="1422"/>
                </a:lnTo>
                <a:lnTo>
                  <a:pt x="81494" y="0"/>
                </a:lnTo>
                <a:lnTo>
                  <a:pt x="81449" y="0"/>
                </a:lnTo>
                <a:lnTo>
                  <a:pt x="81449" y="1411"/>
                </a:lnTo>
                <a:lnTo>
                  <a:pt x="81415" y="1422"/>
                </a:lnTo>
                <a:lnTo>
                  <a:pt x="81381" y="1434"/>
                </a:lnTo>
                <a:lnTo>
                  <a:pt x="81324" y="1479"/>
                </a:lnTo>
                <a:lnTo>
                  <a:pt x="81290" y="1536"/>
                </a:lnTo>
                <a:lnTo>
                  <a:pt x="81278" y="1582"/>
                </a:lnTo>
                <a:lnTo>
                  <a:pt x="81267" y="1616"/>
                </a:lnTo>
                <a:lnTo>
                  <a:pt x="81278" y="1684"/>
                </a:lnTo>
                <a:lnTo>
                  <a:pt x="79287" y="2833"/>
                </a:lnTo>
                <a:lnTo>
                  <a:pt x="79253" y="2799"/>
                </a:lnTo>
                <a:lnTo>
                  <a:pt x="79208" y="2765"/>
                </a:lnTo>
                <a:lnTo>
                  <a:pt x="79151" y="2742"/>
                </a:lnTo>
                <a:lnTo>
                  <a:pt x="79049" y="2742"/>
                </a:lnTo>
                <a:lnTo>
                  <a:pt x="79003" y="2765"/>
                </a:lnTo>
                <a:lnTo>
                  <a:pt x="78958" y="2787"/>
                </a:lnTo>
                <a:lnTo>
                  <a:pt x="78923" y="2833"/>
                </a:lnTo>
                <a:lnTo>
                  <a:pt x="76967" y="1707"/>
                </a:lnTo>
                <a:lnTo>
                  <a:pt x="76978" y="1661"/>
                </a:lnTo>
                <a:lnTo>
                  <a:pt x="76990" y="1616"/>
                </a:lnTo>
                <a:lnTo>
                  <a:pt x="76978" y="1570"/>
                </a:lnTo>
                <a:lnTo>
                  <a:pt x="76967" y="1525"/>
                </a:lnTo>
                <a:lnTo>
                  <a:pt x="76944" y="1479"/>
                </a:lnTo>
                <a:lnTo>
                  <a:pt x="76921" y="1445"/>
                </a:lnTo>
                <a:lnTo>
                  <a:pt x="76887" y="1411"/>
                </a:lnTo>
                <a:lnTo>
                  <a:pt x="76842" y="1388"/>
                </a:lnTo>
                <a:lnTo>
                  <a:pt x="76808" y="1377"/>
                </a:lnTo>
                <a:lnTo>
                  <a:pt x="76762" y="1365"/>
                </a:lnTo>
                <a:lnTo>
                  <a:pt x="76762" y="0"/>
                </a:lnTo>
                <a:lnTo>
                  <a:pt x="76717" y="0"/>
                </a:lnTo>
                <a:lnTo>
                  <a:pt x="76717" y="1365"/>
                </a:lnTo>
                <a:lnTo>
                  <a:pt x="76660" y="1365"/>
                </a:lnTo>
                <a:lnTo>
                  <a:pt x="76614" y="1388"/>
                </a:lnTo>
                <a:lnTo>
                  <a:pt x="76580" y="1411"/>
                </a:lnTo>
                <a:lnTo>
                  <a:pt x="76546" y="1445"/>
                </a:lnTo>
                <a:lnTo>
                  <a:pt x="76512" y="1479"/>
                </a:lnTo>
                <a:lnTo>
                  <a:pt x="76489" y="1525"/>
                </a:lnTo>
                <a:lnTo>
                  <a:pt x="76478" y="1570"/>
                </a:lnTo>
                <a:lnTo>
                  <a:pt x="76478" y="1616"/>
                </a:lnTo>
                <a:lnTo>
                  <a:pt x="76478" y="1661"/>
                </a:lnTo>
                <a:lnTo>
                  <a:pt x="76489" y="1707"/>
                </a:lnTo>
                <a:lnTo>
                  <a:pt x="74544" y="2833"/>
                </a:lnTo>
                <a:lnTo>
                  <a:pt x="74510" y="2799"/>
                </a:lnTo>
                <a:lnTo>
                  <a:pt x="74464" y="2765"/>
                </a:lnTo>
                <a:lnTo>
                  <a:pt x="74419" y="2742"/>
                </a:lnTo>
                <a:lnTo>
                  <a:pt x="74305" y="2742"/>
                </a:lnTo>
                <a:lnTo>
                  <a:pt x="74260" y="2765"/>
                </a:lnTo>
                <a:lnTo>
                  <a:pt x="74214" y="2787"/>
                </a:lnTo>
                <a:lnTo>
                  <a:pt x="74180" y="2833"/>
                </a:lnTo>
                <a:lnTo>
                  <a:pt x="72235" y="1707"/>
                </a:lnTo>
                <a:lnTo>
                  <a:pt x="72257" y="1661"/>
                </a:lnTo>
                <a:lnTo>
                  <a:pt x="72257" y="1616"/>
                </a:lnTo>
                <a:lnTo>
                  <a:pt x="72257" y="1570"/>
                </a:lnTo>
                <a:lnTo>
                  <a:pt x="72235" y="1513"/>
                </a:lnTo>
                <a:lnTo>
                  <a:pt x="72212" y="1479"/>
                </a:lnTo>
                <a:lnTo>
                  <a:pt x="72189" y="1434"/>
                </a:lnTo>
                <a:lnTo>
                  <a:pt x="72155" y="1400"/>
                </a:lnTo>
                <a:lnTo>
                  <a:pt x="72110" y="1377"/>
                </a:lnTo>
                <a:lnTo>
                  <a:pt x="72064" y="1354"/>
                </a:lnTo>
                <a:lnTo>
                  <a:pt x="72019" y="1354"/>
                </a:lnTo>
                <a:lnTo>
                  <a:pt x="72019" y="0"/>
                </a:lnTo>
                <a:lnTo>
                  <a:pt x="71973" y="0"/>
                </a:lnTo>
                <a:lnTo>
                  <a:pt x="71973" y="1354"/>
                </a:lnTo>
                <a:lnTo>
                  <a:pt x="71916" y="1354"/>
                </a:lnTo>
                <a:lnTo>
                  <a:pt x="71871" y="1377"/>
                </a:lnTo>
                <a:lnTo>
                  <a:pt x="71837" y="1400"/>
                </a:lnTo>
                <a:lnTo>
                  <a:pt x="71791" y="1434"/>
                </a:lnTo>
                <a:lnTo>
                  <a:pt x="71768" y="1468"/>
                </a:lnTo>
                <a:lnTo>
                  <a:pt x="71746" y="1513"/>
                </a:lnTo>
                <a:lnTo>
                  <a:pt x="71734" y="1559"/>
                </a:lnTo>
                <a:lnTo>
                  <a:pt x="71723" y="1616"/>
                </a:lnTo>
                <a:lnTo>
                  <a:pt x="71734" y="1661"/>
                </a:lnTo>
                <a:lnTo>
                  <a:pt x="71746" y="1718"/>
                </a:lnTo>
                <a:lnTo>
                  <a:pt x="69823" y="2821"/>
                </a:lnTo>
                <a:lnTo>
                  <a:pt x="69778" y="2776"/>
                </a:lnTo>
                <a:lnTo>
                  <a:pt x="69732" y="2753"/>
                </a:lnTo>
                <a:lnTo>
                  <a:pt x="69675" y="2730"/>
                </a:lnTo>
                <a:lnTo>
                  <a:pt x="69618" y="2719"/>
                </a:lnTo>
                <a:lnTo>
                  <a:pt x="69562" y="2730"/>
                </a:lnTo>
                <a:lnTo>
                  <a:pt x="69505" y="2753"/>
                </a:lnTo>
                <a:lnTo>
                  <a:pt x="69459" y="2776"/>
                </a:lnTo>
                <a:lnTo>
                  <a:pt x="69425" y="2821"/>
                </a:lnTo>
                <a:lnTo>
                  <a:pt x="67423" y="1661"/>
                </a:lnTo>
                <a:lnTo>
                  <a:pt x="67423" y="1616"/>
                </a:lnTo>
                <a:lnTo>
                  <a:pt x="67412" y="1547"/>
                </a:lnTo>
                <a:lnTo>
                  <a:pt x="67389" y="1502"/>
                </a:lnTo>
                <a:lnTo>
                  <a:pt x="67332" y="1456"/>
                </a:lnTo>
                <a:lnTo>
                  <a:pt x="67275" y="1445"/>
                </a:lnTo>
                <a:lnTo>
                  <a:pt x="67275" y="0"/>
                </a:lnTo>
                <a:lnTo>
                  <a:pt x="67230" y="0"/>
                </a:lnTo>
                <a:lnTo>
                  <a:pt x="67230" y="1445"/>
                </a:lnTo>
                <a:lnTo>
                  <a:pt x="67173" y="1456"/>
                </a:lnTo>
                <a:lnTo>
                  <a:pt x="67116" y="1502"/>
                </a:lnTo>
                <a:lnTo>
                  <a:pt x="67082" y="1547"/>
                </a:lnTo>
                <a:lnTo>
                  <a:pt x="67070" y="1616"/>
                </a:lnTo>
                <a:lnTo>
                  <a:pt x="67082" y="1673"/>
                </a:lnTo>
                <a:lnTo>
                  <a:pt x="65080" y="2821"/>
                </a:lnTo>
                <a:lnTo>
                  <a:pt x="65045" y="2776"/>
                </a:lnTo>
                <a:lnTo>
                  <a:pt x="65000" y="2742"/>
                </a:lnTo>
                <a:lnTo>
                  <a:pt x="64943" y="2719"/>
                </a:lnTo>
                <a:lnTo>
                  <a:pt x="64818" y="2719"/>
                </a:lnTo>
                <a:lnTo>
                  <a:pt x="64761" y="2742"/>
                </a:lnTo>
                <a:lnTo>
                  <a:pt x="64716" y="2776"/>
                </a:lnTo>
                <a:lnTo>
                  <a:pt x="64681" y="2821"/>
                </a:lnTo>
                <a:lnTo>
                  <a:pt x="62736" y="1695"/>
                </a:lnTo>
                <a:lnTo>
                  <a:pt x="62748" y="1661"/>
                </a:lnTo>
                <a:lnTo>
                  <a:pt x="62748" y="1616"/>
                </a:lnTo>
                <a:lnTo>
                  <a:pt x="62748" y="1570"/>
                </a:lnTo>
                <a:lnTo>
                  <a:pt x="62736" y="1525"/>
                </a:lnTo>
                <a:lnTo>
                  <a:pt x="62714" y="1491"/>
                </a:lnTo>
                <a:lnTo>
                  <a:pt x="62691" y="1456"/>
                </a:lnTo>
                <a:lnTo>
                  <a:pt x="62657" y="1422"/>
                </a:lnTo>
                <a:lnTo>
                  <a:pt x="62623" y="1400"/>
                </a:lnTo>
                <a:lnTo>
                  <a:pt x="62577" y="1388"/>
                </a:lnTo>
                <a:lnTo>
                  <a:pt x="62532" y="1377"/>
                </a:lnTo>
                <a:lnTo>
                  <a:pt x="62532" y="0"/>
                </a:lnTo>
                <a:lnTo>
                  <a:pt x="62486" y="0"/>
                </a:lnTo>
                <a:lnTo>
                  <a:pt x="62486" y="1377"/>
                </a:lnTo>
                <a:lnTo>
                  <a:pt x="62441" y="1388"/>
                </a:lnTo>
                <a:lnTo>
                  <a:pt x="62406" y="1400"/>
                </a:lnTo>
                <a:lnTo>
                  <a:pt x="62372" y="1422"/>
                </a:lnTo>
                <a:lnTo>
                  <a:pt x="62338" y="1456"/>
                </a:lnTo>
                <a:lnTo>
                  <a:pt x="62304" y="1491"/>
                </a:lnTo>
                <a:lnTo>
                  <a:pt x="62293" y="1525"/>
                </a:lnTo>
                <a:lnTo>
                  <a:pt x="62281" y="1570"/>
                </a:lnTo>
                <a:lnTo>
                  <a:pt x="62270" y="1616"/>
                </a:lnTo>
                <a:lnTo>
                  <a:pt x="62270" y="1661"/>
                </a:lnTo>
                <a:lnTo>
                  <a:pt x="62293" y="1695"/>
                </a:lnTo>
                <a:lnTo>
                  <a:pt x="60302" y="2844"/>
                </a:lnTo>
                <a:lnTo>
                  <a:pt x="60279" y="2810"/>
                </a:lnTo>
                <a:lnTo>
                  <a:pt x="60234" y="2776"/>
                </a:lnTo>
                <a:lnTo>
                  <a:pt x="60188" y="2765"/>
                </a:lnTo>
                <a:lnTo>
                  <a:pt x="60143" y="2753"/>
                </a:lnTo>
                <a:lnTo>
                  <a:pt x="60086" y="2765"/>
                </a:lnTo>
                <a:lnTo>
                  <a:pt x="60052" y="2776"/>
                </a:lnTo>
                <a:lnTo>
                  <a:pt x="60006" y="2810"/>
                </a:lnTo>
                <a:lnTo>
                  <a:pt x="59972" y="2844"/>
                </a:lnTo>
                <a:lnTo>
                  <a:pt x="57947" y="1673"/>
                </a:lnTo>
                <a:lnTo>
                  <a:pt x="57947" y="1616"/>
                </a:lnTo>
                <a:lnTo>
                  <a:pt x="57936" y="1547"/>
                </a:lnTo>
                <a:lnTo>
                  <a:pt x="57902" y="1491"/>
                </a:lnTo>
                <a:lnTo>
                  <a:pt x="57856" y="1456"/>
                </a:lnTo>
                <a:lnTo>
                  <a:pt x="57799" y="1434"/>
                </a:lnTo>
                <a:lnTo>
                  <a:pt x="57799" y="0"/>
                </a:lnTo>
                <a:lnTo>
                  <a:pt x="57754" y="0"/>
                </a:lnTo>
                <a:lnTo>
                  <a:pt x="57754" y="1434"/>
                </a:lnTo>
                <a:lnTo>
                  <a:pt x="57686" y="1456"/>
                </a:lnTo>
                <a:lnTo>
                  <a:pt x="57640" y="1491"/>
                </a:lnTo>
                <a:lnTo>
                  <a:pt x="57606" y="1547"/>
                </a:lnTo>
                <a:lnTo>
                  <a:pt x="57595" y="1616"/>
                </a:lnTo>
                <a:lnTo>
                  <a:pt x="57595" y="1673"/>
                </a:lnTo>
                <a:lnTo>
                  <a:pt x="55558" y="2844"/>
                </a:lnTo>
                <a:lnTo>
                  <a:pt x="55524" y="2810"/>
                </a:lnTo>
                <a:lnTo>
                  <a:pt x="55490" y="2787"/>
                </a:lnTo>
                <a:lnTo>
                  <a:pt x="55445" y="2765"/>
                </a:lnTo>
                <a:lnTo>
                  <a:pt x="55342" y="2765"/>
                </a:lnTo>
                <a:lnTo>
                  <a:pt x="55308" y="2787"/>
                </a:lnTo>
                <a:lnTo>
                  <a:pt x="55263" y="2810"/>
                </a:lnTo>
                <a:lnTo>
                  <a:pt x="55229" y="2844"/>
                </a:lnTo>
                <a:lnTo>
                  <a:pt x="53192" y="1661"/>
                </a:lnTo>
                <a:lnTo>
                  <a:pt x="53204" y="1616"/>
                </a:lnTo>
                <a:lnTo>
                  <a:pt x="53192" y="1547"/>
                </a:lnTo>
                <a:lnTo>
                  <a:pt x="53158" y="1502"/>
                </a:lnTo>
                <a:lnTo>
                  <a:pt x="53113" y="1456"/>
                </a:lnTo>
                <a:lnTo>
                  <a:pt x="53056" y="1445"/>
                </a:lnTo>
                <a:lnTo>
                  <a:pt x="53056" y="0"/>
                </a:lnTo>
                <a:lnTo>
                  <a:pt x="53010" y="0"/>
                </a:lnTo>
                <a:lnTo>
                  <a:pt x="53010" y="1434"/>
                </a:lnTo>
                <a:lnTo>
                  <a:pt x="52942" y="1456"/>
                </a:lnTo>
                <a:lnTo>
                  <a:pt x="52885" y="1491"/>
                </a:lnTo>
                <a:lnTo>
                  <a:pt x="52851" y="1547"/>
                </a:lnTo>
                <a:lnTo>
                  <a:pt x="52840" y="1616"/>
                </a:lnTo>
                <a:lnTo>
                  <a:pt x="52851" y="1673"/>
                </a:lnTo>
                <a:lnTo>
                  <a:pt x="50838" y="2833"/>
                </a:lnTo>
                <a:lnTo>
                  <a:pt x="50803" y="2799"/>
                </a:lnTo>
                <a:lnTo>
                  <a:pt x="50758" y="2765"/>
                </a:lnTo>
                <a:lnTo>
                  <a:pt x="50701" y="2742"/>
                </a:lnTo>
                <a:lnTo>
                  <a:pt x="50599" y="2742"/>
                </a:lnTo>
                <a:lnTo>
                  <a:pt x="50553" y="2765"/>
                </a:lnTo>
                <a:lnTo>
                  <a:pt x="50508" y="2787"/>
                </a:lnTo>
                <a:lnTo>
                  <a:pt x="50474" y="2833"/>
                </a:lnTo>
                <a:lnTo>
                  <a:pt x="48472" y="1673"/>
                </a:lnTo>
                <a:lnTo>
                  <a:pt x="48483" y="1616"/>
                </a:lnTo>
                <a:lnTo>
                  <a:pt x="48483" y="1582"/>
                </a:lnTo>
                <a:lnTo>
                  <a:pt x="48472" y="1547"/>
                </a:lnTo>
                <a:lnTo>
                  <a:pt x="48437" y="1479"/>
                </a:lnTo>
                <a:lnTo>
                  <a:pt x="48381" y="1434"/>
                </a:lnTo>
                <a:lnTo>
                  <a:pt x="48312" y="1411"/>
                </a:lnTo>
                <a:lnTo>
                  <a:pt x="48312" y="0"/>
                </a:lnTo>
                <a:lnTo>
                  <a:pt x="48267" y="0"/>
                </a:lnTo>
                <a:lnTo>
                  <a:pt x="48267" y="1411"/>
                </a:lnTo>
                <a:lnTo>
                  <a:pt x="48233" y="1422"/>
                </a:lnTo>
                <a:lnTo>
                  <a:pt x="48187" y="1434"/>
                </a:lnTo>
                <a:lnTo>
                  <a:pt x="48153" y="1445"/>
                </a:lnTo>
                <a:lnTo>
                  <a:pt x="48130" y="1479"/>
                </a:lnTo>
                <a:lnTo>
                  <a:pt x="48108" y="1502"/>
                </a:lnTo>
                <a:lnTo>
                  <a:pt x="48085" y="1536"/>
                </a:lnTo>
                <a:lnTo>
                  <a:pt x="48073" y="1570"/>
                </a:lnTo>
                <a:lnTo>
                  <a:pt x="48073" y="1616"/>
                </a:lnTo>
                <a:lnTo>
                  <a:pt x="48073" y="1650"/>
                </a:lnTo>
                <a:lnTo>
                  <a:pt x="48085" y="1684"/>
                </a:lnTo>
                <a:lnTo>
                  <a:pt x="46049" y="2867"/>
                </a:lnTo>
                <a:lnTo>
                  <a:pt x="46026" y="2833"/>
                </a:lnTo>
                <a:lnTo>
                  <a:pt x="45992" y="2810"/>
                </a:lnTo>
                <a:lnTo>
                  <a:pt x="45946" y="2799"/>
                </a:lnTo>
                <a:lnTo>
                  <a:pt x="45912" y="2787"/>
                </a:lnTo>
                <a:lnTo>
                  <a:pt x="45867" y="2799"/>
                </a:lnTo>
                <a:lnTo>
                  <a:pt x="45832" y="2810"/>
                </a:lnTo>
                <a:lnTo>
                  <a:pt x="45798" y="2833"/>
                </a:lnTo>
                <a:lnTo>
                  <a:pt x="45776" y="2856"/>
                </a:lnTo>
                <a:lnTo>
                  <a:pt x="43705" y="1661"/>
                </a:lnTo>
                <a:lnTo>
                  <a:pt x="43705" y="1616"/>
                </a:lnTo>
                <a:lnTo>
                  <a:pt x="43705" y="1559"/>
                </a:lnTo>
                <a:lnTo>
                  <a:pt x="43671" y="1502"/>
                </a:lnTo>
                <a:lnTo>
                  <a:pt x="43626" y="1468"/>
                </a:lnTo>
                <a:lnTo>
                  <a:pt x="43569" y="1445"/>
                </a:lnTo>
                <a:lnTo>
                  <a:pt x="43569" y="0"/>
                </a:lnTo>
                <a:lnTo>
                  <a:pt x="43523" y="0"/>
                </a:lnTo>
                <a:lnTo>
                  <a:pt x="43523" y="1445"/>
                </a:lnTo>
                <a:lnTo>
                  <a:pt x="43466" y="1468"/>
                </a:lnTo>
                <a:lnTo>
                  <a:pt x="43409" y="1502"/>
                </a:lnTo>
                <a:lnTo>
                  <a:pt x="43375" y="1547"/>
                </a:lnTo>
                <a:lnTo>
                  <a:pt x="43364" y="1616"/>
                </a:lnTo>
                <a:lnTo>
                  <a:pt x="43375" y="1673"/>
                </a:lnTo>
                <a:lnTo>
                  <a:pt x="41373" y="2833"/>
                </a:lnTo>
                <a:lnTo>
                  <a:pt x="41328" y="2787"/>
                </a:lnTo>
                <a:lnTo>
                  <a:pt x="41282" y="2753"/>
                </a:lnTo>
                <a:lnTo>
                  <a:pt x="41225" y="2730"/>
                </a:lnTo>
                <a:lnTo>
                  <a:pt x="41169" y="2719"/>
                </a:lnTo>
                <a:lnTo>
                  <a:pt x="41112" y="2730"/>
                </a:lnTo>
                <a:lnTo>
                  <a:pt x="41055" y="2753"/>
                </a:lnTo>
                <a:lnTo>
                  <a:pt x="41009" y="2776"/>
                </a:lnTo>
                <a:lnTo>
                  <a:pt x="40975" y="2821"/>
                </a:lnTo>
                <a:lnTo>
                  <a:pt x="39041" y="1695"/>
                </a:lnTo>
                <a:lnTo>
                  <a:pt x="39053" y="1661"/>
                </a:lnTo>
                <a:lnTo>
                  <a:pt x="39053" y="1616"/>
                </a:lnTo>
                <a:lnTo>
                  <a:pt x="39041" y="1570"/>
                </a:lnTo>
                <a:lnTo>
                  <a:pt x="39030" y="1525"/>
                </a:lnTo>
                <a:lnTo>
                  <a:pt x="39019" y="1479"/>
                </a:lnTo>
                <a:lnTo>
                  <a:pt x="38984" y="1445"/>
                </a:lnTo>
                <a:lnTo>
                  <a:pt x="38950" y="1422"/>
                </a:lnTo>
                <a:lnTo>
                  <a:pt x="38916" y="1388"/>
                </a:lnTo>
                <a:lnTo>
                  <a:pt x="38871" y="1377"/>
                </a:lnTo>
                <a:lnTo>
                  <a:pt x="38825" y="1365"/>
                </a:lnTo>
                <a:lnTo>
                  <a:pt x="38825" y="0"/>
                </a:lnTo>
                <a:lnTo>
                  <a:pt x="38780" y="0"/>
                </a:lnTo>
                <a:lnTo>
                  <a:pt x="38780" y="1365"/>
                </a:lnTo>
                <a:lnTo>
                  <a:pt x="38734" y="1377"/>
                </a:lnTo>
                <a:lnTo>
                  <a:pt x="38689" y="1388"/>
                </a:lnTo>
                <a:lnTo>
                  <a:pt x="38655" y="1411"/>
                </a:lnTo>
                <a:lnTo>
                  <a:pt x="38620" y="1445"/>
                </a:lnTo>
                <a:lnTo>
                  <a:pt x="38586" y="1479"/>
                </a:lnTo>
                <a:lnTo>
                  <a:pt x="38564" y="1525"/>
                </a:lnTo>
                <a:lnTo>
                  <a:pt x="38552" y="1570"/>
                </a:lnTo>
                <a:lnTo>
                  <a:pt x="38552" y="1616"/>
                </a:lnTo>
                <a:lnTo>
                  <a:pt x="38552" y="1661"/>
                </a:lnTo>
                <a:lnTo>
                  <a:pt x="38564" y="1707"/>
                </a:lnTo>
                <a:lnTo>
                  <a:pt x="36618" y="2833"/>
                </a:lnTo>
                <a:lnTo>
                  <a:pt x="36584" y="2799"/>
                </a:lnTo>
                <a:lnTo>
                  <a:pt x="36539" y="2765"/>
                </a:lnTo>
                <a:lnTo>
                  <a:pt x="36482" y="2742"/>
                </a:lnTo>
                <a:lnTo>
                  <a:pt x="36379" y="2742"/>
                </a:lnTo>
                <a:lnTo>
                  <a:pt x="36323" y="2765"/>
                </a:lnTo>
                <a:lnTo>
                  <a:pt x="36288" y="2787"/>
                </a:lnTo>
                <a:lnTo>
                  <a:pt x="36254" y="2833"/>
                </a:lnTo>
                <a:lnTo>
                  <a:pt x="34275" y="1695"/>
                </a:lnTo>
                <a:lnTo>
                  <a:pt x="34286" y="1650"/>
                </a:lnTo>
                <a:lnTo>
                  <a:pt x="34298" y="1616"/>
                </a:lnTo>
                <a:lnTo>
                  <a:pt x="34286" y="1570"/>
                </a:lnTo>
                <a:lnTo>
                  <a:pt x="34275" y="1536"/>
                </a:lnTo>
                <a:lnTo>
                  <a:pt x="34264" y="1491"/>
                </a:lnTo>
                <a:lnTo>
                  <a:pt x="34230" y="1456"/>
                </a:lnTo>
                <a:lnTo>
                  <a:pt x="34207" y="1434"/>
                </a:lnTo>
                <a:lnTo>
                  <a:pt x="34173" y="1411"/>
                </a:lnTo>
                <a:lnTo>
                  <a:pt x="34127" y="1388"/>
                </a:lnTo>
                <a:lnTo>
                  <a:pt x="34093" y="1388"/>
                </a:lnTo>
                <a:lnTo>
                  <a:pt x="34093" y="0"/>
                </a:lnTo>
                <a:lnTo>
                  <a:pt x="34048" y="0"/>
                </a:lnTo>
                <a:lnTo>
                  <a:pt x="34048" y="1377"/>
                </a:lnTo>
                <a:lnTo>
                  <a:pt x="34002" y="1388"/>
                </a:lnTo>
                <a:lnTo>
                  <a:pt x="33957" y="1400"/>
                </a:lnTo>
                <a:lnTo>
                  <a:pt x="33922" y="1422"/>
                </a:lnTo>
                <a:lnTo>
                  <a:pt x="33888" y="1456"/>
                </a:lnTo>
                <a:lnTo>
                  <a:pt x="33866" y="1491"/>
                </a:lnTo>
                <a:lnTo>
                  <a:pt x="33843" y="1525"/>
                </a:lnTo>
                <a:lnTo>
                  <a:pt x="33831" y="1570"/>
                </a:lnTo>
                <a:lnTo>
                  <a:pt x="33820" y="1616"/>
                </a:lnTo>
                <a:lnTo>
                  <a:pt x="33831" y="1661"/>
                </a:lnTo>
                <a:lnTo>
                  <a:pt x="33843" y="1695"/>
                </a:lnTo>
                <a:lnTo>
                  <a:pt x="31829" y="2867"/>
                </a:lnTo>
                <a:lnTo>
                  <a:pt x="31795" y="2833"/>
                </a:lnTo>
                <a:lnTo>
                  <a:pt x="31772" y="2810"/>
                </a:lnTo>
                <a:lnTo>
                  <a:pt x="31727" y="2799"/>
                </a:lnTo>
                <a:lnTo>
                  <a:pt x="31693" y="2787"/>
                </a:lnTo>
                <a:lnTo>
                  <a:pt x="31647" y="2799"/>
                </a:lnTo>
                <a:lnTo>
                  <a:pt x="31613" y="2810"/>
                </a:lnTo>
                <a:lnTo>
                  <a:pt x="31579" y="2833"/>
                </a:lnTo>
                <a:lnTo>
                  <a:pt x="31556" y="2856"/>
                </a:lnTo>
                <a:lnTo>
                  <a:pt x="29497" y="1673"/>
                </a:lnTo>
                <a:lnTo>
                  <a:pt x="29509" y="1616"/>
                </a:lnTo>
                <a:lnTo>
                  <a:pt x="29497" y="1547"/>
                </a:lnTo>
                <a:lnTo>
                  <a:pt x="29463" y="1491"/>
                </a:lnTo>
                <a:lnTo>
                  <a:pt x="29418" y="1445"/>
                </a:lnTo>
                <a:lnTo>
                  <a:pt x="29349" y="1422"/>
                </a:lnTo>
                <a:lnTo>
                  <a:pt x="29349" y="0"/>
                </a:lnTo>
                <a:lnTo>
                  <a:pt x="29304" y="0"/>
                </a:lnTo>
                <a:lnTo>
                  <a:pt x="29304" y="1422"/>
                </a:lnTo>
                <a:lnTo>
                  <a:pt x="29236" y="1445"/>
                </a:lnTo>
                <a:lnTo>
                  <a:pt x="29179" y="1491"/>
                </a:lnTo>
                <a:lnTo>
                  <a:pt x="29145" y="1547"/>
                </a:lnTo>
                <a:lnTo>
                  <a:pt x="29133" y="1582"/>
                </a:lnTo>
                <a:lnTo>
                  <a:pt x="29133" y="1616"/>
                </a:lnTo>
                <a:lnTo>
                  <a:pt x="29133" y="1673"/>
                </a:lnTo>
                <a:lnTo>
                  <a:pt x="27143" y="2833"/>
                </a:lnTo>
                <a:lnTo>
                  <a:pt x="27109" y="2787"/>
                </a:lnTo>
                <a:lnTo>
                  <a:pt x="27063" y="2753"/>
                </a:lnTo>
                <a:lnTo>
                  <a:pt x="27006" y="2730"/>
                </a:lnTo>
                <a:lnTo>
                  <a:pt x="26892" y="2730"/>
                </a:lnTo>
                <a:lnTo>
                  <a:pt x="26836" y="2753"/>
                </a:lnTo>
                <a:lnTo>
                  <a:pt x="26790" y="2787"/>
                </a:lnTo>
                <a:lnTo>
                  <a:pt x="26756" y="2821"/>
                </a:lnTo>
                <a:lnTo>
                  <a:pt x="24765" y="1673"/>
                </a:lnTo>
                <a:lnTo>
                  <a:pt x="24777" y="1616"/>
                </a:lnTo>
                <a:lnTo>
                  <a:pt x="24777" y="1582"/>
                </a:lnTo>
                <a:lnTo>
                  <a:pt x="24765" y="1547"/>
                </a:lnTo>
                <a:lnTo>
                  <a:pt x="24731" y="1479"/>
                </a:lnTo>
                <a:lnTo>
                  <a:pt x="24674" y="1445"/>
                </a:lnTo>
                <a:lnTo>
                  <a:pt x="24606" y="1422"/>
                </a:lnTo>
                <a:lnTo>
                  <a:pt x="24606" y="0"/>
                </a:lnTo>
                <a:lnTo>
                  <a:pt x="24560" y="0"/>
                </a:lnTo>
                <a:lnTo>
                  <a:pt x="24560" y="1411"/>
                </a:lnTo>
                <a:lnTo>
                  <a:pt x="24526" y="1422"/>
                </a:lnTo>
                <a:lnTo>
                  <a:pt x="24492" y="1434"/>
                </a:lnTo>
                <a:lnTo>
                  <a:pt x="24435" y="1479"/>
                </a:lnTo>
                <a:lnTo>
                  <a:pt x="24390" y="1536"/>
                </a:lnTo>
                <a:lnTo>
                  <a:pt x="24378" y="1582"/>
                </a:lnTo>
                <a:lnTo>
                  <a:pt x="24378" y="1616"/>
                </a:lnTo>
                <a:lnTo>
                  <a:pt x="24390" y="1684"/>
                </a:lnTo>
                <a:lnTo>
                  <a:pt x="22388" y="2833"/>
                </a:lnTo>
                <a:lnTo>
                  <a:pt x="22354" y="2799"/>
                </a:lnTo>
                <a:lnTo>
                  <a:pt x="22319" y="2765"/>
                </a:lnTo>
                <a:lnTo>
                  <a:pt x="22263" y="2742"/>
                </a:lnTo>
                <a:lnTo>
                  <a:pt x="22160" y="2742"/>
                </a:lnTo>
                <a:lnTo>
                  <a:pt x="22103" y="2765"/>
                </a:lnTo>
                <a:lnTo>
                  <a:pt x="22069" y="2787"/>
                </a:lnTo>
                <a:lnTo>
                  <a:pt x="22024" y="2833"/>
                </a:lnTo>
                <a:lnTo>
                  <a:pt x="20079" y="1707"/>
                </a:lnTo>
                <a:lnTo>
                  <a:pt x="20090" y="1661"/>
                </a:lnTo>
                <a:lnTo>
                  <a:pt x="20090" y="1616"/>
                </a:lnTo>
                <a:lnTo>
                  <a:pt x="20090" y="1570"/>
                </a:lnTo>
                <a:lnTo>
                  <a:pt x="20079" y="1525"/>
                </a:lnTo>
                <a:lnTo>
                  <a:pt x="20056" y="1479"/>
                </a:lnTo>
                <a:lnTo>
                  <a:pt x="20033" y="1445"/>
                </a:lnTo>
                <a:lnTo>
                  <a:pt x="19999" y="1411"/>
                </a:lnTo>
                <a:lnTo>
                  <a:pt x="19953" y="1388"/>
                </a:lnTo>
                <a:lnTo>
                  <a:pt x="19908" y="1377"/>
                </a:lnTo>
                <a:lnTo>
                  <a:pt x="19862" y="1365"/>
                </a:lnTo>
                <a:lnTo>
                  <a:pt x="19862" y="0"/>
                </a:lnTo>
                <a:lnTo>
                  <a:pt x="19817" y="0"/>
                </a:lnTo>
                <a:lnTo>
                  <a:pt x="19817" y="1365"/>
                </a:lnTo>
                <a:lnTo>
                  <a:pt x="19771" y="1365"/>
                </a:lnTo>
                <a:lnTo>
                  <a:pt x="19726" y="1388"/>
                </a:lnTo>
                <a:lnTo>
                  <a:pt x="19692" y="1411"/>
                </a:lnTo>
                <a:lnTo>
                  <a:pt x="19658" y="1445"/>
                </a:lnTo>
                <a:lnTo>
                  <a:pt x="19624" y="1479"/>
                </a:lnTo>
                <a:lnTo>
                  <a:pt x="19601" y="1525"/>
                </a:lnTo>
                <a:lnTo>
                  <a:pt x="19589" y="1570"/>
                </a:lnTo>
                <a:lnTo>
                  <a:pt x="19589" y="1616"/>
                </a:lnTo>
                <a:lnTo>
                  <a:pt x="19589" y="1661"/>
                </a:lnTo>
                <a:lnTo>
                  <a:pt x="19601" y="1707"/>
                </a:lnTo>
                <a:lnTo>
                  <a:pt x="17656" y="2833"/>
                </a:lnTo>
                <a:lnTo>
                  <a:pt x="17621" y="2799"/>
                </a:lnTo>
                <a:lnTo>
                  <a:pt x="17576" y="2765"/>
                </a:lnTo>
                <a:lnTo>
                  <a:pt x="17519" y="2742"/>
                </a:lnTo>
                <a:lnTo>
                  <a:pt x="17417" y="2742"/>
                </a:lnTo>
                <a:lnTo>
                  <a:pt x="17371" y="2765"/>
                </a:lnTo>
                <a:lnTo>
                  <a:pt x="17326" y="2787"/>
                </a:lnTo>
                <a:lnTo>
                  <a:pt x="17292" y="2833"/>
                </a:lnTo>
                <a:lnTo>
                  <a:pt x="15346" y="1707"/>
                </a:lnTo>
                <a:lnTo>
                  <a:pt x="15358" y="1661"/>
                </a:lnTo>
                <a:lnTo>
                  <a:pt x="15369" y="1616"/>
                </a:lnTo>
                <a:lnTo>
                  <a:pt x="15358" y="1570"/>
                </a:lnTo>
                <a:lnTo>
                  <a:pt x="15346" y="1513"/>
                </a:lnTo>
                <a:lnTo>
                  <a:pt x="15324" y="1479"/>
                </a:lnTo>
                <a:lnTo>
                  <a:pt x="15301" y="1434"/>
                </a:lnTo>
                <a:lnTo>
                  <a:pt x="15255" y="1400"/>
                </a:lnTo>
                <a:lnTo>
                  <a:pt x="15221" y="1377"/>
                </a:lnTo>
                <a:lnTo>
                  <a:pt x="15176" y="1354"/>
                </a:lnTo>
                <a:lnTo>
                  <a:pt x="15130" y="1354"/>
                </a:lnTo>
                <a:lnTo>
                  <a:pt x="15130" y="0"/>
                </a:lnTo>
                <a:lnTo>
                  <a:pt x="15085" y="0"/>
                </a:lnTo>
                <a:lnTo>
                  <a:pt x="15085" y="1354"/>
                </a:lnTo>
                <a:lnTo>
                  <a:pt x="15028" y="1354"/>
                </a:lnTo>
                <a:lnTo>
                  <a:pt x="14982" y="1377"/>
                </a:lnTo>
                <a:lnTo>
                  <a:pt x="14937" y="1400"/>
                </a:lnTo>
                <a:lnTo>
                  <a:pt x="14903" y="1434"/>
                </a:lnTo>
                <a:lnTo>
                  <a:pt x="14880" y="1468"/>
                </a:lnTo>
                <a:lnTo>
                  <a:pt x="14857" y="1513"/>
                </a:lnTo>
                <a:lnTo>
                  <a:pt x="14834" y="1559"/>
                </a:lnTo>
                <a:lnTo>
                  <a:pt x="14834" y="1616"/>
                </a:lnTo>
                <a:lnTo>
                  <a:pt x="14834" y="1661"/>
                </a:lnTo>
                <a:lnTo>
                  <a:pt x="14857" y="1718"/>
                </a:lnTo>
                <a:lnTo>
                  <a:pt x="12923" y="2821"/>
                </a:lnTo>
                <a:lnTo>
                  <a:pt x="12889" y="2776"/>
                </a:lnTo>
                <a:lnTo>
                  <a:pt x="12844" y="2753"/>
                </a:lnTo>
                <a:lnTo>
                  <a:pt x="12787" y="2730"/>
                </a:lnTo>
                <a:lnTo>
                  <a:pt x="12730" y="2719"/>
                </a:lnTo>
                <a:lnTo>
                  <a:pt x="12673" y="2730"/>
                </a:lnTo>
                <a:lnTo>
                  <a:pt x="12616" y="2753"/>
                </a:lnTo>
                <a:lnTo>
                  <a:pt x="12571" y="2776"/>
                </a:lnTo>
                <a:lnTo>
                  <a:pt x="12537" y="2821"/>
                </a:lnTo>
                <a:lnTo>
                  <a:pt x="10523" y="1661"/>
                </a:lnTo>
                <a:lnTo>
                  <a:pt x="10535" y="1616"/>
                </a:lnTo>
                <a:lnTo>
                  <a:pt x="10523" y="1547"/>
                </a:lnTo>
                <a:lnTo>
                  <a:pt x="10489" y="1502"/>
                </a:lnTo>
                <a:lnTo>
                  <a:pt x="10444" y="1456"/>
                </a:lnTo>
                <a:lnTo>
                  <a:pt x="10387" y="1445"/>
                </a:lnTo>
                <a:lnTo>
                  <a:pt x="10387" y="0"/>
                </a:lnTo>
                <a:lnTo>
                  <a:pt x="10341" y="0"/>
                </a:lnTo>
                <a:lnTo>
                  <a:pt x="10341" y="1445"/>
                </a:lnTo>
                <a:lnTo>
                  <a:pt x="10273" y="1456"/>
                </a:lnTo>
                <a:lnTo>
                  <a:pt x="10227" y="1502"/>
                </a:lnTo>
                <a:lnTo>
                  <a:pt x="10193" y="1547"/>
                </a:lnTo>
                <a:lnTo>
                  <a:pt x="10182" y="1616"/>
                </a:lnTo>
                <a:lnTo>
                  <a:pt x="10193" y="1673"/>
                </a:lnTo>
                <a:lnTo>
                  <a:pt x="8191" y="2821"/>
                </a:lnTo>
                <a:lnTo>
                  <a:pt x="8157" y="2776"/>
                </a:lnTo>
                <a:lnTo>
                  <a:pt x="8100" y="2742"/>
                </a:lnTo>
                <a:lnTo>
                  <a:pt x="8055" y="2719"/>
                </a:lnTo>
                <a:lnTo>
                  <a:pt x="7930" y="2719"/>
                </a:lnTo>
                <a:lnTo>
                  <a:pt x="7873" y="2742"/>
                </a:lnTo>
                <a:lnTo>
                  <a:pt x="7827" y="2776"/>
                </a:lnTo>
                <a:lnTo>
                  <a:pt x="7782" y="2821"/>
                </a:lnTo>
                <a:lnTo>
                  <a:pt x="5848" y="1695"/>
                </a:lnTo>
                <a:lnTo>
                  <a:pt x="5859" y="1661"/>
                </a:lnTo>
                <a:lnTo>
                  <a:pt x="5859" y="1616"/>
                </a:lnTo>
                <a:lnTo>
                  <a:pt x="5859" y="1570"/>
                </a:lnTo>
                <a:lnTo>
                  <a:pt x="5837" y="1525"/>
                </a:lnTo>
                <a:lnTo>
                  <a:pt x="5825" y="1491"/>
                </a:lnTo>
                <a:lnTo>
                  <a:pt x="5791" y="1456"/>
                </a:lnTo>
                <a:lnTo>
                  <a:pt x="5768" y="1422"/>
                </a:lnTo>
                <a:lnTo>
                  <a:pt x="5723" y="1400"/>
                </a:lnTo>
                <a:lnTo>
                  <a:pt x="5689" y="1388"/>
                </a:lnTo>
                <a:lnTo>
                  <a:pt x="5643" y="1377"/>
                </a:lnTo>
                <a:lnTo>
                  <a:pt x="5643" y="0"/>
                </a:lnTo>
                <a:lnTo>
                  <a:pt x="5598" y="0"/>
                </a:lnTo>
                <a:lnTo>
                  <a:pt x="5598" y="1377"/>
                </a:lnTo>
                <a:lnTo>
                  <a:pt x="5552" y="1388"/>
                </a:lnTo>
                <a:lnTo>
                  <a:pt x="5518" y="1400"/>
                </a:lnTo>
                <a:lnTo>
                  <a:pt x="5473" y="1422"/>
                </a:lnTo>
                <a:lnTo>
                  <a:pt x="5438" y="1456"/>
                </a:lnTo>
                <a:lnTo>
                  <a:pt x="5416" y="1491"/>
                </a:lnTo>
                <a:lnTo>
                  <a:pt x="5393" y="1525"/>
                </a:lnTo>
                <a:lnTo>
                  <a:pt x="5382" y="1570"/>
                </a:lnTo>
                <a:lnTo>
                  <a:pt x="5382" y="1616"/>
                </a:lnTo>
                <a:lnTo>
                  <a:pt x="5382" y="1661"/>
                </a:lnTo>
                <a:lnTo>
                  <a:pt x="5393" y="1695"/>
                </a:lnTo>
                <a:lnTo>
                  <a:pt x="3414" y="2844"/>
                </a:lnTo>
                <a:lnTo>
                  <a:pt x="3379" y="2810"/>
                </a:lnTo>
                <a:lnTo>
                  <a:pt x="3345" y="2776"/>
                </a:lnTo>
                <a:lnTo>
                  <a:pt x="3300" y="2765"/>
                </a:lnTo>
                <a:lnTo>
                  <a:pt x="3254" y="2753"/>
                </a:lnTo>
                <a:lnTo>
                  <a:pt x="3197" y="2765"/>
                </a:lnTo>
                <a:lnTo>
                  <a:pt x="3152" y="2776"/>
                </a:lnTo>
                <a:lnTo>
                  <a:pt x="3118" y="2810"/>
                </a:lnTo>
                <a:lnTo>
                  <a:pt x="3084" y="2844"/>
                </a:lnTo>
                <a:lnTo>
                  <a:pt x="1047" y="1673"/>
                </a:lnTo>
                <a:lnTo>
                  <a:pt x="1059" y="1616"/>
                </a:lnTo>
                <a:lnTo>
                  <a:pt x="1047" y="1547"/>
                </a:lnTo>
                <a:lnTo>
                  <a:pt x="1013" y="1491"/>
                </a:lnTo>
                <a:lnTo>
                  <a:pt x="968" y="1456"/>
                </a:lnTo>
                <a:lnTo>
                  <a:pt x="900" y="1434"/>
                </a:lnTo>
                <a:lnTo>
                  <a:pt x="900" y="0"/>
                </a:lnTo>
                <a:close/>
              </a:path>
            </a:pathLst>
          </a:custGeom>
          <a:gradFill>
            <a:gsLst>
              <a:gs pos="0">
                <a:schemeClr val="dk1"/>
              </a:gs>
              <a:gs pos="9000">
                <a:schemeClr val="dk1"/>
              </a:gs>
              <a:gs pos="42000">
                <a:srgbClr val="FFFFFF">
                  <a:alpha val="32549"/>
                </a:srgbClr>
              </a:gs>
              <a:gs pos="100000">
                <a:srgbClr val="FFFFFF">
                  <a:alpha val="10980"/>
                </a:srgbClr>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02"/>
        <p:cNvGrpSpPr/>
        <p:nvPr/>
      </p:nvGrpSpPr>
      <p:grpSpPr>
        <a:xfrm>
          <a:off x="0" y="0"/>
          <a:ext cx="0" cy="0"/>
          <a:chOff x="0" y="0"/>
          <a:chExt cx="0" cy="0"/>
        </a:xfrm>
      </p:grpSpPr>
      <p:sp>
        <p:nvSpPr>
          <p:cNvPr id="103" name="Google Shape;103;p14"/>
          <p:cNvSpPr txBox="1">
            <a:spLocks noGrp="1"/>
          </p:cNvSpPr>
          <p:nvPr>
            <p:ph type="subTitle" idx="1"/>
          </p:nvPr>
        </p:nvSpPr>
        <p:spPr>
          <a:xfrm>
            <a:off x="720000" y="1049425"/>
            <a:ext cx="2336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Bebas Neue"/>
              <a:buNone/>
              <a:defRPr sz="2400" b="1">
                <a:solidFill>
                  <a:srgbClr val="FFDA6C"/>
                </a:solidFill>
                <a:latin typeface="Advent Pro"/>
                <a:ea typeface="Advent Pro"/>
                <a:cs typeface="Advent Pro"/>
                <a:sym typeface="Advent Pro"/>
              </a:defRPr>
            </a:lvl1pPr>
            <a:lvl2pPr lvl="1" algn="ctr" rtl="0">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104" name="Google Shape;104;p14"/>
          <p:cNvSpPr txBox="1">
            <a:spLocks noGrp="1"/>
          </p:cNvSpPr>
          <p:nvPr>
            <p:ph type="subTitle" idx="2"/>
          </p:nvPr>
        </p:nvSpPr>
        <p:spPr>
          <a:xfrm>
            <a:off x="720000" y="3616225"/>
            <a:ext cx="2336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5" name="Google Shape;105;p14"/>
          <p:cNvSpPr txBox="1">
            <a:spLocks noGrp="1"/>
          </p:cNvSpPr>
          <p:nvPr>
            <p:ph type="subTitle" idx="3"/>
          </p:nvPr>
        </p:nvSpPr>
        <p:spPr>
          <a:xfrm>
            <a:off x="3403800" y="1049425"/>
            <a:ext cx="2336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Bebas Neue"/>
              <a:buNone/>
              <a:defRPr sz="2400" b="1">
                <a:solidFill>
                  <a:srgbClr val="FFDA6C"/>
                </a:solidFill>
                <a:latin typeface="Advent Pro"/>
                <a:ea typeface="Advent Pro"/>
                <a:cs typeface="Advent Pro"/>
                <a:sym typeface="Advent Pro"/>
              </a:defRPr>
            </a:lvl1pPr>
            <a:lvl2pPr lvl="1" algn="ctr" rtl="0">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106" name="Google Shape;106;p14"/>
          <p:cNvSpPr txBox="1">
            <a:spLocks noGrp="1"/>
          </p:cNvSpPr>
          <p:nvPr>
            <p:ph type="subTitle" idx="4"/>
          </p:nvPr>
        </p:nvSpPr>
        <p:spPr>
          <a:xfrm>
            <a:off x="3403800" y="3616225"/>
            <a:ext cx="2336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7" name="Google Shape;107;p14"/>
          <p:cNvSpPr txBox="1">
            <a:spLocks noGrp="1"/>
          </p:cNvSpPr>
          <p:nvPr>
            <p:ph type="subTitle" idx="5"/>
          </p:nvPr>
        </p:nvSpPr>
        <p:spPr>
          <a:xfrm>
            <a:off x="6087600" y="1049425"/>
            <a:ext cx="2336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Bebas Neue"/>
              <a:buNone/>
              <a:defRPr sz="2400" b="1">
                <a:solidFill>
                  <a:srgbClr val="FFDA6C"/>
                </a:solidFill>
                <a:latin typeface="Advent Pro"/>
                <a:ea typeface="Advent Pro"/>
                <a:cs typeface="Advent Pro"/>
                <a:sym typeface="Advent Pro"/>
              </a:defRPr>
            </a:lvl1pPr>
            <a:lvl2pPr lvl="1" algn="ctr" rtl="0">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108" name="Google Shape;108;p14"/>
          <p:cNvSpPr txBox="1">
            <a:spLocks noGrp="1"/>
          </p:cNvSpPr>
          <p:nvPr>
            <p:ph type="subTitle" idx="6"/>
          </p:nvPr>
        </p:nvSpPr>
        <p:spPr>
          <a:xfrm>
            <a:off x="6087600" y="3616225"/>
            <a:ext cx="2336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9" name="Google Shape;109;p14"/>
          <p:cNvSpPr/>
          <p:nvPr/>
        </p:nvSpPr>
        <p:spPr>
          <a:xfrm rot="10800000">
            <a:off x="-1310533" y="-1203999"/>
            <a:ext cx="3421033" cy="3325949"/>
          </a:xfrm>
          <a:custGeom>
            <a:avLst/>
            <a:gdLst/>
            <a:ahLst/>
            <a:cxnLst/>
            <a:rect l="l" t="t" r="r" b="b"/>
            <a:pathLst>
              <a:path w="84371" h="82026" extrusionOk="0">
                <a:moveTo>
                  <a:pt x="61405" y="0"/>
                </a:moveTo>
                <a:lnTo>
                  <a:pt x="60677" y="27"/>
                </a:lnTo>
                <a:lnTo>
                  <a:pt x="59949" y="108"/>
                </a:lnTo>
                <a:lnTo>
                  <a:pt x="59249" y="189"/>
                </a:lnTo>
                <a:lnTo>
                  <a:pt x="58521" y="324"/>
                </a:lnTo>
                <a:lnTo>
                  <a:pt x="57820" y="486"/>
                </a:lnTo>
                <a:lnTo>
                  <a:pt x="57119" y="647"/>
                </a:lnTo>
                <a:lnTo>
                  <a:pt x="56418" y="863"/>
                </a:lnTo>
                <a:lnTo>
                  <a:pt x="55744" y="1079"/>
                </a:lnTo>
                <a:lnTo>
                  <a:pt x="55044" y="1321"/>
                </a:lnTo>
                <a:lnTo>
                  <a:pt x="54397" y="1618"/>
                </a:lnTo>
                <a:lnTo>
                  <a:pt x="53750" y="1914"/>
                </a:lnTo>
                <a:lnTo>
                  <a:pt x="53103" y="2238"/>
                </a:lnTo>
                <a:lnTo>
                  <a:pt x="52483" y="2588"/>
                </a:lnTo>
                <a:lnTo>
                  <a:pt x="51863" y="2965"/>
                </a:lnTo>
                <a:lnTo>
                  <a:pt x="51270" y="3370"/>
                </a:lnTo>
                <a:lnTo>
                  <a:pt x="50704" y="3801"/>
                </a:lnTo>
                <a:lnTo>
                  <a:pt x="50138" y="4259"/>
                </a:lnTo>
                <a:lnTo>
                  <a:pt x="49599" y="4718"/>
                </a:lnTo>
                <a:lnTo>
                  <a:pt x="49086" y="5203"/>
                </a:lnTo>
                <a:lnTo>
                  <a:pt x="48601" y="5715"/>
                </a:lnTo>
                <a:lnTo>
                  <a:pt x="48116" y="6254"/>
                </a:lnTo>
                <a:lnTo>
                  <a:pt x="47685" y="6820"/>
                </a:lnTo>
                <a:lnTo>
                  <a:pt x="47253" y="7386"/>
                </a:lnTo>
                <a:lnTo>
                  <a:pt x="46876" y="7979"/>
                </a:lnTo>
                <a:lnTo>
                  <a:pt x="46499" y="8599"/>
                </a:lnTo>
                <a:lnTo>
                  <a:pt x="46175" y="9219"/>
                </a:lnTo>
                <a:lnTo>
                  <a:pt x="45879" y="9893"/>
                </a:lnTo>
                <a:lnTo>
                  <a:pt x="45582" y="10594"/>
                </a:lnTo>
                <a:lnTo>
                  <a:pt x="45340" y="11322"/>
                </a:lnTo>
                <a:lnTo>
                  <a:pt x="45097" y="12049"/>
                </a:lnTo>
                <a:lnTo>
                  <a:pt x="44908" y="12777"/>
                </a:lnTo>
                <a:lnTo>
                  <a:pt x="44558" y="14260"/>
                </a:lnTo>
                <a:lnTo>
                  <a:pt x="44235" y="15769"/>
                </a:lnTo>
                <a:lnTo>
                  <a:pt x="43911" y="17279"/>
                </a:lnTo>
                <a:lnTo>
                  <a:pt x="43561" y="18761"/>
                </a:lnTo>
                <a:lnTo>
                  <a:pt x="43372" y="19516"/>
                </a:lnTo>
                <a:lnTo>
                  <a:pt x="43156" y="20244"/>
                </a:lnTo>
                <a:lnTo>
                  <a:pt x="42914" y="20972"/>
                </a:lnTo>
                <a:lnTo>
                  <a:pt x="42617" y="21672"/>
                </a:lnTo>
                <a:lnTo>
                  <a:pt x="42348" y="22292"/>
                </a:lnTo>
                <a:lnTo>
                  <a:pt x="42078" y="22885"/>
                </a:lnTo>
                <a:lnTo>
                  <a:pt x="41755" y="23451"/>
                </a:lnTo>
                <a:lnTo>
                  <a:pt x="41431" y="24018"/>
                </a:lnTo>
                <a:lnTo>
                  <a:pt x="41081" y="24557"/>
                </a:lnTo>
                <a:lnTo>
                  <a:pt x="40703" y="25096"/>
                </a:lnTo>
                <a:lnTo>
                  <a:pt x="40299" y="25608"/>
                </a:lnTo>
                <a:lnTo>
                  <a:pt x="39895" y="26093"/>
                </a:lnTo>
                <a:lnTo>
                  <a:pt x="39463" y="26578"/>
                </a:lnTo>
                <a:lnTo>
                  <a:pt x="39032" y="27063"/>
                </a:lnTo>
                <a:lnTo>
                  <a:pt x="38574" y="27522"/>
                </a:lnTo>
                <a:lnTo>
                  <a:pt x="38089" y="27980"/>
                </a:lnTo>
                <a:lnTo>
                  <a:pt x="37604" y="28411"/>
                </a:lnTo>
                <a:lnTo>
                  <a:pt x="37091" y="28816"/>
                </a:lnTo>
                <a:lnTo>
                  <a:pt x="36579" y="29220"/>
                </a:lnTo>
                <a:lnTo>
                  <a:pt x="36040" y="29624"/>
                </a:lnTo>
                <a:lnTo>
                  <a:pt x="35501" y="30002"/>
                </a:lnTo>
                <a:lnTo>
                  <a:pt x="34935" y="30379"/>
                </a:lnTo>
                <a:lnTo>
                  <a:pt x="33803" y="31080"/>
                </a:lnTo>
                <a:lnTo>
                  <a:pt x="32617" y="31727"/>
                </a:lnTo>
                <a:lnTo>
                  <a:pt x="31404" y="32320"/>
                </a:lnTo>
                <a:lnTo>
                  <a:pt x="30191" y="32859"/>
                </a:lnTo>
                <a:lnTo>
                  <a:pt x="28951" y="33371"/>
                </a:lnTo>
                <a:lnTo>
                  <a:pt x="27684" y="33829"/>
                </a:lnTo>
                <a:lnTo>
                  <a:pt x="26417" y="34234"/>
                </a:lnTo>
                <a:lnTo>
                  <a:pt x="25339" y="34557"/>
                </a:lnTo>
                <a:lnTo>
                  <a:pt x="24261" y="34827"/>
                </a:lnTo>
                <a:lnTo>
                  <a:pt x="23182" y="35069"/>
                </a:lnTo>
                <a:lnTo>
                  <a:pt x="22131" y="35258"/>
                </a:lnTo>
                <a:lnTo>
                  <a:pt x="20056" y="35635"/>
                </a:lnTo>
                <a:lnTo>
                  <a:pt x="18007" y="36013"/>
                </a:lnTo>
                <a:lnTo>
                  <a:pt x="17010" y="36228"/>
                </a:lnTo>
                <a:lnTo>
                  <a:pt x="16012" y="36471"/>
                </a:lnTo>
                <a:lnTo>
                  <a:pt x="15042" y="36740"/>
                </a:lnTo>
                <a:lnTo>
                  <a:pt x="14045" y="37064"/>
                </a:lnTo>
                <a:lnTo>
                  <a:pt x="13101" y="37468"/>
                </a:lnTo>
                <a:lnTo>
                  <a:pt x="12616" y="37684"/>
                </a:lnTo>
                <a:lnTo>
                  <a:pt x="12131" y="37899"/>
                </a:lnTo>
                <a:lnTo>
                  <a:pt x="11673" y="38169"/>
                </a:lnTo>
                <a:lnTo>
                  <a:pt x="11187" y="38439"/>
                </a:lnTo>
                <a:lnTo>
                  <a:pt x="10729" y="38735"/>
                </a:lnTo>
                <a:lnTo>
                  <a:pt x="10271" y="39032"/>
                </a:lnTo>
                <a:lnTo>
                  <a:pt x="9462" y="39652"/>
                </a:lnTo>
                <a:lnTo>
                  <a:pt x="8681" y="40272"/>
                </a:lnTo>
                <a:lnTo>
                  <a:pt x="7926" y="40918"/>
                </a:lnTo>
                <a:lnTo>
                  <a:pt x="7225" y="41592"/>
                </a:lnTo>
                <a:lnTo>
                  <a:pt x="6551" y="42266"/>
                </a:lnTo>
                <a:lnTo>
                  <a:pt x="5931" y="42967"/>
                </a:lnTo>
                <a:lnTo>
                  <a:pt x="5338" y="43668"/>
                </a:lnTo>
                <a:lnTo>
                  <a:pt x="4772" y="44396"/>
                </a:lnTo>
                <a:lnTo>
                  <a:pt x="4233" y="45123"/>
                </a:lnTo>
                <a:lnTo>
                  <a:pt x="3748" y="45851"/>
                </a:lnTo>
                <a:lnTo>
                  <a:pt x="3290" y="46606"/>
                </a:lnTo>
                <a:lnTo>
                  <a:pt x="2858" y="47388"/>
                </a:lnTo>
                <a:lnTo>
                  <a:pt x="2454" y="48142"/>
                </a:lnTo>
                <a:lnTo>
                  <a:pt x="2077" y="48924"/>
                </a:lnTo>
                <a:lnTo>
                  <a:pt x="1753" y="49706"/>
                </a:lnTo>
                <a:lnTo>
                  <a:pt x="1457" y="50488"/>
                </a:lnTo>
                <a:lnTo>
                  <a:pt x="1187" y="51269"/>
                </a:lnTo>
                <a:lnTo>
                  <a:pt x="944" y="52051"/>
                </a:lnTo>
                <a:lnTo>
                  <a:pt x="729" y="52833"/>
                </a:lnTo>
                <a:lnTo>
                  <a:pt x="540" y="53614"/>
                </a:lnTo>
                <a:lnTo>
                  <a:pt x="378" y="54396"/>
                </a:lnTo>
                <a:lnTo>
                  <a:pt x="244" y="55178"/>
                </a:lnTo>
                <a:lnTo>
                  <a:pt x="136" y="55959"/>
                </a:lnTo>
                <a:lnTo>
                  <a:pt x="82" y="56714"/>
                </a:lnTo>
                <a:lnTo>
                  <a:pt x="28" y="57469"/>
                </a:lnTo>
                <a:lnTo>
                  <a:pt x="1" y="58224"/>
                </a:lnTo>
                <a:lnTo>
                  <a:pt x="1" y="58978"/>
                </a:lnTo>
                <a:lnTo>
                  <a:pt x="28" y="59679"/>
                </a:lnTo>
                <a:lnTo>
                  <a:pt x="82" y="60407"/>
                </a:lnTo>
                <a:lnTo>
                  <a:pt x="163" y="61108"/>
                </a:lnTo>
                <a:lnTo>
                  <a:pt x="271" y="61782"/>
                </a:lnTo>
                <a:lnTo>
                  <a:pt x="378" y="62456"/>
                </a:lnTo>
                <a:lnTo>
                  <a:pt x="486" y="62914"/>
                </a:lnTo>
                <a:lnTo>
                  <a:pt x="621" y="63372"/>
                </a:lnTo>
                <a:lnTo>
                  <a:pt x="917" y="64289"/>
                </a:lnTo>
                <a:lnTo>
                  <a:pt x="1268" y="65232"/>
                </a:lnTo>
                <a:lnTo>
                  <a:pt x="1699" y="66149"/>
                </a:lnTo>
                <a:lnTo>
                  <a:pt x="2184" y="67092"/>
                </a:lnTo>
                <a:lnTo>
                  <a:pt x="2723" y="68035"/>
                </a:lnTo>
                <a:lnTo>
                  <a:pt x="3343" y="68952"/>
                </a:lnTo>
                <a:lnTo>
                  <a:pt x="3990" y="69868"/>
                </a:lnTo>
                <a:lnTo>
                  <a:pt x="4476" y="70515"/>
                </a:lnTo>
                <a:lnTo>
                  <a:pt x="4988" y="71162"/>
                </a:lnTo>
                <a:lnTo>
                  <a:pt x="5500" y="71755"/>
                </a:lnTo>
                <a:lnTo>
                  <a:pt x="6039" y="72348"/>
                </a:lnTo>
                <a:lnTo>
                  <a:pt x="6605" y="72941"/>
                </a:lnTo>
                <a:lnTo>
                  <a:pt x="7171" y="73507"/>
                </a:lnTo>
                <a:lnTo>
                  <a:pt x="7764" y="74046"/>
                </a:lnTo>
                <a:lnTo>
                  <a:pt x="8357" y="74586"/>
                </a:lnTo>
                <a:lnTo>
                  <a:pt x="8977" y="75098"/>
                </a:lnTo>
                <a:lnTo>
                  <a:pt x="9597" y="75583"/>
                </a:lnTo>
                <a:lnTo>
                  <a:pt x="10244" y="76068"/>
                </a:lnTo>
                <a:lnTo>
                  <a:pt x="10891" y="76526"/>
                </a:lnTo>
                <a:lnTo>
                  <a:pt x="11565" y="76958"/>
                </a:lnTo>
                <a:lnTo>
                  <a:pt x="12239" y="77389"/>
                </a:lnTo>
                <a:lnTo>
                  <a:pt x="12913" y="77793"/>
                </a:lnTo>
                <a:lnTo>
                  <a:pt x="13613" y="78171"/>
                </a:lnTo>
                <a:lnTo>
                  <a:pt x="14314" y="78548"/>
                </a:lnTo>
                <a:lnTo>
                  <a:pt x="15042" y="78898"/>
                </a:lnTo>
                <a:lnTo>
                  <a:pt x="15770" y="79222"/>
                </a:lnTo>
                <a:lnTo>
                  <a:pt x="16498" y="79545"/>
                </a:lnTo>
                <a:lnTo>
                  <a:pt x="17225" y="79842"/>
                </a:lnTo>
                <a:lnTo>
                  <a:pt x="17980" y="80111"/>
                </a:lnTo>
                <a:lnTo>
                  <a:pt x="18735" y="80381"/>
                </a:lnTo>
                <a:lnTo>
                  <a:pt x="19517" y="80597"/>
                </a:lnTo>
                <a:lnTo>
                  <a:pt x="20271" y="80839"/>
                </a:lnTo>
                <a:lnTo>
                  <a:pt x="21053" y="81028"/>
                </a:lnTo>
                <a:lnTo>
                  <a:pt x="21862" y="81217"/>
                </a:lnTo>
                <a:lnTo>
                  <a:pt x="22643" y="81378"/>
                </a:lnTo>
                <a:lnTo>
                  <a:pt x="23425" y="81513"/>
                </a:lnTo>
                <a:lnTo>
                  <a:pt x="24234" y="81621"/>
                </a:lnTo>
                <a:lnTo>
                  <a:pt x="25042" y="81729"/>
                </a:lnTo>
                <a:lnTo>
                  <a:pt x="25851" y="81810"/>
                </a:lnTo>
                <a:lnTo>
                  <a:pt x="27118" y="81917"/>
                </a:lnTo>
                <a:lnTo>
                  <a:pt x="28385" y="81998"/>
                </a:lnTo>
                <a:lnTo>
                  <a:pt x="29625" y="82025"/>
                </a:lnTo>
                <a:lnTo>
                  <a:pt x="32159" y="82025"/>
                </a:lnTo>
                <a:lnTo>
                  <a:pt x="33425" y="81971"/>
                </a:lnTo>
                <a:lnTo>
                  <a:pt x="34692" y="81890"/>
                </a:lnTo>
                <a:lnTo>
                  <a:pt x="35932" y="81783"/>
                </a:lnTo>
                <a:lnTo>
                  <a:pt x="37199" y="81648"/>
                </a:lnTo>
                <a:lnTo>
                  <a:pt x="38439" y="81513"/>
                </a:lnTo>
                <a:lnTo>
                  <a:pt x="39679" y="81324"/>
                </a:lnTo>
                <a:lnTo>
                  <a:pt x="40919" y="81109"/>
                </a:lnTo>
                <a:lnTo>
                  <a:pt x="42132" y="80866"/>
                </a:lnTo>
                <a:lnTo>
                  <a:pt x="43372" y="80597"/>
                </a:lnTo>
                <a:lnTo>
                  <a:pt x="44585" y="80300"/>
                </a:lnTo>
                <a:lnTo>
                  <a:pt x="45771" y="79977"/>
                </a:lnTo>
                <a:lnTo>
                  <a:pt x="46957" y="79626"/>
                </a:lnTo>
                <a:lnTo>
                  <a:pt x="48143" y="79249"/>
                </a:lnTo>
                <a:lnTo>
                  <a:pt x="49329" y="78844"/>
                </a:lnTo>
                <a:lnTo>
                  <a:pt x="50488" y="78413"/>
                </a:lnTo>
                <a:lnTo>
                  <a:pt x="51620" y="77982"/>
                </a:lnTo>
                <a:lnTo>
                  <a:pt x="52752" y="77497"/>
                </a:lnTo>
                <a:lnTo>
                  <a:pt x="53858" y="76985"/>
                </a:lnTo>
                <a:lnTo>
                  <a:pt x="54963" y="76472"/>
                </a:lnTo>
                <a:lnTo>
                  <a:pt x="56041" y="75906"/>
                </a:lnTo>
                <a:lnTo>
                  <a:pt x="57119" y="75340"/>
                </a:lnTo>
                <a:lnTo>
                  <a:pt x="58170" y="74720"/>
                </a:lnTo>
                <a:lnTo>
                  <a:pt x="59195" y="74100"/>
                </a:lnTo>
                <a:lnTo>
                  <a:pt x="60192" y="73453"/>
                </a:lnTo>
                <a:lnTo>
                  <a:pt x="61189" y="72780"/>
                </a:lnTo>
                <a:lnTo>
                  <a:pt x="62160" y="72079"/>
                </a:lnTo>
                <a:lnTo>
                  <a:pt x="63103" y="71351"/>
                </a:lnTo>
                <a:lnTo>
                  <a:pt x="64181" y="70488"/>
                </a:lnTo>
                <a:lnTo>
                  <a:pt x="65206" y="69626"/>
                </a:lnTo>
                <a:lnTo>
                  <a:pt x="66203" y="68709"/>
                </a:lnTo>
                <a:lnTo>
                  <a:pt x="67146" y="67793"/>
                </a:lnTo>
                <a:lnTo>
                  <a:pt x="68090" y="66849"/>
                </a:lnTo>
                <a:lnTo>
                  <a:pt x="68979" y="65879"/>
                </a:lnTo>
                <a:lnTo>
                  <a:pt x="69842" y="64909"/>
                </a:lnTo>
                <a:lnTo>
                  <a:pt x="70651" y="63911"/>
                </a:lnTo>
                <a:lnTo>
                  <a:pt x="71459" y="62914"/>
                </a:lnTo>
                <a:lnTo>
                  <a:pt x="72214" y="61890"/>
                </a:lnTo>
                <a:lnTo>
                  <a:pt x="72969" y="60838"/>
                </a:lnTo>
                <a:lnTo>
                  <a:pt x="73670" y="59787"/>
                </a:lnTo>
                <a:lnTo>
                  <a:pt x="74343" y="58709"/>
                </a:lnTo>
                <a:lnTo>
                  <a:pt x="74990" y="57631"/>
                </a:lnTo>
                <a:lnTo>
                  <a:pt x="75637" y="56552"/>
                </a:lnTo>
                <a:lnTo>
                  <a:pt x="76230" y="55447"/>
                </a:lnTo>
                <a:lnTo>
                  <a:pt x="76796" y="54342"/>
                </a:lnTo>
                <a:lnTo>
                  <a:pt x="77362" y="53237"/>
                </a:lnTo>
                <a:lnTo>
                  <a:pt x="77902" y="52105"/>
                </a:lnTo>
                <a:lnTo>
                  <a:pt x="78387" y="50973"/>
                </a:lnTo>
                <a:lnTo>
                  <a:pt x="78872" y="49841"/>
                </a:lnTo>
                <a:lnTo>
                  <a:pt x="79357" y="48708"/>
                </a:lnTo>
                <a:lnTo>
                  <a:pt x="79788" y="47549"/>
                </a:lnTo>
                <a:lnTo>
                  <a:pt x="80220" y="46390"/>
                </a:lnTo>
                <a:lnTo>
                  <a:pt x="80624" y="45258"/>
                </a:lnTo>
                <a:lnTo>
                  <a:pt x="81028" y="44099"/>
                </a:lnTo>
                <a:lnTo>
                  <a:pt x="81756" y="41781"/>
                </a:lnTo>
                <a:lnTo>
                  <a:pt x="82403" y="39463"/>
                </a:lnTo>
                <a:lnTo>
                  <a:pt x="83023" y="37172"/>
                </a:lnTo>
                <a:lnTo>
                  <a:pt x="83373" y="35770"/>
                </a:lnTo>
                <a:lnTo>
                  <a:pt x="83643" y="34341"/>
                </a:lnTo>
                <a:lnTo>
                  <a:pt x="83886" y="32913"/>
                </a:lnTo>
                <a:lnTo>
                  <a:pt x="84101" y="31484"/>
                </a:lnTo>
                <a:lnTo>
                  <a:pt x="84236" y="30029"/>
                </a:lnTo>
                <a:lnTo>
                  <a:pt x="84317" y="28573"/>
                </a:lnTo>
                <a:lnTo>
                  <a:pt x="84371" y="27144"/>
                </a:lnTo>
                <a:lnTo>
                  <a:pt x="84344" y="25689"/>
                </a:lnTo>
                <a:lnTo>
                  <a:pt x="84263" y="24260"/>
                </a:lnTo>
                <a:lnTo>
                  <a:pt x="84128" y="22805"/>
                </a:lnTo>
                <a:lnTo>
                  <a:pt x="83913" y="21403"/>
                </a:lnTo>
                <a:lnTo>
                  <a:pt x="83805" y="20675"/>
                </a:lnTo>
                <a:lnTo>
                  <a:pt x="83670" y="19974"/>
                </a:lnTo>
                <a:lnTo>
                  <a:pt x="83508" y="19273"/>
                </a:lnTo>
                <a:lnTo>
                  <a:pt x="83347" y="18573"/>
                </a:lnTo>
                <a:lnTo>
                  <a:pt x="83158" y="17899"/>
                </a:lnTo>
                <a:lnTo>
                  <a:pt x="82942" y="17198"/>
                </a:lnTo>
                <a:lnTo>
                  <a:pt x="82727" y="16524"/>
                </a:lnTo>
                <a:lnTo>
                  <a:pt x="82484" y="15850"/>
                </a:lnTo>
                <a:lnTo>
                  <a:pt x="82214" y="15176"/>
                </a:lnTo>
                <a:lnTo>
                  <a:pt x="81945" y="14502"/>
                </a:lnTo>
                <a:lnTo>
                  <a:pt x="81648" y="13855"/>
                </a:lnTo>
                <a:lnTo>
                  <a:pt x="81352" y="13181"/>
                </a:lnTo>
                <a:lnTo>
                  <a:pt x="81001" y="12535"/>
                </a:lnTo>
                <a:lnTo>
                  <a:pt x="80678" y="11915"/>
                </a:lnTo>
                <a:lnTo>
                  <a:pt x="80301" y="11295"/>
                </a:lnTo>
                <a:lnTo>
                  <a:pt x="79923" y="10675"/>
                </a:lnTo>
                <a:lnTo>
                  <a:pt x="79519" y="10055"/>
                </a:lnTo>
                <a:lnTo>
                  <a:pt x="79088" y="9462"/>
                </a:lnTo>
                <a:lnTo>
                  <a:pt x="78656" y="8896"/>
                </a:lnTo>
                <a:lnTo>
                  <a:pt x="78198" y="8330"/>
                </a:lnTo>
                <a:lnTo>
                  <a:pt x="77740" y="7763"/>
                </a:lnTo>
                <a:lnTo>
                  <a:pt x="77255" y="7224"/>
                </a:lnTo>
                <a:lnTo>
                  <a:pt x="76769" y="6712"/>
                </a:lnTo>
                <a:lnTo>
                  <a:pt x="76257" y="6200"/>
                </a:lnTo>
                <a:lnTo>
                  <a:pt x="75718" y="5688"/>
                </a:lnTo>
                <a:lnTo>
                  <a:pt x="75179" y="5203"/>
                </a:lnTo>
                <a:lnTo>
                  <a:pt x="74640" y="4745"/>
                </a:lnTo>
                <a:lnTo>
                  <a:pt x="74074" y="4313"/>
                </a:lnTo>
                <a:lnTo>
                  <a:pt x="73481" y="3882"/>
                </a:lnTo>
                <a:lnTo>
                  <a:pt x="72888" y="3478"/>
                </a:lnTo>
                <a:lnTo>
                  <a:pt x="72295" y="3073"/>
                </a:lnTo>
                <a:lnTo>
                  <a:pt x="71675" y="2723"/>
                </a:lnTo>
                <a:lnTo>
                  <a:pt x="71055" y="2372"/>
                </a:lnTo>
                <a:lnTo>
                  <a:pt x="70408" y="2022"/>
                </a:lnTo>
                <a:lnTo>
                  <a:pt x="69761" y="1726"/>
                </a:lnTo>
                <a:lnTo>
                  <a:pt x="69114" y="1456"/>
                </a:lnTo>
                <a:lnTo>
                  <a:pt x="68440" y="1186"/>
                </a:lnTo>
                <a:lnTo>
                  <a:pt x="67766" y="944"/>
                </a:lnTo>
                <a:lnTo>
                  <a:pt x="67093" y="728"/>
                </a:lnTo>
                <a:lnTo>
                  <a:pt x="66392" y="539"/>
                </a:lnTo>
                <a:lnTo>
                  <a:pt x="65691" y="378"/>
                </a:lnTo>
                <a:lnTo>
                  <a:pt x="64990" y="243"/>
                </a:lnTo>
                <a:lnTo>
                  <a:pt x="64289" y="135"/>
                </a:lnTo>
                <a:lnTo>
                  <a:pt x="63561" y="54"/>
                </a:lnTo>
                <a:lnTo>
                  <a:pt x="628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10" name="Google Shape;110;p14"/>
          <p:cNvSpPr/>
          <p:nvPr/>
        </p:nvSpPr>
        <p:spPr>
          <a:xfrm>
            <a:off x="-682999" y="4259200"/>
            <a:ext cx="1537819" cy="1537788"/>
          </a:xfrm>
          <a:custGeom>
            <a:avLst/>
            <a:gdLst/>
            <a:ahLst/>
            <a:cxnLst/>
            <a:rect l="l" t="t" r="r" b="b"/>
            <a:pathLst>
              <a:path w="12266" h="12266" extrusionOk="0">
                <a:moveTo>
                  <a:pt x="1618" y="3855"/>
                </a:moveTo>
                <a:lnTo>
                  <a:pt x="1618" y="3855"/>
                </a:lnTo>
                <a:lnTo>
                  <a:pt x="1779" y="3559"/>
                </a:lnTo>
                <a:lnTo>
                  <a:pt x="1968" y="3262"/>
                </a:lnTo>
                <a:lnTo>
                  <a:pt x="2157" y="2993"/>
                </a:lnTo>
                <a:lnTo>
                  <a:pt x="2373" y="2750"/>
                </a:lnTo>
                <a:lnTo>
                  <a:pt x="1941" y="1618"/>
                </a:lnTo>
                <a:lnTo>
                  <a:pt x="3666" y="513"/>
                </a:lnTo>
                <a:lnTo>
                  <a:pt x="4529" y="1375"/>
                </a:lnTo>
                <a:lnTo>
                  <a:pt x="4529" y="1375"/>
                </a:lnTo>
                <a:lnTo>
                  <a:pt x="4852" y="1268"/>
                </a:lnTo>
                <a:lnTo>
                  <a:pt x="5176" y="1214"/>
                </a:lnTo>
                <a:lnTo>
                  <a:pt x="5499" y="1160"/>
                </a:lnTo>
                <a:lnTo>
                  <a:pt x="5850" y="1133"/>
                </a:lnTo>
                <a:lnTo>
                  <a:pt x="6362" y="1"/>
                </a:lnTo>
                <a:lnTo>
                  <a:pt x="8357" y="432"/>
                </a:lnTo>
                <a:lnTo>
                  <a:pt x="8357" y="1645"/>
                </a:lnTo>
                <a:lnTo>
                  <a:pt x="8357" y="1645"/>
                </a:lnTo>
                <a:lnTo>
                  <a:pt x="8653" y="1807"/>
                </a:lnTo>
                <a:lnTo>
                  <a:pt x="8923" y="1995"/>
                </a:lnTo>
                <a:lnTo>
                  <a:pt x="9192" y="2211"/>
                </a:lnTo>
                <a:lnTo>
                  <a:pt x="9435" y="2427"/>
                </a:lnTo>
                <a:lnTo>
                  <a:pt x="10594" y="1995"/>
                </a:lnTo>
                <a:lnTo>
                  <a:pt x="11699" y="3694"/>
                </a:lnTo>
                <a:lnTo>
                  <a:pt x="10890" y="4583"/>
                </a:lnTo>
                <a:lnTo>
                  <a:pt x="10890" y="4583"/>
                </a:lnTo>
                <a:lnTo>
                  <a:pt x="10971" y="4907"/>
                </a:lnTo>
                <a:lnTo>
                  <a:pt x="11052" y="5230"/>
                </a:lnTo>
                <a:lnTo>
                  <a:pt x="11079" y="5580"/>
                </a:lnTo>
                <a:lnTo>
                  <a:pt x="11106" y="5904"/>
                </a:lnTo>
                <a:lnTo>
                  <a:pt x="12265" y="6416"/>
                </a:lnTo>
                <a:lnTo>
                  <a:pt x="11834" y="8411"/>
                </a:lnTo>
                <a:lnTo>
                  <a:pt x="10594" y="8411"/>
                </a:lnTo>
                <a:lnTo>
                  <a:pt x="10594" y="8411"/>
                </a:lnTo>
                <a:lnTo>
                  <a:pt x="10432" y="8707"/>
                </a:lnTo>
                <a:lnTo>
                  <a:pt x="10243" y="8977"/>
                </a:lnTo>
                <a:lnTo>
                  <a:pt x="10055" y="9246"/>
                </a:lnTo>
                <a:lnTo>
                  <a:pt x="9839" y="9516"/>
                </a:lnTo>
                <a:lnTo>
                  <a:pt x="10270" y="10648"/>
                </a:lnTo>
                <a:lnTo>
                  <a:pt x="8545" y="11753"/>
                </a:lnTo>
                <a:lnTo>
                  <a:pt x="7683" y="10891"/>
                </a:lnTo>
                <a:lnTo>
                  <a:pt x="7683" y="10891"/>
                </a:lnTo>
                <a:lnTo>
                  <a:pt x="7359" y="10972"/>
                </a:lnTo>
                <a:lnTo>
                  <a:pt x="7036" y="11052"/>
                </a:lnTo>
                <a:lnTo>
                  <a:pt x="6685" y="11106"/>
                </a:lnTo>
                <a:lnTo>
                  <a:pt x="6362" y="11133"/>
                </a:lnTo>
                <a:lnTo>
                  <a:pt x="5850" y="12265"/>
                </a:lnTo>
                <a:lnTo>
                  <a:pt x="3855" y="11834"/>
                </a:lnTo>
                <a:lnTo>
                  <a:pt x="3855" y="10594"/>
                </a:lnTo>
                <a:lnTo>
                  <a:pt x="3855" y="10594"/>
                </a:lnTo>
                <a:lnTo>
                  <a:pt x="3559" y="10432"/>
                </a:lnTo>
                <a:lnTo>
                  <a:pt x="3289" y="10244"/>
                </a:lnTo>
                <a:lnTo>
                  <a:pt x="3019" y="10055"/>
                </a:lnTo>
                <a:lnTo>
                  <a:pt x="2750" y="9839"/>
                </a:lnTo>
                <a:lnTo>
                  <a:pt x="1618" y="10271"/>
                </a:lnTo>
                <a:lnTo>
                  <a:pt x="513" y="8573"/>
                </a:lnTo>
                <a:lnTo>
                  <a:pt x="1375" y="7683"/>
                </a:lnTo>
                <a:lnTo>
                  <a:pt x="1375" y="7683"/>
                </a:lnTo>
                <a:lnTo>
                  <a:pt x="1294" y="7360"/>
                </a:lnTo>
                <a:lnTo>
                  <a:pt x="1213" y="7036"/>
                </a:lnTo>
                <a:lnTo>
                  <a:pt x="1160" y="6713"/>
                </a:lnTo>
                <a:lnTo>
                  <a:pt x="1133" y="6362"/>
                </a:lnTo>
                <a:lnTo>
                  <a:pt x="0" y="5850"/>
                </a:lnTo>
                <a:lnTo>
                  <a:pt x="432" y="3855"/>
                </a:lnTo>
                <a:lnTo>
                  <a:pt x="1672" y="3855"/>
                </a:lnTo>
                <a:lnTo>
                  <a:pt x="1618" y="3855"/>
                </a:lnTo>
                <a:close/>
                <a:moveTo>
                  <a:pt x="3963" y="5580"/>
                </a:moveTo>
                <a:lnTo>
                  <a:pt x="3963" y="5580"/>
                </a:lnTo>
                <a:lnTo>
                  <a:pt x="3936" y="5796"/>
                </a:lnTo>
                <a:lnTo>
                  <a:pt x="3909" y="6012"/>
                </a:lnTo>
                <a:lnTo>
                  <a:pt x="3936" y="6227"/>
                </a:lnTo>
                <a:lnTo>
                  <a:pt x="3963" y="6443"/>
                </a:lnTo>
                <a:lnTo>
                  <a:pt x="3990" y="6659"/>
                </a:lnTo>
                <a:lnTo>
                  <a:pt x="4071" y="6847"/>
                </a:lnTo>
                <a:lnTo>
                  <a:pt x="4152" y="7036"/>
                </a:lnTo>
                <a:lnTo>
                  <a:pt x="4259" y="7225"/>
                </a:lnTo>
                <a:lnTo>
                  <a:pt x="4394" y="7413"/>
                </a:lnTo>
                <a:lnTo>
                  <a:pt x="4529" y="7548"/>
                </a:lnTo>
                <a:lnTo>
                  <a:pt x="4664" y="7710"/>
                </a:lnTo>
                <a:lnTo>
                  <a:pt x="4852" y="7845"/>
                </a:lnTo>
                <a:lnTo>
                  <a:pt x="5014" y="7953"/>
                </a:lnTo>
                <a:lnTo>
                  <a:pt x="5203" y="8060"/>
                </a:lnTo>
                <a:lnTo>
                  <a:pt x="5418" y="8114"/>
                </a:lnTo>
                <a:lnTo>
                  <a:pt x="5634" y="8195"/>
                </a:lnTo>
                <a:lnTo>
                  <a:pt x="5634" y="8195"/>
                </a:lnTo>
                <a:lnTo>
                  <a:pt x="5850" y="8222"/>
                </a:lnTo>
                <a:lnTo>
                  <a:pt x="6065" y="8249"/>
                </a:lnTo>
                <a:lnTo>
                  <a:pt x="6281" y="8222"/>
                </a:lnTo>
                <a:lnTo>
                  <a:pt x="6497" y="8195"/>
                </a:lnTo>
                <a:lnTo>
                  <a:pt x="6712" y="8141"/>
                </a:lnTo>
                <a:lnTo>
                  <a:pt x="6901" y="8087"/>
                </a:lnTo>
                <a:lnTo>
                  <a:pt x="7117" y="8006"/>
                </a:lnTo>
                <a:lnTo>
                  <a:pt x="7278" y="7899"/>
                </a:lnTo>
                <a:lnTo>
                  <a:pt x="7467" y="7764"/>
                </a:lnTo>
                <a:lnTo>
                  <a:pt x="7629" y="7629"/>
                </a:lnTo>
                <a:lnTo>
                  <a:pt x="7764" y="7467"/>
                </a:lnTo>
                <a:lnTo>
                  <a:pt x="7898" y="7306"/>
                </a:lnTo>
                <a:lnTo>
                  <a:pt x="8006" y="7117"/>
                </a:lnTo>
                <a:lnTo>
                  <a:pt x="8114" y="6928"/>
                </a:lnTo>
                <a:lnTo>
                  <a:pt x="8195" y="6740"/>
                </a:lnTo>
                <a:lnTo>
                  <a:pt x="8249" y="6524"/>
                </a:lnTo>
                <a:lnTo>
                  <a:pt x="8249" y="6524"/>
                </a:lnTo>
                <a:lnTo>
                  <a:pt x="8276" y="6281"/>
                </a:lnTo>
                <a:lnTo>
                  <a:pt x="8303" y="6066"/>
                </a:lnTo>
                <a:lnTo>
                  <a:pt x="8276" y="5850"/>
                </a:lnTo>
                <a:lnTo>
                  <a:pt x="8249" y="5634"/>
                </a:lnTo>
                <a:lnTo>
                  <a:pt x="8195" y="5446"/>
                </a:lnTo>
                <a:lnTo>
                  <a:pt x="8141" y="5230"/>
                </a:lnTo>
                <a:lnTo>
                  <a:pt x="8060" y="5041"/>
                </a:lnTo>
                <a:lnTo>
                  <a:pt x="7952" y="4880"/>
                </a:lnTo>
                <a:lnTo>
                  <a:pt x="7817" y="4691"/>
                </a:lnTo>
                <a:lnTo>
                  <a:pt x="7683" y="4529"/>
                </a:lnTo>
                <a:lnTo>
                  <a:pt x="7521" y="4394"/>
                </a:lnTo>
                <a:lnTo>
                  <a:pt x="7359" y="4260"/>
                </a:lnTo>
                <a:lnTo>
                  <a:pt x="7197" y="4152"/>
                </a:lnTo>
                <a:lnTo>
                  <a:pt x="6982" y="4044"/>
                </a:lnTo>
                <a:lnTo>
                  <a:pt x="6793" y="3963"/>
                </a:lnTo>
                <a:lnTo>
                  <a:pt x="6578" y="3909"/>
                </a:lnTo>
                <a:lnTo>
                  <a:pt x="6578" y="3909"/>
                </a:lnTo>
                <a:lnTo>
                  <a:pt x="6578" y="3909"/>
                </a:lnTo>
                <a:lnTo>
                  <a:pt x="6362" y="3882"/>
                </a:lnTo>
                <a:lnTo>
                  <a:pt x="6119" y="3855"/>
                </a:lnTo>
                <a:lnTo>
                  <a:pt x="5904" y="3855"/>
                </a:lnTo>
                <a:lnTo>
                  <a:pt x="5688" y="3909"/>
                </a:lnTo>
                <a:lnTo>
                  <a:pt x="5499" y="3936"/>
                </a:lnTo>
                <a:lnTo>
                  <a:pt x="5284" y="4017"/>
                </a:lnTo>
                <a:lnTo>
                  <a:pt x="5095" y="4098"/>
                </a:lnTo>
                <a:lnTo>
                  <a:pt x="4933" y="4206"/>
                </a:lnTo>
                <a:lnTo>
                  <a:pt x="4745" y="4341"/>
                </a:lnTo>
                <a:lnTo>
                  <a:pt x="4583" y="4475"/>
                </a:lnTo>
                <a:lnTo>
                  <a:pt x="4448" y="4610"/>
                </a:lnTo>
                <a:lnTo>
                  <a:pt x="4313" y="4799"/>
                </a:lnTo>
                <a:lnTo>
                  <a:pt x="4205" y="4961"/>
                </a:lnTo>
                <a:lnTo>
                  <a:pt x="4098" y="5149"/>
                </a:lnTo>
                <a:lnTo>
                  <a:pt x="4017" y="5365"/>
                </a:lnTo>
                <a:lnTo>
                  <a:pt x="3963" y="5580"/>
                </a:lnTo>
                <a:lnTo>
                  <a:pt x="3963" y="558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p:nvPr/>
        </p:nvSpPr>
        <p:spPr>
          <a:xfrm>
            <a:off x="8194301" y="4259200"/>
            <a:ext cx="1537819" cy="1537788"/>
          </a:xfrm>
          <a:custGeom>
            <a:avLst/>
            <a:gdLst/>
            <a:ahLst/>
            <a:cxnLst/>
            <a:rect l="l" t="t" r="r" b="b"/>
            <a:pathLst>
              <a:path w="12266" h="12266" extrusionOk="0">
                <a:moveTo>
                  <a:pt x="1618" y="3855"/>
                </a:moveTo>
                <a:lnTo>
                  <a:pt x="1618" y="3855"/>
                </a:lnTo>
                <a:lnTo>
                  <a:pt x="1779" y="3559"/>
                </a:lnTo>
                <a:lnTo>
                  <a:pt x="1968" y="3262"/>
                </a:lnTo>
                <a:lnTo>
                  <a:pt x="2157" y="2993"/>
                </a:lnTo>
                <a:lnTo>
                  <a:pt x="2373" y="2750"/>
                </a:lnTo>
                <a:lnTo>
                  <a:pt x="1941" y="1618"/>
                </a:lnTo>
                <a:lnTo>
                  <a:pt x="3666" y="513"/>
                </a:lnTo>
                <a:lnTo>
                  <a:pt x="4529" y="1375"/>
                </a:lnTo>
                <a:lnTo>
                  <a:pt x="4529" y="1375"/>
                </a:lnTo>
                <a:lnTo>
                  <a:pt x="4852" y="1268"/>
                </a:lnTo>
                <a:lnTo>
                  <a:pt x="5176" y="1214"/>
                </a:lnTo>
                <a:lnTo>
                  <a:pt x="5499" y="1160"/>
                </a:lnTo>
                <a:lnTo>
                  <a:pt x="5850" y="1133"/>
                </a:lnTo>
                <a:lnTo>
                  <a:pt x="6362" y="1"/>
                </a:lnTo>
                <a:lnTo>
                  <a:pt x="8357" y="432"/>
                </a:lnTo>
                <a:lnTo>
                  <a:pt x="8357" y="1645"/>
                </a:lnTo>
                <a:lnTo>
                  <a:pt x="8357" y="1645"/>
                </a:lnTo>
                <a:lnTo>
                  <a:pt x="8653" y="1807"/>
                </a:lnTo>
                <a:lnTo>
                  <a:pt x="8923" y="1995"/>
                </a:lnTo>
                <a:lnTo>
                  <a:pt x="9192" y="2211"/>
                </a:lnTo>
                <a:lnTo>
                  <a:pt x="9435" y="2427"/>
                </a:lnTo>
                <a:lnTo>
                  <a:pt x="10594" y="1995"/>
                </a:lnTo>
                <a:lnTo>
                  <a:pt x="11699" y="3694"/>
                </a:lnTo>
                <a:lnTo>
                  <a:pt x="10890" y="4583"/>
                </a:lnTo>
                <a:lnTo>
                  <a:pt x="10890" y="4583"/>
                </a:lnTo>
                <a:lnTo>
                  <a:pt x="10971" y="4907"/>
                </a:lnTo>
                <a:lnTo>
                  <a:pt x="11052" y="5230"/>
                </a:lnTo>
                <a:lnTo>
                  <a:pt x="11079" y="5580"/>
                </a:lnTo>
                <a:lnTo>
                  <a:pt x="11106" y="5904"/>
                </a:lnTo>
                <a:lnTo>
                  <a:pt x="12265" y="6416"/>
                </a:lnTo>
                <a:lnTo>
                  <a:pt x="11834" y="8411"/>
                </a:lnTo>
                <a:lnTo>
                  <a:pt x="10594" y="8411"/>
                </a:lnTo>
                <a:lnTo>
                  <a:pt x="10594" y="8411"/>
                </a:lnTo>
                <a:lnTo>
                  <a:pt x="10432" y="8707"/>
                </a:lnTo>
                <a:lnTo>
                  <a:pt x="10243" y="8977"/>
                </a:lnTo>
                <a:lnTo>
                  <a:pt x="10055" y="9246"/>
                </a:lnTo>
                <a:lnTo>
                  <a:pt x="9839" y="9516"/>
                </a:lnTo>
                <a:lnTo>
                  <a:pt x="10270" y="10648"/>
                </a:lnTo>
                <a:lnTo>
                  <a:pt x="8545" y="11753"/>
                </a:lnTo>
                <a:lnTo>
                  <a:pt x="7683" y="10891"/>
                </a:lnTo>
                <a:lnTo>
                  <a:pt x="7683" y="10891"/>
                </a:lnTo>
                <a:lnTo>
                  <a:pt x="7359" y="10972"/>
                </a:lnTo>
                <a:lnTo>
                  <a:pt x="7036" y="11052"/>
                </a:lnTo>
                <a:lnTo>
                  <a:pt x="6685" y="11106"/>
                </a:lnTo>
                <a:lnTo>
                  <a:pt x="6362" y="11133"/>
                </a:lnTo>
                <a:lnTo>
                  <a:pt x="5850" y="12265"/>
                </a:lnTo>
                <a:lnTo>
                  <a:pt x="3855" y="11834"/>
                </a:lnTo>
                <a:lnTo>
                  <a:pt x="3855" y="10594"/>
                </a:lnTo>
                <a:lnTo>
                  <a:pt x="3855" y="10594"/>
                </a:lnTo>
                <a:lnTo>
                  <a:pt x="3559" y="10432"/>
                </a:lnTo>
                <a:lnTo>
                  <a:pt x="3289" y="10244"/>
                </a:lnTo>
                <a:lnTo>
                  <a:pt x="3019" y="10055"/>
                </a:lnTo>
                <a:lnTo>
                  <a:pt x="2750" y="9839"/>
                </a:lnTo>
                <a:lnTo>
                  <a:pt x="1618" y="10271"/>
                </a:lnTo>
                <a:lnTo>
                  <a:pt x="513" y="8573"/>
                </a:lnTo>
                <a:lnTo>
                  <a:pt x="1375" y="7683"/>
                </a:lnTo>
                <a:lnTo>
                  <a:pt x="1375" y="7683"/>
                </a:lnTo>
                <a:lnTo>
                  <a:pt x="1294" y="7360"/>
                </a:lnTo>
                <a:lnTo>
                  <a:pt x="1213" y="7036"/>
                </a:lnTo>
                <a:lnTo>
                  <a:pt x="1160" y="6713"/>
                </a:lnTo>
                <a:lnTo>
                  <a:pt x="1133" y="6362"/>
                </a:lnTo>
                <a:lnTo>
                  <a:pt x="0" y="5850"/>
                </a:lnTo>
                <a:lnTo>
                  <a:pt x="432" y="3855"/>
                </a:lnTo>
                <a:lnTo>
                  <a:pt x="1672" y="3855"/>
                </a:lnTo>
                <a:lnTo>
                  <a:pt x="1618" y="3855"/>
                </a:lnTo>
                <a:close/>
                <a:moveTo>
                  <a:pt x="3963" y="5580"/>
                </a:moveTo>
                <a:lnTo>
                  <a:pt x="3963" y="5580"/>
                </a:lnTo>
                <a:lnTo>
                  <a:pt x="3936" y="5796"/>
                </a:lnTo>
                <a:lnTo>
                  <a:pt x="3909" y="6012"/>
                </a:lnTo>
                <a:lnTo>
                  <a:pt x="3936" y="6227"/>
                </a:lnTo>
                <a:lnTo>
                  <a:pt x="3963" y="6443"/>
                </a:lnTo>
                <a:lnTo>
                  <a:pt x="3990" y="6659"/>
                </a:lnTo>
                <a:lnTo>
                  <a:pt x="4071" y="6847"/>
                </a:lnTo>
                <a:lnTo>
                  <a:pt x="4152" y="7036"/>
                </a:lnTo>
                <a:lnTo>
                  <a:pt x="4259" y="7225"/>
                </a:lnTo>
                <a:lnTo>
                  <a:pt x="4394" y="7413"/>
                </a:lnTo>
                <a:lnTo>
                  <a:pt x="4529" y="7548"/>
                </a:lnTo>
                <a:lnTo>
                  <a:pt x="4664" y="7710"/>
                </a:lnTo>
                <a:lnTo>
                  <a:pt x="4852" y="7845"/>
                </a:lnTo>
                <a:lnTo>
                  <a:pt x="5014" y="7953"/>
                </a:lnTo>
                <a:lnTo>
                  <a:pt x="5203" y="8060"/>
                </a:lnTo>
                <a:lnTo>
                  <a:pt x="5418" y="8114"/>
                </a:lnTo>
                <a:lnTo>
                  <a:pt x="5634" y="8195"/>
                </a:lnTo>
                <a:lnTo>
                  <a:pt x="5634" y="8195"/>
                </a:lnTo>
                <a:lnTo>
                  <a:pt x="5850" y="8222"/>
                </a:lnTo>
                <a:lnTo>
                  <a:pt x="6065" y="8249"/>
                </a:lnTo>
                <a:lnTo>
                  <a:pt x="6281" y="8222"/>
                </a:lnTo>
                <a:lnTo>
                  <a:pt x="6497" y="8195"/>
                </a:lnTo>
                <a:lnTo>
                  <a:pt x="6712" y="8141"/>
                </a:lnTo>
                <a:lnTo>
                  <a:pt x="6901" y="8087"/>
                </a:lnTo>
                <a:lnTo>
                  <a:pt x="7117" y="8006"/>
                </a:lnTo>
                <a:lnTo>
                  <a:pt x="7278" y="7899"/>
                </a:lnTo>
                <a:lnTo>
                  <a:pt x="7467" y="7764"/>
                </a:lnTo>
                <a:lnTo>
                  <a:pt x="7629" y="7629"/>
                </a:lnTo>
                <a:lnTo>
                  <a:pt x="7764" y="7467"/>
                </a:lnTo>
                <a:lnTo>
                  <a:pt x="7898" y="7306"/>
                </a:lnTo>
                <a:lnTo>
                  <a:pt x="8006" y="7117"/>
                </a:lnTo>
                <a:lnTo>
                  <a:pt x="8114" y="6928"/>
                </a:lnTo>
                <a:lnTo>
                  <a:pt x="8195" y="6740"/>
                </a:lnTo>
                <a:lnTo>
                  <a:pt x="8249" y="6524"/>
                </a:lnTo>
                <a:lnTo>
                  <a:pt x="8249" y="6524"/>
                </a:lnTo>
                <a:lnTo>
                  <a:pt x="8276" y="6281"/>
                </a:lnTo>
                <a:lnTo>
                  <a:pt x="8303" y="6066"/>
                </a:lnTo>
                <a:lnTo>
                  <a:pt x="8276" y="5850"/>
                </a:lnTo>
                <a:lnTo>
                  <a:pt x="8249" y="5634"/>
                </a:lnTo>
                <a:lnTo>
                  <a:pt x="8195" y="5446"/>
                </a:lnTo>
                <a:lnTo>
                  <a:pt x="8141" y="5230"/>
                </a:lnTo>
                <a:lnTo>
                  <a:pt x="8060" y="5041"/>
                </a:lnTo>
                <a:lnTo>
                  <a:pt x="7952" y="4880"/>
                </a:lnTo>
                <a:lnTo>
                  <a:pt x="7817" y="4691"/>
                </a:lnTo>
                <a:lnTo>
                  <a:pt x="7683" y="4529"/>
                </a:lnTo>
                <a:lnTo>
                  <a:pt x="7521" y="4394"/>
                </a:lnTo>
                <a:lnTo>
                  <a:pt x="7359" y="4260"/>
                </a:lnTo>
                <a:lnTo>
                  <a:pt x="7197" y="4152"/>
                </a:lnTo>
                <a:lnTo>
                  <a:pt x="6982" y="4044"/>
                </a:lnTo>
                <a:lnTo>
                  <a:pt x="6793" y="3963"/>
                </a:lnTo>
                <a:lnTo>
                  <a:pt x="6578" y="3909"/>
                </a:lnTo>
                <a:lnTo>
                  <a:pt x="6578" y="3909"/>
                </a:lnTo>
                <a:lnTo>
                  <a:pt x="6578" y="3909"/>
                </a:lnTo>
                <a:lnTo>
                  <a:pt x="6362" y="3882"/>
                </a:lnTo>
                <a:lnTo>
                  <a:pt x="6119" y="3855"/>
                </a:lnTo>
                <a:lnTo>
                  <a:pt x="5904" y="3855"/>
                </a:lnTo>
                <a:lnTo>
                  <a:pt x="5688" y="3909"/>
                </a:lnTo>
                <a:lnTo>
                  <a:pt x="5499" y="3936"/>
                </a:lnTo>
                <a:lnTo>
                  <a:pt x="5284" y="4017"/>
                </a:lnTo>
                <a:lnTo>
                  <a:pt x="5095" y="4098"/>
                </a:lnTo>
                <a:lnTo>
                  <a:pt x="4933" y="4206"/>
                </a:lnTo>
                <a:lnTo>
                  <a:pt x="4745" y="4341"/>
                </a:lnTo>
                <a:lnTo>
                  <a:pt x="4583" y="4475"/>
                </a:lnTo>
                <a:lnTo>
                  <a:pt x="4448" y="4610"/>
                </a:lnTo>
                <a:lnTo>
                  <a:pt x="4313" y="4799"/>
                </a:lnTo>
                <a:lnTo>
                  <a:pt x="4205" y="4961"/>
                </a:lnTo>
                <a:lnTo>
                  <a:pt x="4098" y="5149"/>
                </a:lnTo>
                <a:lnTo>
                  <a:pt x="4017" y="5365"/>
                </a:lnTo>
                <a:lnTo>
                  <a:pt x="3963" y="5580"/>
                </a:lnTo>
                <a:lnTo>
                  <a:pt x="3963" y="558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4"/>
          <p:cNvSpPr txBox="1">
            <a:spLocks noGrp="1"/>
          </p:cNvSpPr>
          <p:nvPr>
            <p:ph type="title"/>
          </p:nvPr>
        </p:nvSpPr>
        <p:spPr>
          <a:xfrm>
            <a:off x="720000" y="349342"/>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32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234974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type="title">
  <p:cSld name="Title">
    <p:bg>
      <p:bgPr>
        <a:gradFill>
          <a:gsLst>
            <a:gs pos="0">
              <a:schemeClr val="accent2"/>
            </a:gs>
            <a:gs pos="100000">
              <a:schemeClr val="accent1"/>
            </a:gs>
          </a:gsLst>
          <a:path path="circle">
            <a:fillToRect l="100000" t="100000"/>
          </a:path>
          <a:tileRect r="-100000" b="-100000"/>
        </a:gra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3078602" y="0"/>
            <a:ext cx="6065389" cy="5143642"/>
            <a:chOff x="2052402" y="0"/>
            <a:chExt cx="6065389" cy="5143642"/>
          </a:xfrm>
        </p:grpSpPr>
        <p:sp>
          <p:nvSpPr>
            <p:cNvPr id="11" name="Google Shape;11;p2"/>
            <p:cNvSpPr/>
            <p:nvPr/>
          </p:nvSpPr>
          <p:spPr>
            <a:xfrm>
              <a:off x="2052402" y="0"/>
              <a:ext cx="6065388" cy="5143500"/>
            </a:xfrm>
            <a:custGeom>
              <a:avLst/>
              <a:gdLst/>
              <a:ahLst/>
              <a:cxnLst/>
              <a:rect l="l" t="t" r="r" b="b"/>
              <a:pathLst>
                <a:path w="8087184" h="6858000" extrusionOk="0">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gradFill>
              <a:gsLst>
                <a:gs pos="0">
                  <a:srgbClr val="00D0FF">
                    <a:alpha val="11764"/>
                    <a:alpha val="11730"/>
                  </a:srgbClr>
                </a:gs>
                <a:gs pos="100000">
                  <a:srgbClr val="00D0FF">
                    <a:alpha val="0"/>
                    <a:alpha val="11730"/>
                  </a:srgbClr>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a:off x="2052402" y="0"/>
              <a:ext cx="6065388" cy="5143642"/>
            </a:xfrm>
            <a:custGeom>
              <a:avLst/>
              <a:gdLst/>
              <a:ahLst/>
              <a:cxnLst/>
              <a:rect l="l" t="t" r="r" b="b"/>
              <a:pathLst>
                <a:path w="8087184" h="6858190" extrusionOk="0">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D0FF">
                <a:alpha val="117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2377837" y="210583"/>
              <a:ext cx="5576288" cy="4831090"/>
            </a:xfrm>
            <a:custGeom>
              <a:avLst/>
              <a:gdLst/>
              <a:ahLst/>
              <a:cxnLst/>
              <a:rect l="l" t="t" r="r" b="b"/>
              <a:pathLst>
                <a:path w="7435051" h="6441453" extrusionOk="0">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D0FF">
                <a:alpha val="117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 name="Google Shape;14;p2"/>
          <p:cNvSpPr txBox="1">
            <a:spLocks noGrp="1"/>
          </p:cNvSpPr>
          <p:nvPr>
            <p:ph type="ctrTitle"/>
          </p:nvPr>
        </p:nvSpPr>
        <p:spPr>
          <a:xfrm>
            <a:off x="685800" y="1771550"/>
            <a:ext cx="7772400" cy="1600500"/>
          </a:xfrm>
          <a:prstGeom prst="rect">
            <a:avLst/>
          </a:prstGeom>
        </p:spPr>
        <p:txBody>
          <a:bodyPr spcFirstLastPara="1" wrap="square" lIns="0" tIns="0" rIns="0" bIns="0" anchor="ctr" anchorCtr="0">
            <a:noAutofit/>
          </a:bodyPr>
          <a:lstStyle>
            <a:lvl1pPr lvl="0" rtl="0">
              <a:spcBef>
                <a:spcPts val="0"/>
              </a:spcBef>
              <a:spcAft>
                <a:spcPts val="0"/>
              </a:spcAft>
              <a:buClr>
                <a:schemeClr val="lt1"/>
              </a:buClr>
              <a:buSzPts val="6000"/>
              <a:buNone/>
              <a:defRPr sz="6000">
                <a:solidFill>
                  <a:schemeClr val="l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endParaRPr/>
          </a:p>
        </p:txBody>
      </p:sp>
    </p:spTree>
    <p:extLst>
      <p:ext uri="{BB962C8B-B14F-4D97-AF65-F5344CB8AC3E}">
        <p14:creationId xmlns:p14="http://schemas.microsoft.com/office/powerpoint/2010/main" val="1495975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ubtitle">
  <p:cSld name="Subtitle">
    <p:bg>
      <p:bgPr>
        <a:gradFill>
          <a:gsLst>
            <a:gs pos="0">
              <a:schemeClr val="accent1"/>
            </a:gs>
            <a:gs pos="100000">
              <a:srgbClr val="D1F6FF"/>
            </a:gs>
          </a:gsLst>
          <a:path path="circle">
            <a:fillToRect l="100000" t="100000"/>
          </a:path>
          <a:tileRect r="-100000" b="-100000"/>
        </a:gradFill>
        <a:effectLst/>
      </p:bgPr>
    </p:bg>
    <p:spTree>
      <p:nvGrpSpPr>
        <p:cNvPr id="1" name="Shape 15"/>
        <p:cNvGrpSpPr/>
        <p:nvPr/>
      </p:nvGrpSpPr>
      <p:grpSpPr>
        <a:xfrm>
          <a:off x="0" y="0"/>
          <a:ext cx="0" cy="0"/>
          <a:chOff x="0" y="0"/>
          <a:chExt cx="0" cy="0"/>
        </a:xfrm>
      </p:grpSpPr>
      <p:grpSp>
        <p:nvGrpSpPr>
          <p:cNvPr id="16" name="Google Shape;16;p3"/>
          <p:cNvGrpSpPr/>
          <p:nvPr/>
        </p:nvGrpSpPr>
        <p:grpSpPr>
          <a:xfrm>
            <a:off x="3078602" y="0"/>
            <a:ext cx="6065389" cy="5143642"/>
            <a:chOff x="2052402" y="0"/>
            <a:chExt cx="6065389" cy="5143642"/>
          </a:xfrm>
        </p:grpSpPr>
        <p:sp>
          <p:nvSpPr>
            <p:cNvPr id="17" name="Google Shape;17;p3"/>
            <p:cNvSpPr/>
            <p:nvPr/>
          </p:nvSpPr>
          <p:spPr>
            <a:xfrm>
              <a:off x="2052402" y="0"/>
              <a:ext cx="6065388" cy="5143500"/>
            </a:xfrm>
            <a:custGeom>
              <a:avLst/>
              <a:gdLst/>
              <a:ahLst/>
              <a:cxnLst/>
              <a:rect l="l" t="t" r="r" b="b"/>
              <a:pathLst>
                <a:path w="8087184" h="6858000" extrusionOk="0">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005CC2">
                <a:alpha val="83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3"/>
            <p:cNvSpPr/>
            <p:nvPr/>
          </p:nvSpPr>
          <p:spPr>
            <a:xfrm>
              <a:off x="2052402" y="0"/>
              <a:ext cx="6065388" cy="5143642"/>
            </a:xfrm>
            <a:custGeom>
              <a:avLst/>
              <a:gdLst/>
              <a:ahLst/>
              <a:cxnLst/>
              <a:rect l="l" t="t" r="r" b="b"/>
              <a:pathLst>
                <a:path w="8087184" h="6858190" extrusionOk="0">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5CC2">
                <a:alpha val="83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3"/>
            <p:cNvSpPr/>
            <p:nvPr/>
          </p:nvSpPr>
          <p:spPr>
            <a:xfrm>
              <a:off x="2377837" y="210583"/>
              <a:ext cx="5576288" cy="4831090"/>
            </a:xfrm>
            <a:custGeom>
              <a:avLst/>
              <a:gdLst/>
              <a:ahLst/>
              <a:cxnLst/>
              <a:rect l="l" t="t" r="r" b="b"/>
              <a:pathLst>
                <a:path w="7435051" h="6441453" extrusionOk="0">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5CC2">
                <a:alpha val="83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 name="Google Shape;20;p3"/>
          <p:cNvSpPr txBox="1">
            <a:spLocks noGrp="1"/>
          </p:cNvSpPr>
          <p:nvPr>
            <p:ph type="ctrTitle"/>
          </p:nvPr>
        </p:nvSpPr>
        <p:spPr>
          <a:xfrm>
            <a:off x="685800" y="1668151"/>
            <a:ext cx="7772400" cy="1311600"/>
          </a:xfrm>
          <a:prstGeom prst="rect">
            <a:avLst/>
          </a:prstGeom>
        </p:spPr>
        <p:txBody>
          <a:bodyPr spcFirstLastPara="1" wrap="square" lIns="0" tIns="0" rIns="0" bIns="0" anchor="b" anchorCtr="0">
            <a:noAutofit/>
          </a:bodyPr>
          <a:lstStyle>
            <a:lvl1pPr lvl="0" rtl="0">
              <a:spcBef>
                <a:spcPts val="0"/>
              </a:spcBef>
              <a:spcAft>
                <a:spcPts val="0"/>
              </a:spcAft>
              <a:buClr>
                <a:schemeClr val="accent2"/>
              </a:buClr>
              <a:buSzPts val="4800"/>
              <a:buNone/>
              <a:defRPr sz="4800">
                <a:solidFill>
                  <a:schemeClr val="accent2"/>
                </a:solidFill>
              </a:defRPr>
            </a:lvl1pPr>
            <a:lvl2pPr lvl="1" rtl="0">
              <a:spcBef>
                <a:spcPts val="0"/>
              </a:spcBef>
              <a:spcAft>
                <a:spcPts val="0"/>
              </a:spcAft>
              <a:buClr>
                <a:schemeClr val="accent2"/>
              </a:buClr>
              <a:buSzPts val="4800"/>
              <a:buNone/>
              <a:defRPr sz="4800">
                <a:solidFill>
                  <a:schemeClr val="accent2"/>
                </a:solidFill>
              </a:defRPr>
            </a:lvl2pPr>
            <a:lvl3pPr lvl="2" rtl="0">
              <a:spcBef>
                <a:spcPts val="0"/>
              </a:spcBef>
              <a:spcAft>
                <a:spcPts val="0"/>
              </a:spcAft>
              <a:buClr>
                <a:schemeClr val="accent2"/>
              </a:buClr>
              <a:buSzPts val="4800"/>
              <a:buNone/>
              <a:defRPr sz="4800">
                <a:solidFill>
                  <a:schemeClr val="accent2"/>
                </a:solidFill>
              </a:defRPr>
            </a:lvl3pPr>
            <a:lvl4pPr lvl="3" rtl="0">
              <a:spcBef>
                <a:spcPts val="0"/>
              </a:spcBef>
              <a:spcAft>
                <a:spcPts val="0"/>
              </a:spcAft>
              <a:buClr>
                <a:schemeClr val="accent2"/>
              </a:buClr>
              <a:buSzPts val="4800"/>
              <a:buNone/>
              <a:defRPr sz="4800">
                <a:solidFill>
                  <a:schemeClr val="accent2"/>
                </a:solidFill>
              </a:defRPr>
            </a:lvl4pPr>
            <a:lvl5pPr lvl="4" rtl="0">
              <a:spcBef>
                <a:spcPts val="0"/>
              </a:spcBef>
              <a:spcAft>
                <a:spcPts val="0"/>
              </a:spcAft>
              <a:buClr>
                <a:schemeClr val="accent2"/>
              </a:buClr>
              <a:buSzPts val="4800"/>
              <a:buNone/>
              <a:defRPr sz="4800">
                <a:solidFill>
                  <a:schemeClr val="accent2"/>
                </a:solidFill>
              </a:defRPr>
            </a:lvl5pPr>
            <a:lvl6pPr lvl="5" rtl="0">
              <a:spcBef>
                <a:spcPts val="0"/>
              </a:spcBef>
              <a:spcAft>
                <a:spcPts val="0"/>
              </a:spcAft>
              <a:buClr>
                <a:schemeClr val="accent2"/>
              </a:buClr>
              <a:buSzPts val="4800"/>
              <a:buNone/>
              <a:defRPr sz="4800">
                <a:solidFill>
                  <a:schemeClr val="accent2"/>
                </a:solidFill>
              </a:defRPr>
            </a:lvl6pPr>
            <a:lvl7pPr lvl="6" rtl="0">
              <a:spcBef>
                <a:spcPts val="0"/>
              </a:spcBef>
              <a:spcAft>
                <a:spcPts val="0"/>
              </a:spcAft>
              <a:buClr>
                <a:schemeClr val="accent2"/>
              </a:buClr>
              <a:buSzPts val="4800"/>
              <a:buNone/>
              <a:defRPr sz="4800">
                <a:solidFill>
                  <a:schemeClr val="accent2"/>
                </a:solidFill>
              </a:defRPr>
            </a:lvl7pPr>
            <a:lvl8pPr lvl="7" rtl="0">
              <a:spcBef>
                <a:spcPts val="0"/>
              </a:spcBef>
              <a:spcAft>
                <a:spcPts val="0"/>
              </a:spcAft>
              <a:buClr>
                <a:schemeClr val="accent2"/>
              </a:buClr>
              <a:buSzPts val="4800"/>
              <a:buNone/>
              <a:defRPr sz="4800">
                <a:solidFill>
                  <a:schemeClr val="accent2"/>
                </a:solidFill>
              </a:defRPr>
            </a:lvl8pPr>
            <a:lvl9pPr lvl="8" rtl="0">
              <a:spcBef>
                <a:spcPts val="0"/>
              </a:spcBef>
              <a:spcAft>
                <a:spcPts val="0"/>
              </a:spcAft>
              <a:buClr>
                <a:schemeClr val="accent2"/>
              </a:buClr>
              <a:buSzPts val="4800"/>
              <a:buNone/>
              <a:defRPr sz="4800">
                <a:solidFill>
                  <a:schemeClr val="accent2"/>
                </a:solidFill>
              </a:defRPr>
            </a:lvl9pPr>
          </a:lstStyle>
          <a:p>
            <a:endParaRPr/>
          </a:p>
        </p:txBody>
      </p:sp>
      <p:sp>
        <p:nvSpPr>
          <p:cNvPr id="21" name="Google Shape;21;p3"/>
          <p:cNvSpPr txBox="1">
            <a:spLocks noGrp="1"/>
          </p:cNvSpPr>
          <p:nvPr>
            <p:ph type="subTitle" idx="1"/>
          </p:nvPr>
        </p:nvSpPr>
        <p:spPr>
          <a:xfrm>
            <a:off x="685800" y="3076652"/>
            <a:ext cx="7772400" cy="3987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2400"/>
              <a:buNone/>
              <a:defRPr/>
            </a:lvl1pPr>
            <a:lvl2pPr lvl="1" rtl="0">
              <a:spcBef>
                <a:spcPts val="600"/>
              </a:spcBef>
              <a:spcAft>
                <a:spcPts val="0"/>
              </a:spcAft>
              <a:buClr>
                <a:schemeClr val="dk1"/>
              </a:buClr>
              <a:buSzPts val="3000"/>
              <a:buNone/>
              <a:defRPr sz="3000"/>
            </a:lvl2pPr>
            <a:lvl3pPr lvl="2" rtl="0">
              <a:spcBef>
                <a:spcPts val="600"/>
              </a:spcBef>
              <a:spcAft>
                <a:spcPts val="0"/>
              </a:spcAft>
              <a:buSzPts val="3000"/>
              <a:buNone/>
              <a:defRPr sz="3000"/>
            </a:lvl3pPr>
            <a:lvl4pPr lvl="3" rtl="0">
              <a:spcBef>
                <a:spcPts val="600"/>
              </a:spcBef>
              <a:spcAft>
                <a:spcPts val="0"/>
              </a:spcAft>
              <a:buSzPts val="3000"/>
              <a:buNone/>
              <a:defRPr sz="3000"/>
            </a:lvl4pPr>
            <a:lvl5pPr lvl="4" rtl="0">
              <a:spcBef>
                <a:spcPts val="600"/>
              </a:spcBef>
              <a:spcAft>
                <a:spcPts val="0"/>
              </a:spcAft>
              <a:buSzPts val="3000"/>
              <a:buNone/>
              <a:defRPr sz="3000"/>
            </a:lvl5pPr>
            <a:lvl6pPr lvl="5" rtl="0">
              <a:spcBef>
                <a:spcPts val="600"/>
              </a:spcBef>
              <a:spcAft>
                <a:spcPts val="0"/>
              </a:spcAft>
              <a:buSzPts val="3000"/>
              <a:buNone/>
              <a:defRPr sz="3000"/>
            </a:lvl6pPr>
            <a:lvl7pPr lvl="6" rtl="0">
              <a:spcBef>
                <a:spcPts val="600"/>
              </a:spcBef>
              <a:spcAft>
                <a:spcPts val="0"/>
              </a:spcAft>
              <a:buSzPts val="3000"/>
              <a:buNone/>
              <a:defRPr sz="3000"/>
            </a:lvl7pPr>
            <a:lvl8pPr lvl="7" rtl="0">
              <a:spcBef>
                <a:spcPts val="600"/>
              </a:spcBef>
              <a:spcAft>
                <a:spcPts val="0"/>
              </a:spcAft>
              <a:buSzPts val="3000"/>
              <a:buNone/>
              <a:defRPr sz="3000"/>
            </a:lvl8pPr>
            <a:lvl9pPr lvl="8" rtl="0">
              <a:spcBef>
                <a:spcPts val="600"/>
              </a:spcBef>
              <a:spcAft>
                <a:spcPts val="600"/>
              </a:spcAft>
              <a:buSzPts val="3000"/>
              <a:buNone/>
              <a:defRPr sz="3000"/>
            </a:lvl9pPr>
          </a:lstStyle>
          <a:p>
            <a:endParaRPr/>
          </a:p>
        </p:txBody>
      </p:sp>
    </p:spTree>
    <p:extLst>
      <p:ext uri="{BB962C8B-B14F-4D97-AF65-F5344CB8AC3E}">
        <p14:creationId xmlns:p14="http://schemas.microsoft.com/office/powerpoint/2010/main" val="1844853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Quote">
    <p:bg>
      <p:bgPr>
        <a:gradFill>
          <a:gsLst>
            <a:gs pos="0">
              <a:schemeClr val="dk1"/>
            </a:gs>
            <a:gs pos="100000">
              <a:schemeClr val="accent2"/>
            </a:gs>
          </a:gsLst>
          <a:path path="circle">
            <a:fillToRect l="100000" t="100000"/>
          </a:path>
          <a:tileRect r="-100000" b="-100000"/>
        </a:gra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3078602" y="0"/>
            <a:ext cx="6065389" cy="5143642"/>
            <a:chOff x="2052402" y="0"/>
            <a:chExt cx="6065389" cy="5143642"/>
          </a:xfrm>
        </p:grpSpPr>
        <p:sp>
          <p:nvSpPr>
            <p:cNvPr id="24" name="Google Shape;24;p4"/>
            <p:cNvSpPr/>
            <p:nvPr/>
          </p:nvSpPr>
          <p:spPr>
            <a:xfrm>
              <a:off x="2052402" y="0"/>
              <a:ext cx="6065388" cy="5143500"/>
            </a:xfrm>
            <a:custGeom>
              <a:avLst/>
              <a:gdLst/>
              <a:ahLst/>
              <a:cxnLst/>
              <a:rect l="l" t="t" r="r" b="b"/>
              <a:pathLst>
                <a:path w="8087184" h="6858000" extrusionOk="0">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005CC2">
                <a:alpha val="83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4"/>
            <p:cNvSpPr/>
            <p:nvPr/>
          </p:nvSpPr>
          <p:spPr>
            <a:xfrm>
              <a:off x="2052402" y="0"/>
              <a:ext cx="6065388" cy="5143642"/>
            </a:xfrm>
            <a:custGeom>
              <a:avLst/>
              <a:gdLst/>
              <a:ahLst/>
              <a:cxnLst/>
              <a:rect l="l" t="t" r="r" b="b"/>
              <a:pathLst>
                <a:path w="8087184" h="6858190" extrusionOk="0">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5CC2">
                <a:alpha val="83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4"/>
            <p:cNvSpPr/>
            <p:nvPr/>
          </p:nvSpPr>
          <p:spPr>
            <a:xfrm>
              <a:off x="2377837" y="210583"/>
              <a:ext cx="5576288" cy="4831090"/>
            </a:xfrm>
            <a:custGeom>
              <a:avLst/>
              <a:gdLst/>
              <a:ahLst/>
              <a:cxnLst/>
              <a:rect l="l" t="t" r="r" b="b"/>
              <a:pathLst>
                <a:path w="7435051" h="6441453" extrusionOk="0">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5CC2">
                <a:alpha val="83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7" name="Google Shape;27;p4"/>
          <p:cNvSpPr txBox="1">
            <a:spLocks noGrp="1"/>
          </p:cNvSpPr>
          <p:nvPr>
            <p:ph type="body" idx="1"/>
          </p:nvPr>
        </p:nvSpPr>
        <p:spPr>
          <a:xfrm>
            <a:off x="810450" y="1593500"/>
            <a:ext cx="5783700" cy="2736900"/>
          </a:xfrm>
          <a:prstGeom prst="rect">
            <a:avLst/>
          </a:prstGeom>
        </p:spPr>
        <p:txBody>
          <a:bodyPr spcFirstLastPara="1" wrap="square" lIns="0" tIns="0" rIns="0" bIns="0" anchor="t" anchorCtr="0">
            <a:noAutofit/>
          </a:bodyPr>
          <a:lstStyle>
            <a:lvl1pPr marL="457200" lvl="0" indent="-431800" rtl="0">
              <a:spcBef>
                <a:spcPts val="0"/>
              </a:spcBef>
              <a:spcAft>
                <a:spcPts val="0"/>
              </a:spcAft>
              <a:buClr>
                <a:schemeClr val="lt1"/>
              </a:buClr>
              <a:buSzPts val="3200"/>
              <a:buChar char="●"/>
              <a:defRPr sz="3200">
                <a:solidFill>
                  <a:schemeClr val="lt1"/>
                </a:solidFill>
              </a:defRPr>
            </a:lvl1pPr>
            <a:lvl2pPr marL="914400" lvl="1" indent="-431800" rtl="0">
              <a:spcBef>
                <a:spcPts val="600"/>
              </a:spcBef>
              <a:spcAft>
                <a:spcPts val="0"/>
              </a:spcAft>
              <a:buClr>
                <a:schemeClr val="lt1"/>
              </a:buClr>
              <a:buSzPts val="3200"/>
              <a:buChar char="○"/>
              <a:defRPr sz="3200">
                <a:solidFill>
                  <a:schemeClr val="lt1"/>
                </a:solidFill>
              </a:defRPr>
            </a:lvl2pPr>
            <a:lvl3pPr marL="1371600" lvl="2" indent="-431800" rtl="0">
              <a:spcBef>
                <a:spcPts val="600"/>
              </a:spcBef>
              <a:spcAft>
                <a:spcPts val="0"/>
              </a:spcAft>
              <a:buClr>
                <a:schemeClr val="lt1"/>
              </a:buClr>
              <a:buSzPts val="3200"/>
              <a:buChar char="■"/>
              <a:defRPr sz="3200">
                <a:solidFill>
                  <a:schemeClr val="lt1"/>
                </a:solidFill>
              </a:defRPr>
            </a:lvl3pPr>
            <a:lvl4pPr marL="1828800" lvl="3" indent="-431800" rtl="0">
              <a:spcBef>
                <a:spcPts val="600"/>
              </a:spcBef>
              <a:spcAft>
                <a:spcPts val="0"/>
              </a:spcAft>
              <a:buClr>
                <a:schemeClr val="lt1"/>
              </a:buClr>
              <a:buSzPts val="3200"/>
              <a:buChar char="●"/>
              <a:defRPr sz="3200">
                <a:solidFill>
                  <a:schemeClr val="lt1"/>
                </a:solidFill>
              </a:defRPr>
            </a:lvl4pPr>
            <a:lvl5pPr marL="2286000" lvl="4" indent="-431800" rtl="0">
              <a:spcBef>
                <a:spcPts val="600"/>
              </a:spcBef>
              <a:spcAft>
                <a:spcPts val="0"/>
              </a:spcAft>
              <a:buClr>
                <a:schemeClr val="lt1"/>
              </a:buClr>
              <a:buSzPts val="3200"/>
              <a:buChar char="○"/>
              <a:defRPr sz="3200">
                <a:solidFill>
                  <a:schemeClr val="lt1"/>
                </a:solidFill>
              </a:defRPr>
            </a:lvl5pPr>
            <a:lvl6pPr marL="2743200" lvl="5" indent="-431800" rtl="0">
              <a:spcBef>
                <a:spcPts val="600"/>
              </a:spcBef>
              <a:spcAft>
                <a:spcPts val="0"/>
              </a:spcAft>
              <a:buClr>
                <a:schemeClr val="lt1"/>
              </a:buClr>
              <a:buSzPts val="3200"/>
              <a:buChar char="■"/>
              <a:defRPr sz="3200">
                <a:solidFill>
                  <a:schemeClr val="lt1"/>
                </a:solidFill>
              </a:defRPr>
            </a:lvl6pPr>
            <a:lvl7pPr marL="3200400" lvl="6" indent="-431800" rtl="0">
              <a:spcBef>
                <a:spcPts val="600"/>
              </a:spcBef>
              <a:spcAft>
                <a:spcPts val="0"/>
              </a:spcAft>
              <a:buClr>
                <a:schemeClr val="lt1"/>
              </a:buClr>
              <a:buSzPts val="3200"/>
              <a:buChar char="●"/>
              <a:defRPr sz="3200">
                <a:solidFill>
                  <a:schemeClr val="lt1"/>
                </a:solidFill>
              </a:defRPr>
            </a:lvl7pPr>
            <a:lvl8pPr marL="3657600" lvl="7" indent="-431800" rtl="0">
              <a:spcBef>
                <a:spcPts val="600"/>
              </a:spcBef>
              <a:spcAft>
                <a:spcPts val="0"/>
              </a:spcAft>
              <a:buClr>
                <a:schemeClr val="lt1"/>
              </a:buClr>
              <a:buSzPts val="3200"/>
              <a:buChar char="○"/>
              <a:defRPr sz="3200">
                <a:solidFill>
                  <a:schemeClr val="lt1"/>
                </a:solidFill>
              </a:defRPr>
            </a:lvl8pPr>
            <a:lvl9pPr marL="4114800" lvl="8" indent="-431800" rtl="0">
              <a:spcBef>
                <a:spcPts val="600"/>
              </a:spcBef>
              <a:spcAft>
                <a:spcPts val="600"/>
              </a:spcAft>
              <a:buClr>
                <a:schemeClr val="lt1"/>
              </a:buClr>
              <a:buSzPts val="3200"/>
              <a:buChar char="■"/>
              <a:defRPr sz="3200">
                <a:solidFill>
                  <a:schemeClr val="lt1"/>
                </a:solidFill>
              </a:defRPr>
            </a:lvl9pPr>
          </a:lstStyle>
          <a:p>
            <a:endParaRPr/>
          </a:p>
        </p:txBody>
      </p:sp>
      <p:sp>
        <p:nvSpPr>
          <p:cNvPr id="28" name="Google Shape;28;p4"/>
          <p:cNvSpPr txBox="1"/>
          <p:nvPr/>
        </p:nvSpPr>
        <p:spPr>
          <a:xfrm>
            <a:off x="810450" y="670269"/>
            <a:ext cx="1957200" cy="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600" b="1">
                <a:solidFill>
                  <a:schemeClr val="lt1"/>
                </a:solidFill>
                <a:latin typeface="Montserrat"/>
                <a:ea typeface="Montserrat"/>
                <a:cs typeface="Montserrat"/>
                <a:sym typeface="Montserrat"/>
              </a:rPr>
              <a:t>“</a:t>
            </a:r>
            <a:endParaRPr sz="9600" b="1">
              <a:solidFill>
                <a:schemeClr val="lt1"/>
              </a:solidFill>
              <a:latin typeface="Montserrat"/>
              <a:ea typeface="Montserrat"/>
              <a:cs typeface="Montserrat"/>
              <a:sym typeface="Montserrat"/>
            </a:endParaRPr>
          </a:p>
        </p:txBody>
      </p:sp>
      <p:sp>
        <p:nvSpPr>
          <p:cNvPr id="29" name="Google Shape;29;p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589739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30"/>
        <p:cNvGrpSpPr/>
        <p:nvPr/>
      </p:nvGrpSpPr>
      <p:grpSpPr>
        <a:xfrm>
          <a:off x="0" y="0"/>
          <a:ext cx="0" cy="0"/>
          <a:chOff x="0" y="0"/>
          <a:chExt cx="0" cy="0"/>
        </a:xfrm>
      </p:grpSpPr>
      <p:grpSp>
        <p:nvGrpSpPr>
          <p:cNvPr id="31" name="Google Shape;31;p5"/>
          <p:cNvGrpSpPr/>
          <p:nvPr/>
        </p:nvGrpSpPr>
        <p:grpSpPr>
          <a:xfrm>
            <a:off x="5005048" y="0"/>
            <a:ext cx="4138960" cy="5143642"/>
            <a:chOff x="5005048" y="0"/>
            <a:chExt cx="4138960" cy="5143642"/>
          </a:xfrm>
        </p:grpSpPr>
        <p:sp>
          <p:nvSpPr>
            <p:cNvPr id="32" name="Google Shape;32;p5"/>
            <p:cNvSpPr/>
            <p:nvPr/>
          </p:nvSpPr>
          <p:spPr>
            <a:xfrm>
              <a:off x="5005049" y="0"/>
              <a:ext cx="4138960" cy="5143500"/>
            </a:xfrm>
            <a:custGeom>
              <a:avLst/>
              <a:gdLst/>
              <a:ahLst/>
              <a:cxnLst/>
              <a:rect l="l" t="t" r="r" b="b"/>
              <a:pathLst>
                <a:path w="5518613" h="6858000" extrusionOk="0">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5"/>
            <p:cNvSpPr/>
            <p:nvPr/>
          </p:nvSpPr>
          <p:spPr>
            <a:xfrm>
              <a:off x="5005048" y="0"/>
              <a:ext cx="4138960" cy="5143642"/>
            </a:xfrm>
            <a:custGeom>
              <a:avLst/>
              <a:gdLst/>
              <a:ahLst/>
              <a:cxnLst/>
              <a:rect l="l" t="t" r="r" b="b"/>
              <a:pathLst>
                <a:path w="5518613" h="6858190" extrusionOk="0">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5"/>
            <p:cNvSpPr/>
            <p:nvPr/>
          </p:nvSpPr>
          <p:spPr>
            <a:xfrm>
              <a:off x="5330737" y="210583"/>
              <a:ext cx="3668526" cy="4753341"/>
            </a:xfrm>
            <a:custGeom>
              <a:avLst/>
              <a:gdLst/>
              <a:ahLst/>
              <a:cxnLst/>
              <a:rect l="l" t="t" r="r" b="b"/>
              <a:pathLst>
                <a:path w="4891368" h="6337788" extrusionOk="0">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5" name="Google Shape;35;p5"/>
          <p:cNvSpPr txBox="1">
            <a:spLocks noGrp="1"/>
          </p:cNvSpPr>
          <p:nvPr>
            <p:ph type="title"/>
          </p:nvPr>
        </p:nvSpPr>
        <p:spPr>
          <a:xfrm>
            <a:off x="855300" y="836000"/>
            <a:ext cx="7433400" cy="396300"/>
          </a:xfrm>
          <a:prstGeom prst="rect">
            <a:avLst/>
          </a:prstGeom>
        </p:spPr>
        <p:txBody>
          <a:bodyPr spcFirstLastPara="1" wrap="square" lIns="0" tIns="0" rIns="0" bIns="0"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6" name="Google Shape;36;p5"/>
          <p:cNvSpPr txBox="1">
            <a:spLocks noGrp="1"/>
          </p:cNvSpPr>
          <p:nvPr>
            <p:ph type="body" idx="1"/>
          </p:nvPr>
        </p:nvSpPr>
        <p:spPr>
          <a:xfrm>
            <a:off x="855300" y="1430147"/>
            <a:ext cx="7433400" cy="3033900"/>
          </a:xfrm>
          <a:prstGeom prst="rect">
            <a:avLst/>
          </a:prstGeom>
        </p:spPr>
        <p:txBody>
          <a:bodyPr spcFirstLastPara="1" wrap="square" lIns="0" tIns="0" rIns="0" bIns="0" anchor="t" anchorCtr="0">
            <a:noAutofit/>
          </a:bodyPr>
          <a:lstStyle>
            <a:lvl1pPr marL="457200" lvl="0" indent="-381000" rtl="0">
              <a:spcBef>
                <a:spcPts val="0"/>
              </a:spcBef>
              <a:spcAft>
                <a:spcPts val="0"/>
              </a:spcAft>
              <a:buSzPts val="2400"/>
              <a:buChar char="●"/>
              <a:defRPr/>
            </a:lvl1pPr>
            <a:lvl2pPr marL="914400" lvl="1" indent="-381000" rtl="0">
              <a:spcBef>
                <a:spcPts val="600"/>
              </a:spcBef>
              <a:spcAft>
                <a:spcPts val="0"/>
              </a:spcAft>
              <a:buSzPts val="2400"/>
              <a:buChar char="○"/>
              <a:defRPr/>
            </a:lvl2pPr>
            <a:lvl3pPr marL="1371600" lvl="2" indent="-381000" rtl="0">
              <a:spcBef>
                <a:spcPts val="600"/>
              </a:spcBef>
              <a:spcAft>
                <a:spcPts val="0"/>
              </a:spcAft>
              <a:buSzPts val="2400"/>
              <a:buChar char="■"/>
              <a:defRPr/>
            </a:lvl3pPr>
            <a:lvl4pPr marL="1828800" lvl="3" indent="-381000" rtl="0">
              <a:spcBef>
                <a:spcPts val="600"/>
              </a:spcBef>
              <a:spcAft>
                <a:spcPts val="0"/>
              </a:spcAft>
              <a:buSzPts val="2400"/>
              <a:buChar char="●"/>
              <a:defRPr/>
            </a:lvl4pPr>
            <a:lvl5pPr marL="2286000" lvl="4" indent="-381000" rtl="0">
              <a:spcBef>
                <a:spcPts val="600"/>
              </a:spcBef>
              <a:spcAft>
                <a:spcPts val="0"/>
              </a:spcAft>
              <a:buSzPts val="2400"/>
              <a:buChar char="○"/>
              <a:defRPr/>
            </a:lvl5pPr>
            <a:lvl6pPr marL="2743200" lvl="5" indent="-381000" rtl="0">
              <a:spcBef>
                <a:spcPts val="600"/>
              </a:spcBef>
              <a:spcAft>
                <a:spcPts val="0"/>
              </a:spcAft>
              <a:buSzPts val="2400"/>
              <a:buChar char="■"/>
              <a:defRPr/>
            </a:lvl6pPr>
            <a:lvl7pPr marL="3200400" lvl="6" indent="-381000" rtl="0">
              <a:spcBef>
                <a:spcPts val="600"/>
              </a:spcBef>
              <a:spcAft>
                <a:spcPts val="0"/>
              </a:spcAft>
              <a:buSzPts val="2400"/>
              <a:buChar char="●"/>
              <a:defRPr/>
            </a:lvl7pPr>
            <a:lvl8pPr marL="3657600" lvl="7" indent="-381000" rtl="0">
              <a:spcBef>
                <a:spcPts val="600"/>
              </a:spcBef>
              <a:spcAft>
                <a:spcPts val="0"/>
              </a:spcAft>
              <a:buSzPts val="2400"/>
              <a:buChar char="○"/>
              <a:defRPr/>
            </a:lvl8pPr>
            <a:lvl9pPr marL="4114800" lvl="8" indent="-381000" rtl="0">
              <a:spcBef>
                <a:spcPts val="600"/>
              </a:spcBef>
              <a:spcAft>
                <a:spcPts val="600"/>
              </a:spcAft>
              <a:buSzPts val="2400"/>
              <a:buChar char="■"/>
              <a:defRPr/>
            </a:lvl9pPr>
          </a:lstStyle>
          <a:p>
            <a:endParaRPr/>
          </a:p>
        </p:txBody>
      </p:sp>
      <p:sp>
        <p:nvSpPr>
          <p:cNvPr id="37" name="Google Shape;37;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554653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8"/>
        <p:cNvGrpSpPr/>
        <p:nvPr/>
      </p:nvGrpSpPr>
      <p:grpSpPr>
        <a:xfrm>
          <a:off x="0" y="0"/>
          <a:ext cx="0" cy="0"/>
          <a:chOff x="0" y="0"/>
          <a:chExt cx="0" cy="0"/>
        </a:xfrm>
      </p:grpSpPr>
      <p:grpSp>
        <p:nvGrpSpPr>
          <p:cNvPr id="39" name="Google Shape;39;p6"/>
          <p:cNvGrpSpPr/>
          <p:nvPr/>
        </p:nvGrpSpPr>
        <p:grpSpPr>
          <a:xfrm>
            <a:off x="5005048" y="0"/>
            <a:ext cx="4138960" cy="5143642"/>
            <a:chOff x="5005048" y="0"/>
            <a:chExt cx="4138960" cy="5143642"/>
          </a:xfrm>
        </p:grpSpPr>
        <p:sp>
          <p:nvSpPr>
            <p:cNvPr id="40" name="Google Shape;40;p6"/>
            <p:cNvSpPr/>
            <p:nvPr/>
          </p:nvSpPr>
          <p:spPr>
            <a:xfrm>
              <a:off x="5005049" y="0"/>
              <a:ext cx="4138960" cy="5143500"/>
            </a:xfrm>
            <a:custGeom>
              <a:avLst/>
              <a:gdLst/>
              <a:ahLst/>
              <a:cxnLst/>
              <a:rect l="l" t="t" r="r" b="b"/>
              <a:pathLst>
                <a:path w="5518613" h="6858000" extrusionOk="0">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6"/>
            <p:cNvSpPr/>
            <p:nvPr/>
          </p:nvSpPr>
          <p:spPr>
            <a:xfrm>
              <a:off x="5005048" y="0"/>
              <a:ext cx="4138960" cy="5143642"/>
            </a:xfrm>
            <a:custGeom>
              <a:avLst/>
              <a:gdLst/>
              <a:ahLst/>
              <a:cxnLst/>
              <a:rect l="l" t="t" r="r" b="b"/>
              <a:pathLst>
                <a:path w="5518613" h="6858190" extrusionOk="0">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6"/>
            <p:cNvSpPr/>
            <p:nvPr/>
          </p:nvSpPr>
          <p:spPr>
            <a:xfrm>
              <a:off x="5330737" y="210583"/>
              <a:ext cx="3668526" cy="4753341"/>
            </a:xfrm>
            <a:custGeom>
              <a:avLst/>
              <a:gdLst/>
              <a:ahLst/>
              <a:cxnLst/>
              <a:rect l="l" t="t" r="r" b="b"/>
              <a:pathLst>
                <a:path w="4891368" h="6337788" extrusionOk="0">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3" name="Google Shape;43;p6"/>
          <p:cNvSpPr txBox="1">
            <a:spLocks noGrp="1"/>
          </p:cNvSpPr>
          <p:nvPr>
            <p:ph type="title"/>
          </p:nvPr>
        </p:nvSpPr>
        <p:spPr>
          <a:xfrm>
            <a:off x="855300" y="836000"/>
            <a:ext cx="7433400" cy="396300"/>
          </a:xfrm>
          <a:prstGeom prst="rect">
            <a:avLst/>
          </a:prstGeom>
        </p:spPr>
        <p:txBody>
          <a:bodyPr spcFirstLastPara="1" wrap="square" lIns="0" tIns="0" rIns="0" bIns="0"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4" name="Google Shape;44;p6"/>
          <p:cNvSpPr txBox="1">
            <a:spLocks noGrp="1"/>
          </p:cNvSpPr>
          <p:nvPr>
            <p:ph type="body" idx="1"/>
          </p:nvPr>
        </p:nvSpPr>
        <p:spPr>
          <a:xfrm>
            <a:off x="855300" y="1430150"/>
            <a:ext cx="3473100" cy="3319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45" name="Google Shape;45;p6"/>
          <p:cNvSpPr txBox="1">
            <a:spLocks noGrp="1"/>
          </p:cNvSpPr>
          <p:nvPr>
            <p:ph type="body" idx="2"/>
          </p:nvPr>
        </p:nvSpPr>
        <p:spPr>
          <a:xfrm>
            <a:off x="4815605" y="1430150"/>
            <a:ext cx="3473100" cy="3319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46" name="Google Shape;46;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74828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7"/>
        <p:cNvGrpSpPr/>
        <p:nvPr/>
      </p:nvGrpSpPr>
      <p:grpSpPr>
        <a:xfrm>
          <a:off x="0" y="0"/>
          <a:ext cx="0" cy="0"/>
          <a:chOff x="0" y="0"/>
          <a:chExt cx="0" cy="0"/>
        </a:xfrm>
      </p:grpSpPr>
      <p:grpSp>
        <p:nvGrpSpPr>
          <p:cNvPr id="48" name="Google Shape;48;p7"/>
          <p:cNvGrpSpPr/>
          <p:nvPr/>
        </p:nvGrpSpPr>
        <p:grpSpPr>
          <a:xfrm>
            <a:off x="5005048" y="0"/>
            <a:ext cx="4138960" cy="5143642"/>
            <a:chOff x="5005048" y="0"/>
            <a:chExt cx="4138960" cy="5143642"/>
          </a:xfrm>
        </p:grpSpPr>
        <p:sp>
          <p:nvSpPr>
            <p:cNvPr id="49" name="Google Shape;49;p7"/>
            <p:cNvSpPr/>
            <p:nvPr/>
          </p:nvSpPr>
          <p:spPr>
            <a:xfrm>
              <a:off x="5005049" y="0"/>
              <a:ext cx="4138960" cy="5143500"/>
            </a:xfrm>
            <a:custGeom>
              <a:avLst/>
              <a:gdLst/>
              <a:ahLst/>
              <a:cxnLst/>
              <a:rect l="l" t="t" r="r" b="b"/>
              <a:pathLst>
                <a:path w="5518613" h="6858000" extrusionOk="0">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7"/>
            <p:cNvSpPr/>
            <p:nvPr/>
          </p:nvSpPr>
          <p:spPr>
            <a:xfrm>
              <a:off x="5005048" y="0"/>
              <a:ext cx="4138960" cy="5143642"/>
            </a:xfrm>
            <a:custGeom>
              <a:avLst/>
              <a:gdLst/>
              <a:ahLst/>
              <a:cxnLst/>
              <a:rect l="l" t="t" r="r" b="b"/>
              <a:pathLst>
                <a:path w="5518613" h="6858190" extrusionOk="0">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51;p7"/>
            <p:cNvSpPr/>
            <p:nvPr/>
          </p:nvSpPr>
          <p:spPr>
            <a:xfrm>
              <a:off x="5330737" y="210583"/>
              <a:ext cx="3668526" cy="4753341"/>
            </a:xfrm>
            <a:custGeom>
              <a:avLst/>
              <a:gdLst/>
              <a:ahLst/>
              <a:cxnLst/>
              <a:rect l="l" t="t" r="r" b="b"/>
              <a:pathLst>
                <a:path w="4891368" h="6337788" extrusionOk="0">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2" name="Google Shape;52;p7"/>
          <p:cNvSpPr txBox="1">
            <a:spLocks noGrp="1"/>
          </p:cNvSpPr>
          <p:nvPr>
            <p:ph type="title"/>
          </p:nvPr>
        </p:nvSpPr>
        <p:spPr>
          <a:xfrm>
            <a:off x="855300" y="836000"/>
            <a:ext cx="7433400" cy="396300"/>
          </a:xfrm>
          <a:prstGeom prst="rect">
            <a:avLst/>
          </a:prstGeom>
        </p:spPr>
        <p:txBody>
          <a:bodyPr spcFirstLastPara="1" wrap="square" lIns="0" tIns="0" rIns="0" bIns="0"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7"/>
          <p:cNvSpPr txBox="1">
            <a:spLocks noGrp="1"/>
          </p:cNvSpPr>
          <p:nvPr>
            <p:ph type="body" idx="1"/>
          </p:nvPr>
        </p:nvSpPr>
        <p:spPr>
          <a:xfrm>
            <a:off x="855300" y="1430150"/>
            <a:ext cx="2315700" cy="33198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54" name="Google Shape;54;p7"/>
          <p:cNvSpPr txBox="1">
            <a:spLocks noGrp="1"/>
          </p:cNvSpPr>
          <p:nvPr>
            <p:ph type="body" idx="2"/>
          </p:nvPr>
        </p:nvSpPr>
        <p:spPr>
          <a:xfrm>
            <a:off x="3414211" y="1430150"/>
            <a:ext cx="2315700" cy="33198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55" name="Google Shape;55;p7"/>
          <p:cNvSpPr txBox="1">
            <a:spLocks noGrp="1"/>
          </p:cNvSpPr>
          <p:nvPr>
            <p:ph type="body" idx="3"/>
          </p:nvPr>
        </p:nvSpPr>
        <p:spPr>
          <a:xfrm>
            <a:off x="5973122" y="1430150"/>
            <a:ext cx="2315700" cy="33198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56" name="Google Shape;56;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277696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7"/>
        <p:cNvGrpSpPr/>
        <p:nvPr/>
      </p:nvGrpSpPr>
      <p:grpSpPr>
        <a:xfrm>
          <a:off x="0" y="0"/>
          <a:ext cx="0" cy="0"/>
          <a:chOff x="0" y="0"/>
          <a:chExt cx="0" cy="0"/>
        </a:xfrm>
      </p:grpSpPr>
      <p:grpSp>
        <p:nvGrpSpPr>
          <p:cNvPr id="58" name="Google Shape;58;p8"/>
          <p:cNvGrpSpPr/>
          <p:nvPr/>
        </p:nvGrpSpPr>
        <p:grpSpPr>
          <a:xfrm>
            <a:off x="5005048" y="0"/>
            <a:ext cx="4138960" cy="5143642"/>
            <a:chOff x="5005048" y="0"/>
            <a:chExt cx="4138960" cy="5143642"/>
          </a:xfrm>
        </p:grpSpPr>
        <p:sp>
          <p:nvSpPr>
            <p:cNvPr id="59" name="Google Shape;59;p8"/>
            <p:cNvSpPr/>
            <p:nvPr/>
          </p:nvSpPr>
          <p:spPr>
            <a:xfrm>
              <a:off x="5005049" y="0"/>
              <a:ext cx="4138960" cy="5143500"/>
            </a:xfrm>
            <a:custGeom>
              <a:avLst/>
              <a:gdLst/>
              <a:ahLst/>
              <a:cxnLst/>
              <a:rect l="l" t="t" r="r" b="b"/>
              <a:pathLst>
                <a:path w="5518613" h="6858000" extrusionOk="0">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8"/>
            <p:cNvSpPr/>
            <p:nvPr/>
          </p:nvSpPr>
          <p:spPr>
            <a:xfrm>
              <a:off x="5005048" y="0"/>
              <a:ext cx="4138960" cy="5143642"/>
            </a:xfrm>
            <a:custGeom>
              <a:avLst/>
              <a:gdLst/>
              <a:ahLst/>
              <a:cxnLst/>
              <a:rect l="l" t="t" r="r" b="b"/>
              <a:pathLst>
                <a:path w="5518613" h="6858190" extrusionOk="0">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8"/>
            <p:cNvSpPr/>
            <p:nvPr/>
          </p:nvSpPr>
          <p:spPr>
            <a:xfrm>
              <a:off x="5330737" y="210583"/>
              <a:ext cx="3668526" cy="4753341"/>
            </a:xfrm>
            <a:custGeom>
              <a:avLst/>
              <a:gdLst/>
              <a:ahLst/>
              <a:cxnLst/>
              <a:rect l="l" t="t" r="r" b="b"/>
              <a:pathLst>
                <a:path w="4891368" h="6337788" extrusionOk="0">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2" name="Google Shape;62;p8"/>
          <p:cNvSpPr txBox="1">
            <a:spLocks noGrp="1"/>
          </p:cNvSpPr>
          <p:nvPr>
            <p:ph type="title"/>
          </p:nvPr>
        </p:nvSpPr>
        <p:spPr>
          <a:xfrm>
            <a:off x="855300" y="836000"/>
            <a:ext cx="7433400" cy="396300"/>
          </a:xfrm>
          <a:prstGeom prst="rect">
            <a:avLst/>
          </a:prstGeom>
        </p:spPr>
        <p:txBody>
          <a:bodyPr spcFirstLastPara="1" wrap="square" lIns="0" tIns="0" rIns="0" bIns="0"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3" name="Google Shape;63;p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32212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4"/>
        <p:cNvGrpSpPr/>
        <p:nvPr/>
      </p:nvGrpSpPr>
      <p:grpSpPr>
        <a:xfrm>
          <a:off x="0" y="0"/>
          <a:ext cx="0" cy="0"/>
          <a:chOff x="0" y="0"/>
          <a:chExt cx="0" cy="0"/>
        </a:xfrm>
      </p:grpSpPr>
      <p:grpSp>
        <p:nvGrpSpPr>
          <p:cNvPr id="65" name="Google Shape;65;p9"/>
          <p:cNvGrpSpPr/>
          <p:nvPr/>
        </p:nvGrpSpPr>
        <p:grpSpPr>
          <a:xfrm>
            <a:off x="5005048" y="0"/>
            <a:ext cx="4138960" cy="5143642"/>
            <a:chOff x="5005048" y="0"/>
            <a:chExt cx="4138960" cy="5143642"/>
          </a:xfrm>
        </p:grpSpPr>
        <p:sp>
          <p:nvSpPr>
            <p:cNvPr id="66" name="Google Shape;66;p9"/>
            <p:cNvSpPr/>
            <p:nvPr/>
          </p:nvSpPr>
          <p:spPr>
            <a:xfrm>
              <a:off x="5005049" y="0"/>
              <a:ext cx="4138960" cy="5143500"/>
            </a:xfrm>
            <a:custGeom>
              <a:avLst/>
              <a:gdLst/>
              <a:ahLst/>
              <a:cxnLst/>
              <a:rect l="l" t="t" r="r" b="b"/>
              <a:pathLst>
                <a:path w="5518613" h="6858000" extrusionOk="0">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9"/>
            <p:cNvSpPr/>
            <p:nvPr/>
          </p:nvSpPr>
          <p:spPr>
            <a:xfrm>
              <a:off x="5005048" y="0"/>
              <a:ext cx="4138960" cy="5143642"/>
            </a:xfrm>
            <a:custGeom>
              <a:avLst/>
              <a:gdLst/>
              <a:ahLst/>
              <a:cxnLst/>
              <a:rect l="l" t="t" r="r" b="b"/>
              <a:pathLst>
                <a:path w="5518613" h="6858190" extrusionOk="0">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9"/>
            <p:cNvSpPr/>
            <p:nvPr/>
          </p:nvSpPr>
          <p:spPr>
            <a:xfrm>
              <a:off x="5330737" y="210583"/>
              <a:ext cx="3668526" cy="4753341"/>
            </a:xfrm>
            <a:custGeom>
              <a:avLst/>
              <a:gdLst/>
              <a:ahLst/>
              <a:cxnLst/>
              <a:rect l="l" t="t" r="r" b="b"/>
              <a:pathLst>
                <a:path w="4891368" h="6337788" extrusionOk="0">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9" name="Google Shape;69;p9"/>
          <p:cNvSpPr txBox="1">
            <a:spLocks noGrp="1"/>
          </p:cNvSpPr>
          <p:nvPr>
            <p:ph type="body" idx="1"/>
          </p:nvPr>
        </p:nvSpPr>
        <p:spPr>
          <a:xfrm>
            <a:off x="855300" y="4406300"/>
            <a:ext cx="7433400" cy="300000"/>
          </a:xfrm>
          <a:prstGeom prst="rect">
            <a:avLst/>
          </a:prstGeom>
        </p:spPr>
        <p:txBody>
          <a:bodyPr spcFirstLastPara="1" wrap="square" lIns="0" tIns="0" rIns="0" bIns="0" anchor="t" anchorCtr="0">
            <a:noAutofit/>
          </a:bodyPr>
          <a:lstStyle>
            <a:lvl1pPr marL="457200" lvl="0" indent="-228600" rtl="0">
              <a:spcBef>
                <a:spcPts val="0"/>
              </a:spcBef>
              <a:spcAft>
                <a:spcPts val="600"/>
              </a:spcAft>
              <a:buClr>
                <a:schemeClr val="accent2"/>
              </a:buClr>
              <a:buSzPts val="1800"/>
              <a:buNone/>
              <a:defRPr sz="1800">
                <a:solidFill>
                  <a:schemeClr val="accent2"/>
                </a:solidFill>
              </a:defRPr>
            </a:lvl1pPr>
          </a:lstStyle>
          <a:p>
            <a:endParaRPr/>
          </a:p>
        </p:txBody>
      </p:sp>
      <p:sp>
        <p:nvSpPr>
          <p:cNvPr id="70" name="Google Shape;70;p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4537288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
        <p:cNvGrpSpPr/>
        <p:nvPr/>
      </p:nvGrpSpPr>
      <p:grpSpPr>
        <a:xfrm>
          <a:off x="0" y="0"/>
          <a:ext cx="0" cy="0"/>
          <a:chOff x="0" y="0"/>
          <a:chExt cx="0" cy="0"/>
        </a:xfrm>
      </p:grpSpPr>
      <p:grpSp>
        <p:nvGrpSpPr>
          <p:cNvPr id="72" name="Google Shape;72;p10"/>
          <p:cNvGrpSpPr/>
          <p:nvPr/>
        </p:nvGrpSpPr>
        <p:grpSpPr>
          <a:xfrm>
            <a:off x="3078602" y="0"/>
            <a:ext cx="6065389" cy="5143642"/>
            <a:chOff x="2052402" y="0"/>
            <a:chExt cx="6065389" cy="5143642"/>
          </a:xfrm>
        </p:grpSpPr>
        <p:sp>
          <p:nvSpPr>
            <p:cNvPr id="73" name="Google Shape;73;p10"/>
            <p:cNvSpPr/>
            <p:nvPr/>
          </p:nvSpPr>
          <p:spPr>
            <a:xfrm>
              <a:off x="2052402" y="0"/>
              <a:ext cx="6065388" cy="5143500"/>
            </a:xfrm>
            <a:custGeom>
              <a:avLst/>
              <a:gdLst/>
              <a:ahLst/>
              <a:cxnLst/>
              <a:rect l="l" t="t" r="r" b="b"/>
              <a:pathLst>
                <a:path w="8087184" h="6858000" extrusionOk="0">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10"/>
            <p:cNvSpPr/>
            <p:nvPr/>
          </p:nvSpPr>
          <p:spPr>
            <a:xfrm>
              <a:off x="2052402" y="0"/>
              <a:ext cx="6065388" cy="5143642"/>
            </a:xfrm>
            <a:custGeom>
              <a:avLst/>
              <a:gdLst/>
              <a:ahLst/>
              <a:cxnLst/>
              <a:rect l="l" t="t" r="r" b="b"/>
              <a:pathLst>
                <a:path w="8087184" h="6858190" extrusionOk="0">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10"/>
            <p:cNvSpPr/>
            <p:nvPr/>
          </p:nvSpPr>
          <p:spPr>
            <a:xfrm>
              <a:off x="2377837" y="210583"/>
              <a:ext cx="5576288" cy="4831090"/>
            </a:xfrm>
            <a:custGeom>
              <a:avLst/>
              <a:gdLst/>
              <a:ahLst/>
              <a:cxnLst/>
              <a:rect l="l" t="t" r="r" b="b"/>
              <a:pathLst>
                <a:path w="7435051" h="6441453" extrusionOk="0">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4591">
                <a:alpha val="44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6" name="Google Shape;76;p1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545623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2"/>
            </a:gs>
            <a:gs pos="100000">
              <a:schemeClr val="accent1"/>
            </a:gs>
          </a:gsLst>
          <a:path path="circle">
            <a:fillToRect l="100000" t="100000"/>
          </a:path>
          <a:tileRect r="-100000" b="-100000"/>
        </a:gradFill>
        <a:effectLst/>
      </p:bgPr>
    </p:bg>
    <p:spTree>
      <p:nvGrpSpPr>
        <p:cNvPr id="1" name="Shape 77"/>
        <p:cNvGrpSpPr/>
        <p:nvPr/>
      </p:nvGrpSpPr>
      <p:grpSpPr>
        <a:xfrm>
          <a:off x="0" y="0"/>
          <a:ext cx="0" cy="0"/>
          <a:chOff x="0" y="0"/>
          <a:chExt cx="0" cy="0"/>
        </a:xfrm>
      </p:grpSpPr>
      <p:grpSp>
        <p:nvGrpSpPr>
          <p:cNvPr id="78" name="Google Shape;78;p11"/>
          <p:cNvGrpSpPr/>
          <p:nvPr/>
        </p:nvGrpSpPr>
        <p:grpSpPr>
          <a:xfrm>
            <a:off x="3078602" y="0"/>
            <a:ext cx="6065389" cy="5143642"/>
            <a:chOff x="2052402" y="0"/>
            <a:chExt cx="6065389" cy="5143642"/>
          </a:xfrm>
        </p:grpSpPr>
        <p:sp>
          <p:nvSpPr>
            <p:cNvPr id="79" name="Google Shape;79;p11"/>
            <p:cNvSpPr/>
            <p:nvPr/>
          </p:nvSpPr>
          <p:spPr>
            <a:xfrm>
              <a:off x="2052402" y="0"/>
              <a:ext cx="6065388" cy="5143500"/>
            </a:xfrm>
            <a:custGeom>
              <a:avLst/>
              <a:gdLst/>
              <a:ahLst/>
              <a:cxnLst/>
              <a:rect l="l" t="t" r="r" b="b"/>
              <a:pathLst>
                <a:path w="8087184" h="6858000" extrusionOk="0">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FFFFFF">
                <a:alpha val="50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11"/>
            <p:cNvSpPr/>
            <p:nvPr/>
          </p:nvSpPr>
          <p:spPr>
            <a:xfrm>
              <a:off x="2052402" y="0"/>
              <a:ext cx="6065388" cy="5143642"/>
            </a:xfrm>
            <a:custGeom>
              <a:avLst/>
              <a:gdLst/>
              <a:ahLst/>
              <a:cxnLst/>
              <a:rect l="l" t="t" r="r" b="b"/>
              <a:pathLst>
                <a:path w="8087184" h="6858190" extrusionOk="0">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FFFFFF">
                <a:alpha val="50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11"/>
            <p:cNvSpPr/>
            <p:nvPr/>
          </p:nvSpPr>
          <p:spPr>
            <a:xfrm>
              <a:off x="2377837" y="210583"/>
              <a:ext cx="5576288" cy="4831090"/>
            </a:xfrm>
            <a:custGeom>
              <a:avLst/>
              <a:gdLst/>
              <a:ahLst/>
              <a:cxnLst/>
              <a:rect l="l" t="t" r="r" b="b"/>
              <a:pathLst>
                <a:path w="7435051" h="6441453" extrusionOk="0">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FFFFFF">
                <a:alpha val="50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2" name="Google Shape;82;p1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4061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accent4"/>
            </a:gs>
            <a:gs pos="13000">
              <a:schemeClr val="accent3"/>
            </a:gs>
            <a:gs pos="31000">
              <a:schemeClr val="accent2"/>
            </a:gs>
            <a:gs pos="100000">
              <a:schemeClr val="accent1"/>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07850" y="855506"/>
            <a:ext cx="6728400" cy="3513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lvl1pPr lvl="0"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1pPr>
            <a:lvl2pPr lvl="1"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2pPr>
            <a:lvl3pPr lvl="2"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3pPr>
            <a:lvl4pPr lvl="3"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4pPr>
            <a:lvl5pPr lvl="4"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5pPr>
            <a:lvl6pPr lvl="5"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6pPr>
            <a:lvl7pPr lvl="6"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7pPr>
            <a:lvl8pPr lvl="7"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8pPr>
            <a:lvl9pPr lvl="8" rtl="0">
              <a:lnSpc>
                <a:spcPct val="90000"/>
              </a:lnSpc>
              <a:spcBef>
                <a:spcPts val="0"/>
              </a:spcBef>
              <a:spcAft>
                <a:spcPts val="0"/>
              </a:spcAft>
              <a:buClr>
                <a:schemeClr val="dk1"/>
              </a:buClr>
              <a:buSzPts val="3200"/>
              <a:buFont typeface="Saira Semi Condensed"/>
              <a:buNone/>
              <a:defRPr sz="3200">
                <a:solidFill>
                  <a:schemeClr val="dk1"/>
                </a:solidFill>
                <a:latin typeface="Saira Semi Condensed"/>
                <a:ea typeface="Saira Semi Condensed"/>
                <a:cs typeface="Saira Semi Condensed"/>
                <a:sym typeface="Saira Semi Condensed"/>
              </a:defRPr>
            </a:lvl9pPr>
          </a:lstStyle>
          <a:p>
            <a:endParaRPr/>
          </a:p>
        </p:txBody>
      </p:sp>
      <p:sp>
        <p:nvSpPr>
          <p:cNvPr id="7" name="Google Shape;7;p1"/>
          <p:cNvSpPr txBox="1">
            <a:spLocks noGrp="1"/>
          </p:cNvSpPr>
          <p:nvPr>
            <p:ph type="body" idx="1"/>
          </p:nvPr>
        </p:nvSpPr>
        <p:spPr>
          <a:xfrm>
            <a:off x="1207850" y="1430148"/>
            <a:ext cx="6728400" cy="30339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t" anchorCtr="0">
            <a:noAutofit/>
          </a:bodyPr>
          <a:lstStyle>
            <a:lvl1pPr marL="457200" lvl="0" indent="-342900" rtl="0">
              <a:spcBef>
                <a:spcPts val="0"/>
              </a:spcBef>
              <a:spcAft>
                <a:spcPts val="0"/>
              </a:spcAft>
              <a:buClr>
                <a:schemeClr val="accent4"/>
              </a:buClr>
              <a:buSzPts val="1800"/>
              <a:buFont typeface="Inria Sans"/>
              <a:buChar char="⬥"/>
              <a:defRPr sz="2400">
                <a:solidFill>
                  <a:schemeClr val="dk1"/>
                </a:solidFill>
                <a:latin typeface="Inria Sans"/>
                <a:ea typeface="Inria Sans"/>
                <a:cs typeface="Inria Sans"/>
                <a:sym typeface="Inria Sans"/>
              </a:defRPr>
            </a:lvl1pPr>
            <a:lvl2pPr marL="914400" lvl="1" indent="-342900" rtl="0">
              <a:spcBef>
                <a:spcPts val="600"/>
              </a:spcBef>
              <a:spcAft>
                <a:spcPts val="0"/>
              </a:spcAft>
              <a:buClr>
                <a:schemeClr val="accent3"/>
              </a:buClr>
              <a:buSzPts val="1800"/>
              <a:buFont typeface="Inria Sans"/>
              <a:buChar char="⬦"/>
              <a:defRPr sz="2400">
                <a:solidFill>
                  <a:schemeClr val="dk1"/>
                </a:solidFill>
                <a:latin typeface="Inria Sans"/>
                <a:ea typeface="Inria Sans"/>
                <a:cs typeface="Inria Sans"/>
                <a:sym typeface="Inria Sans"/>
              </a:defRPr>
            </a:lvl2pPr>
            <a:lvl3pPr marL="1371600" lvl="2" indent="-381000" rtl="0">
              <a:spcBef>
                <a:spcPts val="600"/>
              </a:spcBef>
              <a:spcAft>
                <a:spcPts val="0"/>
              </a:spcAft>
              <a:buClr>
                <a:schemeClr val="accent2"/>
              </a:buClr>
              <a:buSzPts val="2400"/>
              <a:buFont typeface="Inria Sans"/>
              <a:buChar char="⬩"/>
              <a:defRPr sz="2400">
                <a:solidFill>
                  <a:schemeClr val="dk1"/>
                </a:solidFill>
                <a:latin typeface="Inria Sans"/>
                <a:ea typeface="Inria Sans"/>
                <a:cs typeface="Inria Sans"/>
                <a:sym typeface="Inria Sans"/>
              </a:defRPr>
            </a:lvl3pPr>
            <a:lvl4pPr marL="1828800" lvl="3"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4pPr>
            <a:lvl5pPr marL="2286000" lvl="4"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5pPr>
            <a:lvl6pPr marL="2743200" lvl="5"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6pPr>
            <a:lvl7pPr marL="3200400" lvl="6"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7pPr>
            <a:lvl8pPr marL="3657600" lvl="7" indent="-381000" rtl="0">
              <a:spcBef>
                <a:spcPts val="600"/>
              </a:spcBef>
              <a:spcAft>
                <a:spcPts val="0"/>
              </a:spcAft>
              <a:buClr>
                <a:schemeClr val="dk1"/>
              </a:buClr>
              <a:buSzPts val="2400"/>
              <a:buFont typeface="Inria Sans"/>
              <a:buChar char="○"/>
              <a:defRPr sz="2400">
                <a:solidFill>
                  <a:schemeClr val="dk1"/>
                </a:solidFill>
                <a:latin typeface="Inria Sans"/>
                <a:ea typeface="Inria Sans"/>
                <a:cs typeface="Inria Sans"/>
                <a:sym typeface="Inria Sans"/>
              </a:defRPr>
            </a:lvl8pPr>
            <a:lvl9pPr marL="4114800" lvl="8" indent="-381000" rtl="0">
              <a:spcBef>
                <a:spcPts val="600"/>
              </a:spcBef>
              <a:spcAft>
                <a:spcPts val="600"/>
              </a:spcAft>
              <a:buClr>
                <a:schemeClr val="dk1"/>
              </a:buClr>
              <a:buSzPts val="2400"/>
              <a:buFont typeface="Inria Sans"/>
              <a:buChar char="■"/>
              <a:defRPr sz="2400">
                <a:solidFill>
                  <a:schemeClr val="dk1"/>
                </a:solidFill>
                <a:latin typeface="Inria Sans"/>
                <a:ea typeface="Inria Sans"/>
                <a:cs typeface="Inria Sans"/>
                <a:sym typeface="Inria Sans"/>
              </a:defRPr>
            </a:lvl9pPr>
          </a:lstStyle>
          <a:p>
            <a:endParaRPr/>
          </a:p>
        </p:txBody>
      </p:sp>
      <p:sp>
        <p:nvSpPr>
          <p:cNvPr id="8" name="Google Shape;8;p1"/>
          <p:cNvSpPr txBox="1">
            <a:spLocks noGrp="1"/>
          </p:cNvSpPr>
          <p:nvPr>
            <p:ph type="sldNum" idx="12"/>
          </p:nvPr>
        </p:nvSpPr>
        <p:spPr>
          <a:xfrm>
            <a:off x="8640175" y="4585800"/>
            <a:ext cx="351300" cy="405300"/>
          </a:xfrm>
          <a:prstGeom prst="rect">
            <a:avLst/>
          </a:prstGeom>
          <a:noFill/>
          <a:ln>
            <a:noFill/>
          </a:ln>
        </p:spPr>
        <p:txBody>
          <a:bodyPr spcFirstLastPara="1" wrap="square" lIns="0" tIns="0" rIns="0" bIns="0" anchor="ctr" anchorCtr="0">
            <a:noAutofit/>
          </a:bodyPr>
          <a:lstStyle>
            <a:lvl1pPr lvl="0" algn="ctr" rtl="0">
              <a:buNone/>
              <a:defRPr sz="1200">
                <a:solidFill>
                  <a:schemeClr val="accent2"/>
                </a:solidFill>
                <a:latin typeface="Titillium Web"/>
                <a:ea typeface="Titillium Web"/>
                <a:cs typeface="Titillium Web"/>
                <a:sym typeface="Titillium Web"/>
              </a:defRPr>
            </a:lvl1pPr>
            <a:lvl2pPr lvl="1" algn="ctr" rtl="0">
              <a:buNone/>
              <a:defRPr sz="1200">
                <a:solidFill>
                  <a:schemeClr val="accent2"/>
                </a:solidFill>
                <a:latin typeface="Titillium Web"/>
                <a:ea typeface="Titillium Web"/>
                <a:cs typeface="Titillium Web"/>
                <a:sym typeface="Titillium Web"/>
              </a:defRPr>
            </a:lvl2pPr>
            <a:lvl3pPr lvl="2" algn="ctr" rtl="0">
              <a:buNone/>
              <a:defRPr sz="1200">
                <a:solidFill>
                  <a:schemeClr val="accent2"/>
                </a:solidFill>
                <a:latin typeface="Titillium Web"/>
                <a:ea typeface="Titillium Web"/>
                <a:cs typeface="Titillium Web"/>
                <a:sym typeface="Titillium Web"/>
              </a:defRPr>
            </a:lvl3pPr>
            <a:lvl4pPr lvl="3" algn="ctr" rtl="0">
              <a:buNone/>
              <a:defRPr sz="1200">
                <a:solidFill>
                  <a:schemeClr val="accent2"/>
                </a:solidFill>
                <a:latin typeface="Titillium Web"/>
                <a:ea typeface="Titillium Web"/>
                <a:cs typeface="Titillium Web"/>
                <a:sym typeface="Titillium Web"/>
              </a:defRPr>
            </a:lvl4pPr>
            <a:lvl5pPr lvl="4" algn="ctr" rtl="0">
              <a:buNone/>
              <a:defRPr sz="1200">
                <a:solidFill>
                  <a:schemeClr val="accent2"/>
                </a:solidFill>
                <a:latin typeface="Titillium Web"/>
                <a:ea typeface="Titillium Web"/>
                <a:cs typeface="Titillium Web"/>
                <a:sym typeface="Titillium Web"/>
              </a:defRPr>
            </a:lvl5pPr>
            <a:lvl6pPr lvl="5" algn="ctr" rtl="0">
              <a:buNone/>
              <a:defRPr sz="1200">
                <a:solidFill>
                  <a:schemeClr val="accent2"/>
                </a:solidFill>
                <a:latin typeface="Titillium Web"/>
                <a:ea typeface="Titillium Web"/>
                <a:cs typeface="Titillium Web"/>
                <a:sym typeface="Titillium Web"/>
              </a:defRPr>
            </a:lvl6pPr>
            <a:lvl7pPr lvl="6" algn="ctr" rtl="0">
              <a:buNone/>
              <a:defRPr sz="1200">
                <a:solidFill>
                  <a:schemeClr val="accent2"/>
                </a:solidFill>
                <a:latin typeface="Titillium Web"/>
                <a:ea typeface="Titillium Web"/>
                <a:cs typeface="Titillium Web"/>
                <a:sym typeface="Titillium Web"/>
              </a:defRPr>
            </a:lvl7pPr>
            <a:lvl8pPr lvl="7" algn="ctr" rtl="0">
              <a:buNone/>
              <a:defRPr sz="1200">
                <a:solidFill>
                  <a:schemeClr val="accent2"/>
                </a:solidFill>
                <a:latin typeface="Titillium Web"/>
                <a:ea typeface="Titillium Web"/>
                <a:cs typeface="Titillium Web"/>
                <a:sym typeface="Titillium Web"/>
              </a:defRPr>
            </a:lvl8pPr>
            <a:lvl9pPr lvl="8" algn="ctr" rtl="0">
              <a:buNone/>
              <a:defRPr sz="1200">
                <a:solidFill>
                  <a:schemeClr val="accent2"/>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9"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55300" y="836000"/>
            <a:ext cx="7433400" cy="396300"/>
          </a:xfrm>
          <a:prstGeom prst="rect">
            <a:avLst/>
          </a:prstGeom>
          <a:noFill/>
          <a:ln>
            <a:noFill/>
          </a:ln>
        </p:spPr>
        <p:txBody>
          <a:bodyPr spcFirstLastPara="1" wrap="square" lIns="0" tIns="0" rIns="0" bIns="0" anchor="b" anchorCtr="0">
            <a:noAutofit/>
          </a:bodyPr>
          <a:lstStyle>
            <a:lvl1pPr lvl="0"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1pPr>
            <a:lvl2pPr lvl="1"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2pPr>
            <a:lvl3pPr lvl="2"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3pPr>
            <a:lvl4pPr lvl="3"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4pPr>
            <a:lvl5pPr lvl="4"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5pPr>
            <a:lvl6pPr lvl="5"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6pPr>
            <a:lvl7pPr lvl="6"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7pPr>
            <a:lvl8pPr lvl="7"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8pPr>
            <a:lvl9pPr lvl="8" rtl="0">
              <a:lnSpc>
                <a:spcPct val="90000"/>
              </a:lnSpc>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855300" y="1430147"/>
            <a:ext cx="7433400" cy="3033900"/>
          </a:xfrm>
          <a:prstGeom prst="rect">
            <a:avLst/>
          </a:prstGeom>
          <a:noFill/>
          <a:ln>
            <a:noFill/>
          </a:ln>
        </p:spPr>
        <p:txBody>
          <a:bodyPr spcFirstLastPara="1" wrap="square" lIns="0" tIns="0" rIns="0" bIns="0" anchor="t" anchorCtr="0">
            <a:noAutofit/>
          </a:bodyPr>
          <a:lstStyle>
            <a:lvl1pPr marL="457200" lvl="0" indent="-381000" rtl="0">
              <a:spcBef>
                <a:spcPts val="0"/>
              </a:spcBef>
              <a:spcAft>
                <a:spcPts val="0"/>
              </a:spcAft>
              <a:buClr>
                <a:schemeClr val="accent1"/>
              </a:buClr>
              <a:buSzPts val="2400"/>
              <a:buFont typeface="Montserrat Light"/>
              <a:buChar char="●"/>
              <a:defRPr sz="2400">
                <a:solidFill>
                  <a:schemeClr val="dk1"/>
                </a:solidFill>
                <a:latin typeface="Montserrat Light"/>
                <a:ea typeface="Montserrat Light"/>
                <a:cs typeface="Montserrat Light"/>
                <a:sym typeface="Montserrat Light"/>
              </a:defRPr>
            </a:lvl1pPr>
            <a:lvl2pPr marL="914400" lvl="1" indent="-381000" rtl="0">
              <a:spcBef>
                <a:spcPts val="600"/>
              </a:spcBef>
              <a:spcAft>
                <a:spcPts val="0"/>
              </a:spcAft>
              <a:buClr>
                <a:schemeClr val="accent1"/>
              </a:buClr>
              <a:buSzPts val="2400"/>
              <a:buFont typeface="Montserrat Light"/>
              <a:buChar char="○"/>
              <a:defRPr sz="2400">
                <a:solidFill>
                  <a:schemeClr val="dk1"/>
                </a:solidFill>
                <a:latin typeface="Montserrat Light"/>
                <a:ea typeface="Montserrat Light"/>
                <a:cs typeface="Montserrat Light"/>
                <a:sym typeface="Montserrat Light"/>
              </a:defRPr>
            </a:lvl2pPr>
            <a:lvl3pPr marL="1371600" lvl="2" indent="-3810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3pPr>
            <a:lvl4pPr marL="1828800" lvl="3" indent="-3810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4pPr>
            <a:lvl5pPr marL="2286000" lvl="4" indent="-3810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5pPr>
            <a:lvl6pPr marL="2743200" lvl="5" indent="-3810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6pPr>
            <a:lvl7pPr marL="3200400" lvl="6" indent="-3810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7pPr>
            <a:lvl8pPr marL="3657600" lvl="7" indent="-3810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8pPr>
            <a:lvl9pPr marL="4114800" lvl="8" indent="-381000" rtl="0">
              <a:spcBef>
                <a:spcPts val="600"/>
              </a:spcBef>
              <a:spcAft>
                <a:spcPts val="60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rtl="0">
              <a:buNone/>
              <a:defRPr sz="1300" b="1">
                <a:solidFill>
                  <a:schemeClr val="dk2"/>
                </a:solidFill>
                <a:latin typeface="Montserrat"/>
                <a:ea typeface="Montserrat"/>
                <a:cs typeface="Montserrat"/>
                <a:sym typeface="Montserrat"/>
              </a:defRPr>
            </a:lvl1pPr>
            <a:lvl2pPr lvl="1" algn="r" rtl="0">
              <a:buNone/>
              <a:defRPr sz="1300" b="1">
                <a:solidFill>
                  <a:schemeClr val="dk2"/>
                </a:solidFill>
                <a:latin typeface="Montserrat"/>
                <a:ea typeface="Montserrat"/>
                <a:cs typeface="Montserrat"/>
                <a:sym typeface="Montserrat"/>
              </a:defRPr>
            </a:lvl2pPr>
            <a:lvl3pPr lvl="2" algn="r" rtl="0">
              <a:buNone/>
              <a:defRPr sz="1300" b="1">
                <a:solidFill>
                  <a:schemeClr val="dk2"/>
                </a:solidFill>
                <a:latin typeface="Montserrat"/>
                <a:ea typeface="Montserrat"/>
                <a:cs typeface="Montserrat"/>
                <a:sym typeface="Montserrat"/>
              </a:defRPr>
            </a:lvl3pPr>
            <a:lvl4pPr lvl="3" algn="r" rtl="0">
              <a:buNone/>
              <a:defRPr sz="1300" b="1">
                <a:solidFill>
                  <a:schemeClr val="dk2"/>
                </a:solidFill>
                <a:latin typeface="Montserrat"/>
                <a:ea typeface="Montserrat"/>
                <a:cs typeface="Montserrat"/>
                <a:sym typeface="Montserrat"/>
              </a:defRPr>
            </a:lvl4pPr>
            <a:lvl5pPr lvl="4" algn="r" rtl="0">
              <a:buNone/>
              <a:defRPr sz="1300" b="1">
                <a:solidFill>
                  <a:schemeClr val="dk2"/>
                </a:solidFill>
                <a:latin typeface="Montserrat"/>
                <a:ea typeface="Montserrat"/>
                <a:cs typeface="Montserrat"/>
                <a:sym typeface="Montserrat"/>
              </a:defRPr>
            </a:lvl5pPr>
            <a:lvl6pPr lvl="5" algn="r" rtl="0">
              <a:buNone/>
              <a:defRPr sz="1300" b="1">
                <a:solidFill>
                  <a:schemeClr val="dk2"/>
                </a:solidFill>
                <a:latin typeface="Montserrat"/>
                <a:ea typeface="Montserrat"/>
                <a:cs typeface="Montserrat"/>
                <a:sym typeface="Montserrat"/>
              </a:defRPr>
            </a:lvl6pPr>
            <a:lvl7pPr lvl="6" algn="r" rtl="0">
              <a:buNone/>
              <a:defRPr sz="1300" b="1">
                <a:solidFill>
                  <a:schemeClr val="dk2"/>
                </a:solidFill>
                <a:latin typeface="Montserrat"/>
                <a:ea typeface="Montserrat"/>
                <a:cs typeface="Montserrat"/>
                <a:sym typeface="Montserrat"/>
              </a:defRPr>
            </a:lvl7pPr>
            <a:lvl8pPr lvl="7" algn="r" rtl="0">
              <a:buNone/>
              <a:defRPr sz="1300" b="1">
                <a:solidFill>
                  <a:schemeClr val="dk2"/>
                </a:solidFill>
                <a:latin typeface="Montserrat"/>
                <a:ea typeface="Montserrat"/>
                <a:cs typeface="Montserrat"/>
                <a:sym typeface="Montserrat"/>
              </a:defRPr>
            </a:lvl8pPr>
            <a:lvl9pPr lvl="8" algn="r" rtl="0">
              <a:buNone/>
              <a:defRPr sz="1300" b="1">
                <a:solidFill>
                  <a:schemeClr val="dk2"/>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54959860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www.ibm.com/cloud/learn/machine-learning" TargetMode="External"/><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hyperlink" Target="https://wiki.pathmind.com/neural-network"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www.techtarget.com/searchenterpriseai/definition/machine-learning-ML" TargetMode="External"/><Relationship Id="rId7" Type="http://schemas.openxmlformats.org/officeDocument/2006/relationships/hyperlink" Target="https://www.techtarget.com/whatis/definition/hierarchy" TargetMode="External"/><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hyperlink" Target="https://www.techtarget.com/whatis/definition/algorithm" TargetMode="External"/><Relationship Id="rId5" Type="http://schemas.openxmlformats.org/officeDocument/2006/relationships/hyperlink" Target="https://www.techtarget.com/searchbusinessanalytics/definition/predictive-analytics" TargetMode="External"/><Relationship Id="rId4" Type="http://schemas.openxmlformats.org/officeDocument/2006/relationships/hyperlink" Target="https://www.techtarget.com/searchenterpriseai/definition/AI-Artificial-Intelligence"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4" name="Google Shape;104;p1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1" i="0" u="none" strike="noStrike" kern="0" cap="none" spc="0" normalizeH="0" baseline="0" noProof="0">
                <a:ln>
                  <a:noFill/>
                </a:ln>
                <a:solidFill>
                  <a:srgbClr val="FFFFFF"/>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300" b="1" i="0" u="none" strike="noStrike" kern="0" cap="none" spc="0" normalizeH="0" baseline="0" noProof="0">
              <a:ln>
                <a:noFill/>
              </a:ln>
              <a:solidFill>
                <a:srgbClr val="FFFFFF"/>
              </a:solidFill>
              <a:effectLst/>
              <a:uLnTx/>
              <a:uFillTx/>
              <a:latin typeface="Montserrat"/>
              <a:sym typeface="Montserrat"/>
            </a:endParaRPr>
          </a:p>
        </p:txBody>
      </p:sp>
      <p:sp>
        <p:nvSpPr>
          <p:cNvPr id="6" name="Google Shape;198;p12"/>
          <p:cNvSpPr txBox="1">
            <a:spLocks/>
          </p:cNvSpPr>
          <p:nvPr/>
        </p:nvSpPr>
        <p:spPr>
          <a:xfrm>
            <a:off x="1222762" y="1907357"/>
            <a:ext cx="6634200" cy="1159800"/>
          </a:xfrm>
          <a:prstGeom prst="rect">
            <a:avLst/>
          </a:prstGeom>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smtClean="0">
                <a:latin typeface="Poppins SemiBold" panose="00000700000000000000" pitchFamily="2" charset="0"/>
                <a:cs typeface="Poppins SemiBold" panose="00000700000000000000" pitchFamily="2" charset="0"/>
              </a:rPr>
              <a:t>Log files analysis and features extraction to deduce the behaviour of logged systems</a:t>
            </a:r>
            <a:endParaRPr lang="en-US" sz="2800" dirty="0">
              <a:latin typeface="Poppins SemiBold" panose="00000700000000000000" pitchFamily="2" charset="0"/>
              <a:cs typeface="Poppins SemiBold" panose="00000700000000000000" pitchFamily="2" charset="0"/>
            </a:endParaRPr>
          </a:p>
        </p:txBody>
      </p:sp>
      <p:sp>
        <p:nvSpPr>
          <p:cNvPr id="8" name="Google Shape;229;p15"/>
          <p:cNvSpPr txBox="1">
            <a:spLocks/>
          </p:cNvSpPr>
          <p:nvPr/>
        </p:nvSpPr>
        <p:spPr>
          <a:xfrm>
            <a:off x="671850" y="3230025"/>
            <a:ext cx="6634200" cy="386400"/>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600"/>
              </a:spcAft>
            </a:pPr>
            <a:r>
              <a:rPr lang="en-US" sz="1800" dirty="0" smtClean="0">
                <a:solidFill>
                  <a:schemeClr val="accent2">
                    <a:lumMod val="60000"/>
                    <a:lumOff val="40000"/>
                  </a:schemeClr>
                </a:solidFill>
                <a:latin typeface="Bahnschrift SemiBold" panose="020B0502040204020203" pitchFamily="34" charset="0"/>
              </a:rPr>
              <a:t>Presented</a:t>
            </a:r>
            <a:r>
              <a:rPr lang="en-US" sz="1800" dirty="0" smtClean="0">
                <a:solidFill>
                  <a:schemeClr val="accent4">
                    <a:lumMod val="60000"/>
                    <a:lumOff val="40000"/>
                  </a:schemeClr>
                </a:solidFill>
                <a:latin typeface="Bahnschrift SemiBold" panose="020B0502040204020203" pitchFamily="34" charset="0"/>
              </a:rPr>
              <a:t> </a:t>
            </a:r>
            <a:r>
              <a:rPr lang="en-US" sz="1800" dirty="0" smtClean="0">
                <a:solidFill>
                  <a:schemeClr val="accent2">
                    <a:lumMod val="60000"/>
                    <a:lumOff val="40000"/>
                  </a:schemeClr>
                </a:solidFill>
                <a:latin typeface="Bahnschrift SemiBold" panose="020B0502040204020203" pitchFamily="34" charset="0"/>
              </a:rPr>
              <a:t>By</a:t>
            </a:r>
            <a:r>
              <a:rPr lang="en-US" sz="1800" dirty="0" smtClean="0">
                <a:solidFill>
                  <a:schemeClr val="accent4">
                    <a:lumMod val="60000"/>
                    <a:lumOff val="40000"/>
                  </a:schemeClr>
                </a:solidFill>
                <a:latin typeface="Bahnschrift SemiBold" panose="020B0502040204020203" pitchFamily="34" charset="0"/>
              </a:rPr>
              <a:t> </a:t>
            </a:r>
            <a:r>
              <a:rPr lang="en-US" sz="1800" dirty="0" smtClean="0">
                <a:solidFill>
                  <a:schemeClr val="accent2">
                    <a:lumMod val="60000"/>
                    <a:lumOff val="40000"/>
                  </a:schemeClr>
                </a:solidFill>
                <a:latin typeface="Bahnschrift SemiBold" panose="020B0502040204020203" pitchFamily="34" charset="0"/>
              </a:rPr>
              <a:t>:</a:t>
            </a:r>
            <a:r>
              <a:rPr lang="en-US" sz="1800" dirty="0" smtClean="0">
                <a:solidFill>
                  <a:schemeClr val="accent4">
                    <a:lumMod val="60000"/>
                    <a:lumOff val="40000"/>
                  </a:schemeClr>
                </a:solidFill>
                <a:latin typeface="Bahnschrift SemiBold" panose="020B0502040204020203" pitchFamily="34" charset="0"/>
              </a:rPr>
              <a:t> </a:t>
            </a:r>
          </a:p>
          <a:p>
            <a:pPr algn="ctr">
              <a:spcAft>
                <a:spcPts val="600"/>
              </a:spcAft>
            </a:pPr>
            <a:r>
              <a:rPr lang="en-US" sz="1800" dirty="0" smtClean="0">
                <a:solidFill>
                  <a:schemeClr val="accent2">
                    <a:lumMod val="60000"/>
                    <a:lumOff val="40000"/>
                  </a:schemeClr>
                </a:solidFill>
                <a:latin typeface="Bahnschrift SemiBold" panose="020B0502040204020203" pitchFamily="34" charset="0"/>
              </a:rPr>
              <a:t>Sirine Dhouib &amp; Mariem Sfaxi</a:t>
            </a:r>
            <a:endParaRPr lang="en-US" sz="1800" dirty="0">
              <a:solidFill>
                <a:schemeClr val="accent2">
                  <a:lumMod val="60000"/>
                  <a:lumOff val="40000"/>
                </a:schemeClr>
              </a:solidFill>
              <a:latin typeface="Bahnschrift SemiBold" panose="020B0502040204020203" pitchFamily="34" charset="0"/>
            </a:endParaRPr>
          </a:p>
        </p:txBody>
      </p:sp>
      <p:pic>
        <p:nvPicPr>
          <p:cNvPr id="9" name="Picture 2" descr="Etablissement d'enseignement supérieur privé | | Institut Supérieur  d'Informatique et du Multimédia de Sfax (ISIMS) - Sfa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143" y="312738"/>
            <a:ext cx="766362" cy="5178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t="33360" b="30276"/>
          <a:stretch/>
        </p:blipFill>
        <p:spPr>
          <a:xfrm>
            <a:off x="4490999" y="354849"/>
            <a:ext cx="1314017" cy="4757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Google Shape;198;p12"/>
          <p:cNvSpPr txBox="1">
            <a:spLocks/>
          </p:cNvSpPr>
          <p:nvPr/>
        </p:nvSpPr>
        <p:spPr>
          <a:xfrm>
            <a:off x="1849448" y="1087580"/>
            <a:ext cx="4819330" cy="685516"/>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1pPr>
            <a:lvl2pPr marR="0" lvl="1"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2pPr>
            <a:lvl3pPr marR="0" lvl="2"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3pPr>
            <a:lvl4pPr marR="0" lvl="3"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4pPr>
            <a:lvl5pPr marR="0" lvl="4"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5pPr>
            <a:lvl6pPr marR="0" lvl="5"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6pPr>
            <a:lvl7pPr marR="0" lvl="6"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7pPr>
            <a:lvl8pPr marR="0" lvl="7"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8pPr>
            <a:lvl9pPr marR="0" lvl="8"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9pPr>
          </a:lstStyle>
          <a:p>
            <a:pPr algn="ctr"/>
            <a:r>
              <a:rPr lang="en-US" sz="3200" b="1" dirty="0" smtClean="0">
                <a:solidFill>
                  <a:schemeClr val="accent2">
                    <a:lumMod val="60000"/>
                    <a:lumOff val="40000"/>
                  </a:schemeClr>
                </a:solidFill>
                <a:latin typeface="Poppins SemiBold" panose="00000700000000000000" pitchFamily="2" charset="0"/>
                <a:cs typeface="Poppins SemiBold" panose="00000700000000000000" pitchFamily="2" charset="0"/>
              </a:rPr>
              <a:t>Graduation Project</a:t>
            </a:r>
            <a:endParaRPr lang="en-US" sz="3200" dirty="0">
              <a:solidFill>
                <a:schemeClr val="accent2">
                  <a:lumMod val="60000"/>
                  <a:lumOff val="40000"/>
                </a:schemeClr>
              </a:solidFill>
              <a:latin typeface="Poppins SemiBold" panose="00000700000000000000" pitchFamily="2" charset="0"/>
              <a:cs typeface="Poppins SemiBold" panose="00000700000000000000" pitchFamily="2" charset="0"/>
            </a:endParaRPr>
          </a:p>
        </p:txBody>
      </p:sp>
      <p:sp>
        <p:nvSpPr>
          <p:cNvPr id="12" name="Google Shape;198;p12"/>
          <p:cNvSpPr txBox="1">
            <a:spLocks/>
          </p:cNvSpPr>
          <p:nvPr/>
        </p:nvSpPr>
        <p:spPr>
          <a:xfrm>
            <a:off x="192224" y="3896368"/>
            <a:ext cx="8951775" cy="11598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1pPr>
            <a:lvl2pPr marR="0" lvl="1"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2pPr>
            <a:lvl3pPr marR="0" lvl="2"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3pPr>
            <a:lvl4pPr marR="0" lvl="3"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4pPr>
            <a:lvl5pPr marR="0" lvl="4"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5pPr>
            <a:lvl6pPr marR="0" lvl="5"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6pPr>
            <a:lvl7pPr marR="0" lvl="6"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7pPr>
            <a:lvl8pPr marR="0" lvl="7"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8pPr>
            <a:lvl9pPr marR="0" lvl="8"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9pPr>
          </a:lstStyle>
          <a:p>
            <a:r>
              <a:rPr lang="en-US" sz="1400" b="1" dirty="0" smtClean="0">
                <a:latin typeface="Poppins SemiBold" panose="00000700000000000000" pitchFamily="2" charset="0"/>
                <a:cs typeface="Poppins SemiBold" panose="00000700000000000000" pitchFamily="2" charset="0"/>
              </a:rPr>
              <a:t>Reviewed By :</a:t>
            </a:r>
          </a:p>
          <a:p>
            <a:r>
              <a:rPr lang="en-US" sz="1400" b="1" dirty="0" smtClean="0">
                <a:latin typeface="Poppins SemiBold" panose="00000700000000000000" pitchFamily="2" charset="0"/>
                <a:cs typeface="Poppins SemiBold" panose="00000700000000000000" pitchFamily="2" charset="0"/>
              </a:rPr>
              <a:t>Mr. Mohamed Tmar           President</a:t>
            </a:r>
          </a:p>
          <a:p>
            <a:r>
              <a:rPr lang="en-US" sz="1400" b="1" dirty="0" smtClean="0">
                <a:latin typeface="Poppins SemiBold" panose="00000700000000000000" pitchFamily="2" charset="0"/>
                <a:cs typeface="Poppins SemiBold" panose="00000700000000000000" pitchFamily="2" charset="0"/>
              </a:rPr>
              <a:t>Mrs. Inès Kammoun Fourati  Member</a:t>
            </a:r>
          </a:p>
          <a:p>
            <a:pPr algn="ctr"/>
            <a:endParaRPr lang="en-US" sz="1800" dirty="0">
              <a:latin typeface="Poppins SemiBold" panose="00000700000000000000" pitchFamily="2" charset="0"/>
              <a:cs typeface="Poppins SemiBold" panose="00000700000000000000" pitchFamily="2" charset="0"/>
            </a:endParaRPr>
          </a:p>
        </p:txBody>
      </p:sp>
      <p:sp>
        <p:nvSpPr>
          <p:cNvPr id="13" name="Google Shape;198;p12"/>
          <p:cNvSpPr txBox="1">
            <a:spLocks/>
          </p:cNvSpPr>
          <p:nvPr/>
        </p:nvSpPr>
        <p:spPr>
          <a:xfrm>
            <a:off x="4490999" y="3983700"/>
            <a:ext cx="6634200" cy="11598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1pPr>
            <a:lvl2pPr marR="0" lvl="1"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2pPr>
            <a:lvl3pPr marR="0" lvl="2"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3pPr>
            <a:lvl4pPr marR="0" lvl="3"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4pPr>
            <a:lvl5pPr marR="0" lvl="4"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5pPr>
            <a:lvl6pPr marR="0" lvl="5"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6pPr>
            <a:lvl7pPr marR="0" lvl="6"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7pPr>
            <a:lvl8pPr marR="0" lvl="7"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8pPr>
            <a:lvl9pPr marR="0" lvl="8" algn="l" rtl="0">
              <a:lnSpc>
                <a:spcPct val="90000"/>
              </a:lnSpc>
              <a:spcBef>
                <a:spcPts val="0"/>
              </a:spcBef>
              <a:spcAft>
                <a:spcPts val="0"/>
              </a:spcAft>
              <a:buClr>
                <a:schemeClr val="dk1"/>
              </a:buClr>
              <a:buSzPts val="5400"/>
              <a:buFont typeface="Saira Semi Condensed"/>
              <a:buNone/>
              <a:defRPr sz="5400" b="0" i="0" u="none" strike="noStrike" cap="none">
                <a:solidFill>
                  <a:schemeClr val="dk1"/>
                </a:solidFill>
                <a:latin typeface="Saira Semi Condensed"/>
                <a:ea typeface="Saira Semi Condensed"/>
                <a:cs typeface="Saira Semi Condensed"/>
                <a:sym typeface="Saira Semi Condensed"/>
              </a:defRPr>
            </a:lvl9pPr>
          </a:lstStyle>
          <a:p>
            <a:r>
              <a:rPr lang="en-US" sz="1400" b="1" dirty="0" smtClean="0">
                <a:latin typeface="Poppins SemiBold" panose="00000700000000000000" pitchFamily="2" charset="0"/>
                <a:cs typeface="Poppins SemiBold" panose="00000700000000000000" pitchFamily="2" charset="0"/>
              </a:rPr>
              <a:t>Mr. Tarek Zlitni    Academic Supervisor</a:t>
            </a:r>
          </a:p>
          <a:p>
            <a:r>
              <a:rPr lang="en-US" sz="1400" b="1" dirty="0">
                <a:latin typeface="Poppins SemiBold" panose="00000700000000000000" pitchFamily="2" charset="0"/>
                <a:cs typeface="Poppins SemiBold" panose="00000700000000000000" pitchFamily="2" charset="0"/>
              </a:rPr>
              <a:t>Mr. Firas Feki      </a:t>
            </a:r>
            <a:r>
              <a:rPr lang="en-US" sz="1400" b="1" dirty="0" smtClean="0">
                <a:latin typeface="Poppins SemiBold" panose="00000700000000000000" pitchFamily="2" charset="0"/>
                <a:cs typeface="Poppins SemiBold" panose="00000700000000000000" pitchFamily="2" charset="0"/>
              </a:rPr>
              <a:t>Professional </a:t>
            </a:r>
            <a:r>
              <a:rPr lang="en-US" sz="1400" b="1" dirty="0">
                <a:latin typeface="Poppins SemiBold" panose="00000700000000000000" pitchFamily="2" charset="0"/>
                <a:cs typeface="Poppins SemiBold" panose="00000700000000000000" pitchFamily="2" charset="0"/>
              </a:rPr>
              <a:t>supervisor</a:t>
            </a:r>
          </a:p>
          <a:p>
            <a:pPr algn="ctr"/>
            <a:endParaRPr lang="en-US" sz="1800" dirty="0">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5218779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41"/>
          <p:cNvSpPr txBox="1">
            <a:spLocks noGrp="1"/>
          </p:cNvSpPr>
          <p:nvPr>
            <p:ph type="title"/>
          </p:nvPr>
        </p:nvSpPr>
        <p:spPr>
          <a:xfrm>
            <a:off x="720000" y="34934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3600" dirty="0" smtClean="0">
                <a:solidFill>
                  <a:schemeClr val="tx1"/>
                </a:solidFill>
              </a:rPr>
              <a:t>Our Team</a:t>
            </a:r>
            <a:endParaRPr lang="fr-FR" sz="3600" dirty="0">
              <a:solidFill>
                <a:schemeClr val="tx1"/>
              </a:solidFill>
            </a:endParaRPr>
          </a:p>
        </p:txBody>
      </p:sp>
      <p:sp>
        <p:nvSpPr>
          <p:cNvPr id="2" name="ZoneTexte 1">
            <a:extLst>
              <a:ext uri="{FF2B5EF4-FFF2-40B4-BE49-F238E27FC236}">
                <a16:creationId xmlns:a16="http://schemas.microsoft.com/office/drawing/2014/main" id="{A9ACD066-65E5-4B3A-B261-A4BA4CB663AA}"/>
              </a:ext>
            </a:extLst>
          </p:cNvPr>
          <p:cNvSpPr txBox="1"/>
          <p:nvPr/>
        </p:nvSpPr>
        <p:spPr>
          <a:xfrm>
            <a:off x="825956" y="1685925"/>
            <a:ext cx="2182008" cy="461665"/>
          </a:xfrm>
          <a:prstGeom prst="rect">
            <a:avLst/>
          </a:prstGeom>
          <a:noFill/>
        </p:spPr>
        <p:txBody>
          <a:bodyPr wrap="none" rtlCol="0">
            <a:spAutoFit/>
          </a:bodyPr>
          <a:lstStyle/>
          <a:p>
            <a:pPr algn="ctr">
              <a:buClr>
                <a:schemeClr val="lt1"/>
              </a:buClr>
              <a:buSzPts val="2500"/>
            </a:pPr>
            <a:r>
              <a:rPr lang="fr-FR" sz="2400" b="1" dirty="0" smtClean="0">
                <a:solidFill>
                  <a:schemeClr val="tx1"/>
                </a:solidFill>
                <a:latin typeface="Saira Semi Condensed"/>
                <a:sym typeface="Advent Pro"/>
              </a:rPr>
              <a:t>Sirine Dhouib</a:t>
            </a:r>
            <a:endParaRPr lang="fr-FR" sz="2400" b="1" dirty="0">
              <a:solidFill>
                <a:schemeClr val="tx1"/>
              </a:solidFill>
              <a:latin typeface="Saira Semi Condensed"/>
              <a:sym typeface="Advent Pro"/>
            </a:endParaRPr>
          </a:p>
        </p:txBody>
      </p:sp>
      <p:sp>
        <p:nvSpPr>
          <p:cNvPr id="4" name="ZoneTexte 3">
            <a:extLst>
              <a:ext uri="{FF2B5EF4-FFF2-40B4-BE49-F238E27FC236}">
                <a16:creationId xmlns:a16="http://schemas.microsoft.com/office/drawing/2014/main" id="{AABA97D2-D59E-4063-BFA3-C27210556B2D}"/>
              </a:ext>
            </a:extLst>
          </p:cNvPr>
          <p:cNvSpPr txBox="1"/>
          <p:nvPr/>
        </p:nvSpPr>
        <p:spPr>
          <a:xfrm>
            <a:off x="6279509" y="1685924"/>
            <a:ext cx="2084225" cy="461665"/>
          </a:xfrm>
          <a:prstGeom prst="rect">
            <a:avLst/>
          </a:prstGeom>
          <a:noFill/>
        </p:spPr>
        <p:txBody>
          <a:bodyPr wrap="none" rtlCol="0">
            <a:spAutoFit/>
          </a:bodyPr>
          <a:lstStyle/>
          <a:p>
            <a:pPr algn="ctr">
              <a:buClr>
                <a:schemeClr val="lt1"/>
              </a:buClr>
              <a:buSzPts val="2500"/>
            </a:pPr>
            <a:r>
              <a:rPr lang="fr-FR" sz="2400" b="1" dirty="0" smtClean="0">
                <a:solidFill>
                  <a:schemeClr val="tx1"/>
                </a:solidFill>
                <a:latin typeface="Saira Semi Condensed"/>
              </a:rPr>
              <a:t>Mariem Sfaxi</a:t>
            </a:r>
            <a:endParaRPr lang="fr-FR" sz="2400" b="1" dirty="0">
              <a:solidFill>
                <a:schemeClr val="tx1"/>
              </a:solidFill>
              <a:latin typeface="Saira Semi Condensed"/>
            </a:endParaRPr>
          </a:p>
        </p:txBody>
      </p:sp>
      <p:sp>
        <p:nvSpPr>
          <p:cNvPr id="3" name="Rectangle 2">
            <a:extLst>
              <a:ext uri="{FF2B5EF4-FFF2-40B4-BE49-F238E27FC236}">
                <a16:creationId xmlns:a16="http://schemas.microsoft.com/office/drawing/2014/main" id="{90DD7FE2-A0D9-4694-B07E-B5B889781E31}"/>
              </a:ext>
            </a:extLst>
          </p:cNvPr>
          <p:cNvSpPr/>
          <p:nvPr/>
        </p:nvSpPr>
        <p:spPr>
          <a:xfrm>
            <a:off x="2145323" y="2391508"/>
            <a:ext cx="958362" cy="519965"/>
          </a:xfrm>
          <a:prstGeom prst="rect">
            <a:avLst/>
          </a:prstGeom>
          <a:solidFill>
            <a:srgbClr val="1E24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B2C56BE0-3D7C-4211-B33A-E7F7D840FC42}"/>
              </a:ext>
            </a:extLst>
          </p:cNvPr>
          <p:cNvSpPr/>
          <p:nvPr/>
        </p:nvSpPr>
        <p:spPr>
          <a:xfrm>
            <a:off x="3229032" y="2147589"/>
            <a:ext cx="595621" cy="323157"/>
          </a:xfrm>
          <a:prstGeom prst="rect">
            <a:avLst/>
          </a:prstGeom>
          <a:solidFill>
            <a:srgbClr val="1E24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B2C56BE0-3D7C-4211-B33A-E7F7D840FC42}"/>
              </a:ext>
            </a:extLst>
          </p:cNvPr>
          <p:cNvSpPr/>
          <p:nvPr/>
        </p:nvSpPr>
        <p:spPr>
          <a:xfrm>
            <a:off x="5566690" y="2170739"/>
            <a:ext cx="595621" cy="323157"/>
          </a:xfrm>
          <a:prstGeom prst="rect">
            <a:avLst/>
          </a:prstGeom>
          <a:solidFill>
            <a:srgbClr val="1E24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90DD7FE2-A0D9-4694-B07E-B5B889781E31}"/>
              </a:ext>
            </a:extLst>
          </p:cNvPr>
          <p:cNvSpPr/>
          <p:nvPr/>
        </p:nvSpPr>
        <p:spPr>
          <a:xfrm>
            <a:off x="6198484" y="2401976"/>
            <a:ext cx="958362" cy="519965"/>
          </a:xfrm>
          <a:prstGeom prst="rect">
            <a:avLst/>
          </a:prstGeom>
          <a:solidFill>
            <a:srgbClr val="1E24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5">
            <a:extLst>
              <a:ext uri="{FF2B5EF4-FFF2-40B4-BE49-F238E27FC236}">
                <a16:creationId xmlns:a16="http://schemas.microsoft.com/office/drawing/2014/main" id="{FF7A41E4-E0BA-4E56-9318-D93B9C85250B}"/>
              </a:ext>
            </a:extLst>
          </p:cNvPr>
          <p:cNvPicPr>
            <a:picLocks noChangeAspect="1"/>
          </p:cNvPicPr>
          <p:nvPr/>
        </p:nvPicPr>
        <p:blipFill rotWithShape="1">
          <a:blip r:embed="rId3">
            <a:extLst>
              <a:ext uri="{28A0092B-C50C-407E-A947-70E740481C1C}">
                <a14:useLocalDpi xmlns:a14="http://schemas.microsoft.com/office/drawing/2010/main" val="0"/>
              </a:ext>
            </a:extLst>
          </a:blip>
          <a:srcRect r="49068"/>
          <a:stretch/>
        </p:blipFill>
        <p:spPr>
          <a:xfrm>
            <a:off x="1528763" y="972107"/>
            <a:ext cx="3240007" cy="5316744"/>
          </a:xfrm>
          <a:prstGeom prst="rect">
            <a:avLst/>
          </a:prstGeom>
        </p:spPr>
      </p:pic>
      <p:pic>
        <p:nvPicPr>
          <p:cNvPr id="16" name="Image 5">
            <a:extLst>
              <a:ext uri="{FF2B5EF4-FFF2-40B4-BE49-F238E27FC236}">
                <a16:creationId xmlns:a16="http://schemas.microsoft.com/office/drawing/2014/main" id="{FF7A41E4-E0BA-4E56-9318-D93B9C85250B}"/>
              </a:ext>
            </a:extLst>
          </p:cNvPr>
          <p:cNvPicPr>
            <a:picLocks noChangeAspect="1"/>
          </p:cNvPicPr>
          <p:nvPr/>
        </p:nvPicPr>
        <p:blipFill rotWithShape="1">
          <a:blip r:embed="rId3">
            <a:extLst>
              <a:ext uri="{28A0092B-C50C-407E-A947-70E740481C1C}">
                <a14:useLocalDpi xmlns:a14="http://schemas.microsoft.com/office/drawing/2010/main" val="0"/>
              </a:ext>
            </a:extLst>
          </a:blip>
          <a:srcRect r="49068"/>
          <a:stretch/>
        </p:blipFill>
        <p:spPr>
          <a:xfrm flipH="1">
            <a:off x="4729462" y="972107"/>
            <a:ext cx="2938044" cy="5316744"/>
          </a:xfrm>
          <a:prstGeom prst="rect">
            <a:avLst/>
          </a:prstGeom>
        </p:spPr>
      </p:pic>
    </p:spTree>
    <p:extLst>
      <p:ext uri="{BB962C8B-B14F-4D97-AF65-F5344CB8AC3E}">
        <p14:creationId xmlns:p14="http://schemas.microsoft.com/office/powerpoint/2010/main" val="12058496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3"/>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dirty="0" smtClean="0"/>
              <a:t>Credits</a:t>
            </a:r>
            <a:endParaRPr dirty="0"/>
          </a:p>
        </p:txBody>
      </p:sp>
      <p:sp>
        <p:nvSpPr>
          <p:cNvPr id="213" name="Google Shape;213;p13"/>
          <p:cNvSpPr txBox="1">
            <a:spLocks noGrp="1"/>
          </p:cNvSpPr>
          <p:nvPr>
            <p:ph type="body" idx="1"/>
          </p:nvPr>
        </p:nvSpPr>
        <p:spPr>
          <a:xfrm>
            <a:off x="1207773" y="1430150"/>
            <a:ext cx="7111881" cy="3265800"/>
          </a:xfrm>
          <a:prstGeom prst="rect">
            <a:avLst/>
          </a:prstGeom>
        </p:spPr>
        <p:txBody>
          <a:bodyPr spcFirstLastPara="1" wrap="square" lIns="0" tIns="0" rIns="0" bIns="0" anchor="t" anchorCtr="0">
            <a:noAutofit/>
          </a:bodyPr>
          <a:lstStyle/>
          <a:p>
            <a:pPr marL="0" lvl="0" indent="0">
              <a:buNone/>
            </a:pPr>
            <a:r>
              <a:rPr lang="en-US" dirty="0"/>
              <a:t>Special thanks to all the people who contributed to the </a:t>
            </a:r>
          </a:p>
          <a:p>
            <a:pPr marL="0" lvl="0" indent="0">
              <a:buNone/>
            </a:pPr>
            <a:r>
              <a:rPr lang="en-US" dirty="0"/>
              <a:t>Realization of this presentation</a:t>
            </a:r>
            <a:r>
              <a:rPr lang="en-US" dirty="0" smtClean="0"/>
              <a:t>. </a:t>
            </a:r>
            <a:endParaRPr lang="en-US" sz="2400" dirty="0"/>
          </a:p>
          <a:p>
            <a:pPr marL="0" lvl="0" indent="0" algn="l" rtl="0">
              <a:spcBef>
                <a:spcPts val="0"/>
              </a:spcBef>
              <a:spcAft>
                <a:spcPts val="0"/>
              </a:spcAft>
              <a:buClr>
                <a:schemeClr val="dk1"/>
              </a:buClr>
              <a:buSzPts val="1100"/>
              <a:buFont typeface="Arial"/>
              <a:buNone/>
            </a:pPr>
            <a:endParaRPr dirty="0"/>
          </a:p>
        </p:txBody>
      </p:sp>
      <p:sp>
        <p:nvSpPr>
          <p:cNvPr id="215" name="Google Shape;215;p13"/>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a:t>
            </a:fld>
            <a:endParaRPr/>
          </a:p>
        </p:txBody>
      </p:sp>
      <p:sp>
        <p:nvSpPr>
          <p:cNvPr id="4" name="Heart 3"/>
          <p:cNvSpPr/>
          <p:nvPr/>
        </p:nvSpPr>
        <p:spPr>
          <a:xfrm>
            <a:off x="8017116" y="955964"/>
            <a:ext cx="563514" cy="526473"/>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39"/>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ROADMAP</a:t>
            </a:r>
            <a:endParaRPr/>
          </a:p>
        </p:txBody>
      </p:sp>
      <p:sp>
        <p:nvSpPr>
          <p:cNvPr id="541" name="Google Shape;541;p3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a:t>
            </a:fld>
            <a:endParaRPr/>
          </a:p>
        </p:txBody>
      </p:sp>
      <p:sp>
        <p:nvSpPr>
          <p:cNvPr id="542" name="Google Shape;542;p39"/>
          <p:cNvSpPr/>
          <p:nvPr/>
        </p:nvSpPr>
        <p:spPr>
          <a:xfrm>
            <a:off x="0" y="2377978"/>
            <a:ext cx="9576262"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39"/>
          <p:cNvSpPr/>
          <p:nvPr/>
        </p:nvSpPr>
        <p:spPr>
          <a:xfrm>
            <a:off x="0" y="2371028"/>
            <a:ext cx="9576262"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dk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544" name="Google Shape;544;p39"/>
          <p:cNvGrpSpPr/>
          <p:nvPr/>
        </p:nvGrpSpPr>
        <p:grpSpPr>
          <a:xfrm>
            <a:off x="1918297" y="1629799"/>
            <a:ext cx="473400" cy="473400"/>
            <a:chOff x="1786339" y="1703401"/>
            <a:chExt cx="473400" cy="473400"/>
          </a:xfrm>
        </p:grpSpPr>
        <p:sp>
          <p:nvSpPr>
            <p:cNvPr id="545" name="Google Shape;545;p39"/>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46" name="Google Shape;546;p39"/>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1</a:t>
              </a:r>
              <a:endParaRPr sz="600">
                <a:solidFill>
                  <a:schemeClr val="dk1"/>
                </a:solidFill>
                <a:latin typeface="Inria Sans"/>
                <a:ea typeface="Inria Sans"/>
                <a:cs typeface="Inria Sans"/>
                <a:sym typeface="Inria Sans"/>
              </a:endParaRPr>
            </a:p>
          </p:txBody>
        </p:sp>
      </p:grpSp>
      <p:grpSp>
        <p:nvGrpSpPr>
          <p:cNvPr id="547" name="Google Shape;547;p39"/>
          <p:cNvGrpSpPr/>
          <p:nvPr/>
        </p:nvGrpSpPr>
        <p:grpSpPr>
          <a:xfrm>
            <a:off x="4010358" y="1674075"/>
            <a:ext cx="473400" cy="473400"/>
            <a:chOff x="3814414" y="1703401"/>
            <a:chExt cx="473400" cy="473400"/>
          </a:xfrm>
        </p:grpSpPr>
        <p:sp>
          <p:nvSpPr>
            <p:cNvPr id="548" name="Google Shape;548;p39"/>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49" name="Google Shape;549;p39"/>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dirty="0">
                  <a:solidFill>
                    <a:schemeClr val="dk1"/>
                  </a:solidFill>
                  <a:latin typeface="Inria Sans"/>
                  <a:ea typeface="Inria Sans"/>
                  <a:cs typeface="Inria Sans"/>
                  <a:sym typeface="Inria Sans"/>
                </a:rPr>
                <a:t>3</a:t>
              </a:r>
              <a:endParaRPr sz="600" dirty="0">
                <a:solidFill>
                  <a:schemeClr val="dk1"/>
                </a:solidFill>
                <a:latin typeface="Inria Sans"/>
                <a:ea typeface="Inria Sans"/>
                <a:cs typeface="Inria Sans"/>
                <a:sym typeface="Inria Sans"/>
              </a:endParaRPr>
            </a:p>
          </p:txBody>
        </p:sp>
      </p:grpSp>
      <p:grpSp>
        <p:nvGrpSpPr>
          <p:cNvPr id="556" name="Google Shape;556;p39"/>
          <p:cNvGrpSpPr/>
          <p:nvPr/>
        </p:nvGrpSpPr>
        <p:grpSpPr>
          <a:xfrm>
            <a:off x="5021092" y="3601206"/>
            <a:ext cx="473400" cy="473400"/>
            <a:chOff x="4852739" y="3576300"/>
            <a:chExt cx="473400" cy="473400"/>
          </a:xfrm>
        </p:grpSpPr>
        <p:sp>
          <p:nvSpPr>
            <p:cNvPr id="557" name="Google Shape;557;p39"/>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58" name="Google Shape;558;p39"/>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dirty="0">
                  <a:solidFill>
                    <a:schemeClr val="dk1"/>
                  </a:solidFill>
                  <a:latin typeface="Inria Sans"/>
                  <a:ea typeface="Inria Sans"/>
                  <a:cs typeface="Inria Sans"/>
                  <a:sym typeface="Inria Sans"/>
                </a:rPr>
                <a:t>4</a:t>
              </a:r>
              <a:endParaRPr sz="600" dirty="0">
                <a:solidFill>
                  <a:schemeClr val="dk1"/>
                </a:solidFill>
                <a:latin typeface="Inria Sans"/>
                <a:ea typeface="Inria Sans"/>
                <a:cs typeface="Inria Sans"/>
                <a:sym typeface="Inria Sans"/>
              </a:endParaRPr>
            </a:p>
          </p:txBody>
        </p:sp>
      </p:grpSp>
      <p:grpSp>
        <p:nvGrpSpPr>
          <p:cNvPr id="559" name="Google Shape;559;p39"/>
          <p:cNvGrpSpPr/>
          <p:nvPr/>
        </p:nvGrpSpPr>
        <p:grpSpPr>
          <a:xfrm>
            <a:off x="2927709" y="3619524"/>
            <a:ext cx="473400" cy="473400"/>
            <a:chOff x="2824664" y="3576300"/>
            <a:chExt cx="473400" cy="473400"/>
          </a:xfrm>
        </p:grpSpPr>
        <p:sp>
          <p:nvSpPr>
            <p:cNvPr id="560" name="Google Shape;560;p39"/>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61" name="Google Shape;561;p39"/>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2</a:t>
              </a:r>
              <a:endParaRPr sz="600">
                <a:solidFill>
                  <a:schemeClr val="dk1"/>
                </a:solidFill>
                <a:latin typeface="Inria Sans"/>
                <a:ea typeface="Inria Sans"/>
                <a:cs typeface="Inria Sans"/>
                <a:sym typeface="Inria Sans"/>
              </a:endParaRPr>
            </a:p>
          </p:txBody>
        </p:sp>
      </p:grpSp>
      <p:sp>
        <p:nvSpPr>
          <p:cNvPr id="562" name="Google Shape;562;p39"/>
          <p:cNvSpPr txBox="1"/>
          <p:nvPr/>
        </p:nvSpPr>
        <p:spPr>
          <a:xfrm>
            <a:off x="5803579" y="109987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dirty="0" smtClean="0">
                <a:solidFill>
                  <a:schemeClr val="dk1"/>
                </a:solidFill>
                <a:latin typeface="Inria Sans"/>
                <a:ea typeface="Inria Sans"/>
                <a:cs typeface="Inria Sans"/>
                <a:sym typeface="Inria Sans"/>
              </a:rPr>
              <a:t>Conclusion</a:t>
            </a:r>
            <a:endParaRPr sz="900" dirty="0">
              <a:solidFill>
                <a:schemeClr val="dk1"/>
              </a:solidFill>
              <a:latin typeface="Inria Sans"/>
              <a:ea typeface="Inria Sans"/>
              <a:cs typeface="Inria Sans"/>
              <a:sym typeface="Inria Sans"/>
            </a:endParaRPr>
          </a:p>
        </p:txBody>
      </p:sp>
      <p:sp>
        <p:nvSpPr>
          <p:cNvPr id="563" name="Google Shape;563;p39"/>
          <p:cNvSpPr txBox="1"/>
          <p:nvPr/>
        </p:nvSpPr>
        <p:spPr>
          <a:xfrm>
            <a:off x="3670908" y="1095409"/>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dirty="0" smtClean="0">
                <a:solidFill>
                  <a:schemeClr val="dk1"/>
                </a:solidFill>
                <a:latin typeface="Inria Sans"/>
                <a:ea typeface="Inria Sans"/>
                <a:cs typeface="Inria Sans"/>
                <a:sym typeface="Inria Sans"/>
              </a:rPr>
              <a:t>Proposed Solution</a:t>
            </a:r>
            <a:endParaRPr sz="900" dirty="0">
              <a:solidFill>
                <a:schemeClr val="dk1"/>
              </a:solidFill>
              <a:latin typeface="Inria Sans"/>
              <a:ea typeface="Inria Sans"/>
              <a:cs typeface="Inria Sans"/>
              <a:sym typeface="Inria Sans"/>
            </a:endParaRPr>
          </a:p>
        </p:txBody>
      </p:sp>
      <p:sp>
        <p:nvSpPr>
          <p:cNvPr id="565" name="Google Shape;565;p39"/>
          <p:cNvSpPr txBox="1"/>
          <p:nvPr/>
        </p:nvSpPr>
        <p:spPr>
          <a:xfrm>
            <a:off x="2588259" y="4106028"/>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dirty="0" smtClean="0">
                <a:solidFill>
                  <a:schemeClr val="dk1"/>
                </a:solidFill>
                <a:latin typeface="Inria Sans"/>
                <a:ea typeface="Inria Sans"/>
                <a:cs typeface="Inria Sans"/>
                <a:sym typeface="Inria Sans"/>
              </a:rPr>
              <a:t>State  of the Art</a:t>
            </a:r>
            <a:endParaRPr sz="900" dirty="0">
              <a:solidFill>
                <a:schemeClr val="dk1"/>
              </a:solidFill>
              <a:latin typeface="Inria Sans"/>
              <a:ea typeface="Inria Sans"/>
              <a:cs typeface="Inria Sans"/>
              <a:sym typeface="Inria Sans"/>
            </a:endParaRPr>
          </a:p>
        </p:txBody>
      </p:sp>
      <p:sp>
        <p:nvSpPr>
          <p:cNvPr id="566" name="Google Shape;566;p39"/>
          <p:cNvSpPr txBox="1"/>
          <p:nvPr/>
        </p:nvSpPr>
        <p:spPr>
          <a:xfrm>
            <a:off x="4681642" y="408771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dirty="0" smtClean="0">
                <a:solidFill>
                  <a:schemeClr val="dk1"/>
                </a:solidFill>
                <a:latin typeface="Inria Sans"/>
                <a:ea typeface="Inria Sans"/>
                <a:cs typeface="Inria Sans"/>
                <a:sym typeface="Inria Sans"/>
              </a:rPr>
              <a:t>Experimental Results and Discussion</a:t>
            </a:r>
            <a:endParaRPr sz="900" dirty="0">
              <a:solidFill>
                <a:schemeClr val="dk1"/>
              </a:solidFill>
              <a:latin typeface="Inria Sans"/>
              <a:ea typeface="Inria Sans"/>
              <a:cs typeface="Inria Sans"/>
              <a:sym typeface="Inria Sans"/>
            </a:endParaRPr>
          </a:p>
        </p:txBody>
      </p:sp>
      <p:grpSp>
        <p:nvGrpSpPr>
          <p:cNvPr id="26" name="Google Shape;544;p39"/>
          <p:cNvGrpSpPr/>
          <p:nvPr/>
        </p:nvGrpSpPr>
        <p:grpSpPr>
          <a:xfrm>
            <a:off x="6160219" y="1678490"/>
            <a:ext cx="473400" cy="473400"/>
            <a:chOff x="1786339" y="1703401"/>
            <a:chExt cx="473400" cy="473400"/>
          </a:xfrm>
        </p:grpSpPr>
        <p:sp>
          <p:nvSpPr>
            <p:cNvPr id="27" name="Google Shape;545;p39"/>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28" name="Google Shape;546;p39"/>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dirty="0">
                  <a:solidFill>
                    <a:schemeClr val="dk1"/>
                  </a:solidFill>
                  <a:latin typeface="Inria Sans"/>
                  <a:ea typeface="Inria Sans"/>
                  <a:cs typeface="Inria Sans"/>
                  <a:sym typeface="Inria Sans"/>
                </a:rPr>
                <a:t>5</a:t>
              </a:r>
              <a:endParaRPr sz="600" dirty="0">
                <a:solidFill>
                  <a:schemeClr val="dk1"/>
                </a:solidFill>
                <a:latin typeface="Inria Sans"/>
                <a:ea typeface="Inria Sans"/>
                <a:cs typeface="Inria Sans"/>
                <a:sym typeface="Inria Sans"/>
              </a:endParaRPr>
            </a:p>
          </p:txBody>
        </p:sp>
      </p:grpSp>
      <p:grpSp>
        <p:nvGrpSpPr>
          <p:cNvPr id="29" name="Google Shape;547;p39"/>
          <p:cNvGrpSpPr/>
          <p:nvPr/>
        </p:nvGrpSpPr>
        <p:grpSpPr>
          <a:xfrm>
            <a:off x="7254301" y="3559026"/>
            <a:ext cx="473400" cy="473400"/>
            <a:chOff x="3814414" y="1703401"/>
            <a:chExt cx="473400" cy="473400"/>
          </a:xfrm>
        </p:grpSpPr>
        <p:sp>
          <p:nvSpPr>
            <p:cNvPr id="30" name="Google Shape;548;p39"/>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31" name="Google Shape;549;p39"/>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dirty="0" smtClean="0">
                  <a:solidFill>
                    <a:schemeClr val="dk1"/>
                  </a:solidFill>
                  <a:latin typeface="Inria Sans"/>
                  <a:ea typeface="Inria Sans"/>
                  <a:cs typeface="Inria Sans"/>
                  <a:sym typeface="Inria Sans"/>
                </a:rPr>
                <a:t>3</a:t>
              </a:r>
              <a:endParaRPr sz="600" dirty="0">
                <a:solidFill>
                  <a:schemeClr val="dk1"/>
                </a:solidFill>
                <a:latin typeface="Inria Sans"/>
                <a:ea typeface="Inria Sans"/>
                <a:cs typeface="Inria Sans"/>
                <a:sym typeface="Inria Sans"/>
              </a:endParaRPr>
            </a:p>
          </p:txBody>
        </p:sp>
      </p:grpSp>
      <p:sp>
        <p:nvSpPr>
          <p:cNvPr id="35" name="Google Shape;562;p39"/>
          <p:cNvSpPr txBox="1"/>
          <p:nvPr/>
        </p:nvSpPr>
        <p:spPr>
          <a:xfrm>
            <a:off x="1444747" y="105101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dirty="0" smtClean="0">
                <a:solidFill>
                  <a:schemeClr val="dk1"/>
                </a:solidFill>
                <a:latin typeface="Inria Sans"/>
                <a:ea typeface="Inria Sans"/>
                <a:cs typeface="Inria Sans"/>
                <a:sym typeface="Inria Sans"/>
              </a:rPr>
              <a:t>General Project Context</a:t>
            </a:r>
            <a:endParaRPr sz="900" dirty="0">
              <a:solidFill>
                <a:schemeClr val="dk1"/>
              </a:solidFill>
              <a:latin typeface="Inria Sans"/>
              <a:ea typeface="Inria Sans"/>
              <a:cs typeface="Inria Sans"/>
              <a:sym typeface="Inria Sans"/>
            </a:endParaRPr>
          </a:p>
        </p:txBody>
      </p:sp>
      <p:sp>
        <p:nvSpPr>
          <p:cNvPr id="36" name="Google Shape;563;p39"/>
          <p:cNvSpPr txBox="1"/>
          <p:nvPr/>
        </p:nvSpPr>
        <p:spPr>
          <a:xfrm>
            <a:off x="6847801" y="371376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dirty="0" smtClean="0">
                <a:solidFill>
                  <a:schemeClr val="dk1"/>
                </a:solidFill>
                <a:latin typeface="Inria Sans"/>
                <a:ea typeface="Inria Sans"/>
                <a:cs typeface="Inria Sans"/>
                <a:sym typeface="Inria Sans"/>
              </a:rPr>
              <a:t>Outlook</a:t>
            </a:r>
            <a:endParaRPr sz="900" dirty="0">
              <a:solidFill>
                <a:schemeClr val="dk1"/>
              </a:solidFill>
              <a:latin typeface="Inria Sans"/>
              <a:ea typeface="Inria Sans"/>
              <a:cs typeface="Inria Sans"/>
              <a:sym typeface="Inria San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smtClean="0"/>
              <a:t>General Project Context</a:t>
            </a:r>
            <a:endParaRPr dirty="0"/>
          </a:p>
        </p:txBody>
      </p:sp>
      <p:sp>
        <p:nvSpPr>
          <p:cNvPr id="229" name="Google Shape;229;p15"/>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dirty="0"/>
              <a:t>Let’s </a:t>
            </a:r>
            <a:r>
              <a:rPr lang="en" dirty="0" smtClean="0"/>
              <a:t>discover the First Chapter</a:t>
            </a:r>
            <a:endParaRPr dirty="0"/>
          </a:p>
        </p:txBody>
      </p:sp>
      <p:sp>
        <p:nvSpPr>
          <p:cNvPr id="230" name="Google Shape;230;p15"/>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800" b="1" dirty="0">
                <a:solidFill>
                  <a:schemeClr val="dk1"/>
                </a:solidFill>
                <a:latin typeface="Saira Semi Condensed"/>
                <a:ea typeface="Saira Semi Condensed"/>
                <a:cs typeface="Saira Semi Condensed"/>
                <a:sym typeface="Saira Semi Condensed"/>
              </a:rPr>
              <a:t>1</a:t>
            </a:r>
            <a:endParaRPr b="1" dirty="0">
              <a:solidFill>
                <a:schemeClr val="dk1"/>
              </a:solidFill>
              <a:latin typeface="Saira Semi Condensed"/>
              <a:ea typeface="Saira Semi Condensed"/>
              <a:cs typeface="Saira Semi Condensed"/>
              <a:sym typeface="Saira Semi Condensed"/>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50" y="855500"/>
            <a:ext cx="3608400" cy="351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000" dirty="0" smtClean="0"/>
              <a:t>HOST COMPANY</a:t>
            </a:r>
            <a:endParaRPr sz="3000" dirty="0"/>
          </a:p>
        </p:txBody>
      </p:sp>
      <p:sp>
        <p:nvSpPr>
          <p:cNvPr id="285" name="Google Shape;285;p21"/>
          <p:cNvSpPr txBox="1">
            <a:spLocks noGrp="1"/>
          </p:cNvSpPr>
          <p:nvPr>
            <p:ph type="body" idx="1"/>
          </p:nvPr>
        </p:nvSpPr>
        <p:spPr>
          <a:xfrm>
            <a:off x="739763" y="1723736"/>
            <a:ext cx="4648665" cy="2060700"/>
          </a:xfrm>
          <a:prstGeom prst="rect">
            <a:avLst/>
          </a:prstGeom>
        </p:spPr>
        <p:txBody>
          <a:bodyPr spcFirstLastPara="1" wrap="square" lIns="0" tIns="0" rIns="0" bIns="0" anchor="t" anchorCtr="0">
            <a:noAutofit/>
          </a:bodyPr>
          <a:lstStyle/>
          <a:p>
            <a:r>
              <a:rPr lang="en-US" sz="1600" dirty="0"/>
              <a:t>Since 2010, </a:t>
            </a:r>
            <a:r>
              <a:rPr lang="en-US" sz="1600" b="1" dirty="0"/>
              <a:t>Primatec Engineering </a:t>
            </a:r>
            <a:r>
              <a:rPr lang="en-US" sz="1600" dirty="0"/>
              <a:t>has become a prominent offshore outsourcing company, specialized in the test and development of electronic controllers. </a:t>
            </a:r>
            <a:endParaRPr lang="en-US" sz="1600" dirty="0" smtClean="0"/>
          </a:p>
          <a:p>
            <a:endParaRPr lang="en-US" sz="1600" dirty="0" smtClean="0"/>
          </a:p>
          <a:p>
            <a:r>
              <a:rPr lang="en-US" sz="1600" dirty="0" smtClean="0"/>
              <a:t>Headquartered </a:t>
            </a:r>
            <a:r>
              <a:rPr lang="en-US" sz="1600" dirty="0"/>
              <a:t>in Sfax, Tunisia, it consists of the businesses of customized, innovative and cost-efficient IT solutions to the automotive industry.</a:t>
            </a:r>
            <a:endParaRPr sz="1000" dirty="0"/>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6</a:t>
            </a:fld>
            <a:endParaRP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28521" b="32193"/>
          <a:stretch/>
        </p:blipFill>
        <p:spPr>
          <a:xfrm>
            <a:off x="5742895" y="2275115"/>
            <a:ext cx="2449286" cy="9579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6846809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49" y="855500"/>
            <a:ext cx="4300321" cy="351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000" dirty="0" smtClean="0"/>
              <a:t>General Context of Work</a:t>
            </a:r>
            <a:endParaRPr sz="3000" dirty="0"/>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7</a:t>
            </a:fld>
            <a:endParaRPr/>
          </a:p>
        </p:txBody>
      </p:sp>
      <p:sp>
        <p:nvSpPr>
          <p:cNvPr id="2" name="Text Placeholder 1"/>
          <p:cNvSpPr>
            <a:spLocks noGrp="1"/>
          </p:cNvSpPr>
          <p:nvPr>
            <p:ph type="body" idx="1"/>
          </p:nvPr>
        </p:nvSpPr>
        <p:spPr/>
        <p:txBody>
          <a:bodyPr/>
          <a:lstStyle/>
          <a:p>
            <a:pPr marL="114300" indent="0">
              <a:buNone/>
            </a:pPr>
            <a:r>
              <a:rPr lang="en-US" sz="1600" dirty="0" smtClean="0"/>
              <a:t>We have </a:t>
            </a:r>
            <a:r>
              <a:rPr lang="en-US" sz="1600" dirty="0"/>
              <a:t>developed a tool dedicated to the analysis of a large number of log files" </a:t>
            </a:r>
            <a:r>
              <a:rPr lang="en-US" sz="1600" dirty="0" smtClean="0"/>
              <a:t>that consists </a:t>
            </a:r>
            <a:r>
              <a:rPr lang="en-US" sz="1600" dirty="0"/>
              <a:t>of extracting useful information from these files to infer the behavior of logged systems.</a:t>
            </a:r>
          </a:p>
        </p:txBody>
      </p:sp>
    </p:spTree>
    <p:extLst>
      <p:ext uri="{BB962C8B-B14F-4D97-AF65-F5344CB8AC3E}">
        <p14:creationId xmlns:p14="http://schemas.microsoft.com/office/powerpoint/2010/main" val="1918642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50" y="855500"/>
            <a:ext cx="3608400" cy="351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000" dirty="0" smtClean="0"/>
              <a:t>Problematic</a:t>
            </a:r>
            <a:endParaRPr sz="3000" dirty="0"/>
          </a:p>
        </p:txBody>
      </p:sp>
      <p:sp>
        <p:nvSpPr>
          <p:cNvPr id="285" name="Google Shape;285;p21"/>
          <p:cNvSpPr txBox="1">
            <a:spLocks noGrp="1"/>
          </p:cNvSpPr>
          <p:nvPr>
            <p:ph type="body" idx="1"/>
          </p:nvPr>
        </p:nvSpPr>
        <p:spPr>
          <a:xfrm>
            <a:off x="739763" y="1723736"/>
            <a:ext cx="7986226" cy="2060700"/>
          </a:xfrm>
          <a:prstGeom prst="rect">
            <a:avLst/>
          </a:prstGeom>
        </p:spPr>
        <p:txBody>
          <a:bodyPr spcFirstLastPara="1" wrap="square" lIns="0" tIns="0" rIns="0" bIns="0" anchor="t" anchorCtr="0">
            <a:noAutofit/>
          </a:bodyPr>
          <a:lstStyle/>
          <a:p>
            <a:pPr marL="114300" indent="0">
              <a:buNone/>
            </a:pPr>
            <a:r>
              <a:rPr lang="en-US" sz="1600" dirty="0"/>
              <a:t>Traditionally, several experts analyze the error logs and find the solutions according to their expertise and knowledge database, and sometimes solving one issue, may lead to another issue on a related server. This issue occurs when the analysts do not have complete knowledge of the system.</a:t>
            </a:r>
            <a:endParaRPr lang="en-US" sz="1600" dirty="0" smtClean="0"/>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8</a:t>
            </a:fld>
            <a:endParaRPr/>
          </a:p>
        </p:txBody>
      </p:sp>
      <p:sp>
        <p:nvSpPr>
          <p:cNvPr id="6" name="Google Shape;229;p15"/>
          <p:cNvSpPr txBox="1">
            <a:spLocks/>
          </p:cNvSpPr>
          <p:nvPr/>
        </p:nvSpPr>
        <p:spPr>
          <a:xfrm>
            <a:off x="724472" y="4168180"/>
            <a:ext cx="6634200" cy="3864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4"/>
              </a:buClr>
              <a:buSzPts val="1800"/>
              <a:buFont typeface="Inria Sans"/>
              <a:buChar char="⬥"/>
              <a:defRPr sz="2400" b="0" i="0" u="none" strike="noStrike" cap="none">
                <a:solidFill>
                  <a:schemeClr val="dk1"/>
                </a:solidFill>
                <a:latin typeface="Inria Sans"/>
                <a:ea typeface="Inria Sans"/>
                <a:cs typeface="Inria Sans"/>
                <a:sym typeface="Inria Sans"/>
              </a:defRPr>
            </a:lvl1pPr>
            <a:lvl2pPr marL="914400" marR="0" lvl="1" indent="-342900" algn="l" rtl="0">
              <a:lnSpc>
                <a:spcPct val="100000"/>
              </a:lnSpc>
              <a:spcBef>
                <a:spcPts val="600"/>
              </a:spcBef>
              <a:spcAft>
                <a:spcPts val="0"/>
              </a:spcAft>
              <a:buClr>
                <a:schemeClr val="accent3"/>
              </a:buClr>
              <a:buSzPts val="1800"/>
              <a:buFont typeface="Inria Sans"/>
              <a:buChar char="⬦"/>
              <a:defRPr sz="2400" b="0" i="0" u="none" strike="noStrike" cap="none">
                <a:solidFill>
                  <a:schemeClr val="dk1"/>
                </a:solidFill>
                <a:latin typeface="Inria Sans"/>
                <a:ea typeface="Inria Sans"/>
                <a:cs typeface="Inria Sans"/>
                <a:sym typeface="Inria Sans"/>
              </a:defRPr>
            </a:lvl2pPr>
            <a:lvl3pPr marL="1371600" marR="0" lvl="2" indent="-381000" algn="l" rtl="0">
              <a:lnSpc>
                <a:spcPct val="100000"/>
              </a:lnSpc>
              <a:spcBef>
                <a:spcPts val="600"/>
              </a:spcBef>
              <a:spcAft>
                <a:spcPts val="0"/>
              </a:spcAft>
              <a:buClr>
                <a:schemeClr val="accent2"/>
              </a:buClr>
              <a:buSzPts val="2400"/>
              <a:buFont typeface="Inria Sans"/>
              <a:buChar char="⬩"/>
              <a:defRPr sz="2400" b="0" i="0" u="none" strike="noStrike" cap="none">
                <a:solidFill>
                  <a:schemeClr val="dk1"/>
                </a:solidFill>
                <a:latin typeface="Inria Sans"/>
                <a:ea typeface="Inria Sans"/>
                <a:cs typeface="Inria Sans"/>
                <a:sym typeface="Inria Sans"/>
              </a:defRPr>
            </a:lvl3pPr>
            <a:lvl4pPr marL="1828800" marR="0" lvl="3"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4pPr>
            <a:lvl5pPr marL="2286000" marR="0" lvl="4"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5pPr>
            <a:lvl6pPr marL="2743200" marR="0" lvl="5"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6pPr>
            <a:lvl7pPr marL="3200400" marR="0" lvl="6"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7pPr>
            <a:lvl8pPr marL="3657600" marR="0" lvl="7"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8pPr>
            <a:lvl9pPr marL="4114800" marR="0" lvl="8" indent="-381000" algn="l" rtl="0">
              <a:lnSpc>
                <a:spcPct val="100000"/>
              </a:lnSpc>
              <a:spcBef>
                <a:spcPts val="600"/>
              </a:spcBef>
              <a:spcAft>
                <a:spcPts val="60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9pPr>
          </a:lstStyle>
          <a:p>
            <a:pPr marL="0" indent="0">
              <a:spcAft>
                <a:spcPts val="600"/>
              </a:spcAft>
              <a:buFont typeface="Inria Sans"/>
              <a:buNone/>
            </a:pPr>
            <a:r>
              <a:rPr lang="en-US" dirty="0" smtClean="0">
                <a:solidFill>
                  <a:schemeClr val="accent4">
                    <a:lumMod val="60000"/>
                    <a:lumOff val="40000"/>
                  </a:schemeClr>
                </a:solidFill>
              </a:rPr>
              <a:t>How can we overcome these problems ?</a:t>
            </a:r>
            <a:endParaRPr lang="en-US" dirty="0">
              <a:solidFill>
                <a:schemeClr val="accent4">
                  <a:lumMod val="60000"/>
                  <a:lumOff val="40000"/>
                </a:schemeClr>
              </a:solidFill>
            </a:endParaRPr>
          </a:p>
        </p:txBody>
      </p:sp>
    </p:spTree>
    <p:extLst>
      <p:ext uri="{BB962C8B-B14F-4D97-AF65-F5344CB8AC3E}">
        <p14:creationId xmlns:p14="http://schemas.microsoft.com/office/powerpoint/2010/main" val="31542849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50" y="855500"/>
            <a:ext cx="3608400" cy="351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000" dirty="0" smtClean="0"/>
              <a:t>Proposed Solution</a:t>
            </a:r>
            <a:endParaRPr sz="3000" dirty="0"/>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9</a:t>
            </a:fld>
            <a:endParaRPr/>
          </a:p>
        </p:txBody>
      </p:sp>
      <p:sp>
        <p:nvSpPr>
          <p:cNvPr id="2" name="Text Placeholder 1"/>
          <p:cNvSpPr>
            <a:spLocks noGrp="1"/>
          </p:cNvSpPr>
          <p:nvPr>
            <p:ph type="body" idx="1"/>
          </p:nvPr>
        </p:nvSpPr>
        <p:spPr/>
        <p:txBody>
          <a:bodyPr/>
          <a:lstStyle/>
          <a:p>
            <a:r>
              <a:rPr lang="en-US" sz="1800" dirty="0"/>
              <a:t>Our project is to develop a tool dedicated to the analysis of a large number of log files" consists of extracting useful information from these files to infer the behavior of logged systems. </a:t>
            </a:r>
            <a:endParaRPr lang="en-US" sz="1800" dirty="0" smtClean="0"/>
          </a:p>
          <a:p>
            <a:pPr marL="114300" indent="0">
              <a:buNone/>
            </a:pPr>
            <a:endParaRPr lang="en-US" sz="1800" dirty="0"/>
          </a:p>
          <a:p>
            <a:r>
              <a:rPr lang="en-US" sz="1800" dirty="0" smtClean="0"/>
              <a:t>It focuses </a:t>
            </a:r>
            <a:r>
              <a:rPr lang="en-US" sz="1800" dirty="0"/>
              <a:t>on developing a proof of concept for server log analytics through text analysis and machine learning algorithms. </a:t>
            </a:r>
            <a:endParaRPr lang="en-US" sz="1800" dirty="0" smtClean="0"/>
          </a:p>
          <a:p>
            <a:endParaRPr lang="en-US" sz="1800" dirty="0"/>
          </a:p>
        </p:txBody>
      </p:sp>
    </p:spTree>
    <p:extLst>
      <p:ext uri="{BB962C8B-B14F-4D97-AF65-F5344CB8AC3E}">
        <p14:creationId xmlns:p14="http://schemas.microsoft.com/office/powerpoint/2010/main" val="4918570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49" y="855500"/>
            <a:ext cx="4626893" cy="351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000" dirty="0" smtClean="0"/>
              <a:t>Research Methodologies  </a:t>
            </a:r>
            <a:endParaRPr sz="3000" dirty="0"/>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10</a:t>
            </a:fld>
            <a:endParaRPr/>
          </a:p>
        </p:txBody>
      </p:sp>
      <p:sp>
        <p:nvSpPr>
          <p:cNvPr id="2" name="Text Placeholder 1"/>
          <p:cNvSpPr>
            <a:spLocks noGrp="1"/>
          </p:cNvSpPr>
          <p:nvPr>
            <p:ph type="body" idx="1"/>
          </p:nvPr>
        </p:nvSpPr>
        <p:spPr>
          <a:xfrm>
            <a:off x="1207849" y="1430148"/>
            <a:ext cx="7068049" cy="3033900"/>
          </a:xfrm>
        </p:spPr>
        <p:txBody>
          <a:bodyPr/>
          <a:lstStyle/>
          <a:p>
            <a:r>
              <a:rPr lang="en-US" sz="1800" dirty="0" smtClean="0"/>
              <a:t>In our Project, the following steps have been proposed for log data analysis along with topic modelling : </a:t>
            </a:r>
          </a:p>
          <a:p>
            <a:endParaRPr lang="en-US" sz="1800" dirty="0" smtClean="0"/>
          </a:p>
          <a:p>
            <a:pPr marL="114300" indent="0">
              <a:buNone/>
            </a:pPr>
            <a:r>
              <a:rPr lang="en-US" sz="1800" b="1" dirty="0" smtClean="0">
                <a:solidFill>
                  <a:schemeClr val="accent4">
                    <a:lumMod val="40000"/>
                    <a:lumOff val="60000"/>
                  </a:schemeClr>
                </a:solidFill>
                <a:effectLst>
                  <a:outerShdw blurRad="38100" dist="38100" dir="2700000" algn="tl">
                    <a:srgbClr val="000000">
                      <a:alpha val="43137"/>
                    </a:srgbClr>
                  </a:outerShdw>
                </a:effectLst>
              </a:rPr>
              <a:t>            1. Data </a:t>
            </a:r>
            <a:r>
              <a:rPr lang="en-US" sz="1800" b="1" dirty="0">
                <a:solidFill>
                  <a:schemeClr val="accent4">
                    <a:lumMod val="40000"/>
                    <a:lumOff val="60000"/>
                  </a:schemeClr>
                </a:solidFill>
                <a:effectLst>
                  <a:outerShdw blurRad="38100" dist="38100" dir="2700000" algn="tl">
                    <a:srgbClr val="000000">
                      <a:alpha val="43137"/>
                    </a:srgbClr>
                  </a:outerShdw>
                </a:effectLst>
              </a:rPr>
              <a:t>Acquisition and </a:t>
            </a:r>
            <a:r>
              <a:rPr lang="en-US" sz="1800" b="1" dirty="0" smtClean="0">
                <a:solidFill>
                  <a:schemeClr val="accent4">
                    <a:lumMod val="40000"/>
                    <a:lumOff val="60000"/>
                  </a:schemeClr>
                </a:solidFill>
                <a:effectLst>
                  <a:outerShdw blurRad="38100" dist="38100" dir="2700000" algn="tl">
                    <a:srgbClr val="000000">
                      <a:alpha val="43137"/>
                    </a:srgbClr>
                  </a:outerShdw>
                </a:effectLst>
              </a:rPr>
              <a:t>Pre-processing:</a:t>
            </a:r>
          </a:p>
          <a:p>
            <a:pPr marL="114300" indent="0">
              <a:buNone/>
            </a:pPr>
            <a:r>
              <a:rPr lang="en-US" sz="1800" dirty="0" smtClean="0"/>
              <a:t>includes </a:t>
            </a:r>
            <a:r>
              <a:rPr lang="en-US" sz="1800" dirty="0"/>
              <a:t>removing duplicates, symbols</a:t>
            </a:r>
            <a:r>
              <a:rPr lang="en-US" sz="1800" dirty="0" smtClean="0"/>
              <a:t>, and </a:t>
            </a:r>
            <a:r>
              <a:rPr lang="en-US" sz="1800" dirty="0"/>
              <a:t>handling system security information</a:t>
            </a:r>
            <a:endParaRPr lang="en-US" sz="1800" dirty="0" smtClean="0"/>
          </a:p>
          <a:p>
            <a:pPr marL="114300" indent="0">
              <a:buNone/>
            </a:pPr>
            <a:endParaRPr lang="en-US" sz="1800" dirty="0" smtClean="0"/>
          </a:p>
          <a:p>
            <a:pPr marL="114300" indent="0">
              <a:buNone/>
            </a:pPr>
            <a:r>
              <a:rPr lang="en-US" sz="1800" b="1" dirty="0">
                <a:solidFill>
                  <a:schemeClr val="accent4">
                    <a:lumMod val="40000"/>
                    <a:lumOff val="60000"/>
                  </a:schemeClr>
                </a:solidFill>
                <a:effectLst>
                  <a:outerShdw blurRad="38100" dist="38100" dir="2700000" algn="tl">
                    <a:srgbClr val="000000">
                      <a:alpha val="43137"/>
                    </a:srgbClr>
                  </a:outerShdw>
                </a:effectLst>
              </a:rPr>
              <a:t> </a:t>
            </a:r>
            <a:r>
              <a:rPr lang="en-US" sz="1800" b="1" dirty="0" smtClean="0">
                <a:solidFill>
                  <a:schemeClr val="accent4">
                    <a:lumMod val="40000"/>
                    <a:lumOff val="60000"/>
                  </a:schemeClr>
                </a:solidFill>
                <a:effectLst>
                  <a:outerShdw blurRad="38100" dist="38100" dir="2700000" algn="tl">
                    <a:srgbClr val="000000">
                      <a:alpha val="43137"/>
                    </a:srgbClr>
                  </a:outerShdw>
                </a:effectLst>
              </a:rPr>
              <a:t>          2. Generating </a:t>
            </a:r>
            <a:r>
              <a:rPr lang="en-US" sz="1800" b="1" dirty="0">
                <a:solidFill>
                  <a:schemeClr val="accent4">
                    <a:lumMod val="40000"/>
                    <a:lumOff val="60000"/>
                  </a:schemeClr>
                </a:solidFill>
                <a:effectLst>
                  <a:outerShdw blurRad="38100" dist="38100" dir="2700000" algn="tl">
                    <a:srgbClr val="000000">
                      <a:alpha val="43137"/>
                    </a:srgbClr>
                  </a:outerShdw>
                </a:effectLst>
              </a:rPr>
              <a:t>the sequence of </a:t>
            </a:r>
            <a:r>
              <a:rPr lang="en-US" sz="1800" b="1" dirty="0" smtClean="0">
                <a:solidFill>
                  <a:schemeClr val="accent4">
                    <a:lumMod val="40000"/>
                    <a:lumOff val="60000"/>
                  </a:schemeClr>
                </a:solidFill>
                <a:effectLst>
                  <a:outerShdw blurRad="38100" dist="38100" dir="2700000" algn="tl">
                    <a:srgbClr val="000000">
                      <a:alpha val="43137"/>
                    </a:srgbClr>
                  </a:outerShdw>
                </a:effectLst>
              </a:rPr>
              <a:t>events: </a:t>
            </a:r>
          </a:p>
          <a:p>
            <a:pPr marL="114300" indent="0">
              <a:buNone/>
            </a:pPr>
            <a:r>
              <a:rPr lang="en-US" sz="1800" dirty="0" smtClean="0"/>
              <a:t>includes converting </a:t>
            </a:r>
            <a:r>
              <a:rPr lang="en-US" sz="1800" dirty="0"/>
              <a:t>the data </a:t>
            </a:r>
            <a:r>
              <a:rPr lang="en-US" sz="1800" dirty="0" smtClean="0"/>
              <a:t>into binary </a:t>
            </a:r>
            <a:r>
              <a:rPr lang="en-US" sz="1800" dirty="0"/>
              <a:t>form for faster execution</a:t>
            </a:r>
            <a:r>
              <a:rPr lang="en-US" sz="1800" dirty="0" smtClean="0"/>
              <a:t>.</a:t>
            </a:r>
          </a:p>
          <a:p>
            <a:endParaRPr lang="en-US" sz="1800" dirty="0" smtClean="0"/>
          </a:p>
          <a:p>
            <a:pPr marL="114300" indent="0">
              <a:buNone/>
            </a:pPr>
            <a:r>
              <a:rPr lang="en-US" sz="1800" b="1" dirty="0" smtClean="0">
                <a:solidFill>
                  <a:schemeClr val="accent4">
                    <a:lumMod val="40000"/>
                    <a:lumOff val="60000"/>
                  </a:schemeClr>
                </a:solidFill>
                <a:effectLst>
                  <a:outerShdw blurRad="38100" dist="38100" dir="2700000" algn="tl">
                    <a:srgbClr val="000000">
                      <a:alpha val="43137"/>
                    </a:srgbClr>
                  </a:outerShdw>
                </a:effectLst>
              </a:rPr>
              <a:t>            3. Error </a:t>
            </a:r>
            <a:r>
              <a:rPr lang="en-US" sz="1800" b="1" dirty="0">
                <a:solidFill>
                  <a:schemeClr val="accent4">
                    <a:lumMod val="40000"/>
                    <a:lumOff val="60000"/>
                  </a:schemeClr>
                </a:solidFill>
                <a:effectLst>
                  <a:outerShdw blurRad="38100" dist="38100" dir="2700000" algn="tl">
                    <a:srgbClr val="000000">
                      <a:alpha val="43137"/>
                    </a:srgbClr>
                  </a:outerShdw>
                </a:effectLst>
              </a:rPr>
              <a:t>language Model </a:t>
            </a:r>
            <a:r>
              <a:rPr lang="en-US" sz="1800" b="1" dirty="0" smtClean="0">
                <a:solidFill>
                  <a:schemeClr val="accent4">
                    <a:lumMod val="40000"/>
                    <a:lumOff val="60000"/>
                  </a:schemeClr>
                </a:solidFill>
                <a:effectLst>
                  <a:outerShdw blurRad="38100" dist="38100" dir="2700000" algn="tl">
                    <a:srgbClr val="000000">
                      <a:alpha val="43137"/>
                    </a:srgbClr>
                  </a:outerShdw>
                </a:effectLst>
              </a:rPr>
              <a:t>Techniques:</a:t>
            </a:r>
          </a:p>
          <a:p>
            <a:pPr marL="114300" indent="0">
              <a:buNone/>
            </a:pPr>
            <a:r>
              <a:rPr lang="en-US" sz="1800" dirty="0"/>
              <a:t>includes low-frequency data or unseen data in the error messages.</a:t>
            </a:r>
            <a:endParaRPr lang="en-US" sz="1800" dirty="0" smtClean="0"/>
          </a:p>
          <a:p>
            <a:pPr marL="114300" indent="0">
              <a:buNone/>
            </a:pPr>
            <a:endParaRPr lang="en-US" sz="1800" dirty="0"/>
          </a:p>
        </p:txBody>
      </p:sp>
    </p:spTree>
    <p:extLst>
      <p:ext uri="{BB962C8B-B14F-4D97-AF65-F5344CB8AC3E}">
        <p14:creationId xmlns:p14="http://schemas.microsoft.com/office/powerpoint/2010/main" val="20006884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Project Contributions :</a:t>
            </a:r>
            <a:endParaRPr dirty="0"/>
          </a:p>
        </p:txBody>
      </p:sp>
      <p:sp>
        <p:nvSpPr>
          <p:cNvPr id="242" name="Google Shape;242;p17"/>
          <p:cNvSpPr txBox="1">
            <a:spLocks noGrp="1"/>
          </p:cNvSpPr>
          <p:nvPr>
            <p:ph type="body" idx="1"/>
          </p:nvPr>
        </p:nvSpPr>
        <p:spPr>
          <a:xfrm>
            <a:off x="1207850" y="1916285"/>
            <a:ext cx="6728400" cy="3033900"/>
          </a:xfrm>
          <a:prstGeom prst="rect">
            <a:avLst/>
          </a:prstGeom>
        </p:spPr>
        <p:txBody>
          <a:bodyPr spcFirstLastPara="1" wrap="square" lIns="0" tIns="0" rIns="0" bIns="0" anchor="t" anchorCtr="0">
            <a:noAutofit/>
          </a:bodyPr>
          <a:lstStyle/>
          <a:p>
            <a:r>
              <a:rPr lang="en-US" sz="1800" dirty="0"/>
              <a:t>reduce the time and efforts </a:t>
            </a:r>
            <a:r>
              <a:rPr lang="en-US" sz="1800" dirty="0" smtClean="0"/>
              <a:t>for server’s </a:t>
            </a:r>
            <a:r>
              <a:rPr lang="en-US" sz="1800" dirty="0"/>
              <a:t>error log analytics, which improve the productivity of the </a:t>
            </a:r>
            <a:r>
              <a:rPr lang="en-US" sz="1800" dirty="0" smtClean="0"/>
              <a:t>analysts</a:t>
            </a:r>
          </a:p>
          <a:p>
            <a:pPr marL="114300" indent="0">
              <a:buNone/>
            </a:pPr>
            <a:endParaRPr sz="1800" dirty="0"/>
          </a:p>
          <a:p>
            <a:pPr lvl="0">
              <a:spcBef>
                <a:spcPts val="600"/>
              </a:spcBef>
            </a:pPr>
            <a:r>
              <a:rPr lang="en-US" sz="1800" dirty="0" smtClean="0"/>
              <a:t>remove </a:t>
            </a:r>
            <a:r>
              <a:rPr lang="en-US" sz="1800" dirty="0"/>
              <a:t>the duplicate server log </a:t>
            </a:r>
            <a:r>
              <a:rPr lang="en-US" sz="1800" dirty="0" smtClean="0"/>
              <a:t>messages</a:t>
            </a:r>
          </a:p>
          <a:p>
            <a:pPr marL="114300" lvl="0" indent="0">
              <a:spcBef>
                <a:spcPts val="600"/>
              </a:spcBef>
              <a:buNone/>
            </a:pPr>
            <a:endParaRPr lang="en-US" sz="1800" dirty="0" smtClean="0"/>
          </a:p>
          <a:p>
            <a:pPr lvl="0">
              <a:spcBef>
                <a:spcPts val="600"/>
              </a:spcBef>
            </a:pPr>
            <a:r>
              <a:rPr lang="en-US" sz="1800" dirty="0"/>
              <a:t>insight to low-frequency data which is commonly get </a:t>
            </a:r>
            <a:r>
              <a:rPr lang="en-US" sz="1800" dirty="0" smtClean="0"/>
              <a:t>ignored</a:t>
            </a:r>
          </a:p>
          <a:p>
            <a:pPr marL="114300" lvl="0" indent="0">
              <a:spcBef>
                <a:spcPts val="600"/>
              </a:spcBef>
              <a:buNone/>
            </a:pPr>
            <a:endParaRPr sz="1800" dirty="0"/>
          </a:p>
        </p:txBody>
      </p:sp>
      <p:sp>
        <p:nvSpPr>
          <p:cNvPr id="243" name="Google Shape;243;p1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11</a:t>
            </a:fld>
            <a:endParaRPr/>
          </a:p>
        </p:txBody>
      </p:sp>
    </p:spTree>
    <p:extLst>
      <p:ext uri="{BB962C8B-B14F-4D97-AF65-F5344CB8AC3E}">
        <p14:creationId xmlns:p14="http://schemas.microsoft.com/office/powerpoint/2010/main" val="14701418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p>
            <a:pPr lvl="0"/>
            <a:r>
              <a:rPr lang="en-US" b="1" dirty="0"/>
              <a:t>State of the art</a:t>
            </a:r>
            <a:endParaRPr dirty="0"/>
          </a:p>
        </p:txBody>
      </p:sp>
      <p:sp>
        <p:nvSpPr>
          <p:cNvPr id="230" name="Google Shape;230;p15"/>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800" b="1" dirty="0">
                <a:solidFill>
                  <a:schemeClr val="dk1"/>
                </a:solidFill>
                <a:latin typeface="Saira Semi Condensed"/>
                <a:ea typeface="Saira Semi Condensed"/>
                <a:cs typeface="Saira Semi Condensed"/>
                <a:sym typeface="Saira Semi Condensed"/>
              </a:rPr>
              <a:t>2</a:t>
            </a:r>
            <a:endParaRPr b="1" dirty="0">
              <a:solidFill>
                <a:schemeClr val="dk1"/>
              </a:solidFill>
              <a:latin typeface="Saira Semi Condensed"/>
              <a:ea typeface="Saira Semi Condensed"/>
              <a:cs typeface="Saira Semi Condensed"/>
              <a:sym typeface="Saira Semi Condensed"/>
            </a:endParaRPr>
          </a:p>
        </p:txBody>
      </p:sp>
      <p:sp>
        <p:nvSpPr>
          <p:cNvPr id="7" name="Google Shape;229;p15"/>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dirty="0"/>
              <a:t>Let’s </a:t>
            </a:r>
            <a:r>
              <a:rPr lang="en" dirty="0" smtClean="0"/>
              <a:t>discover the Second Chapter</a:t>
            </a:r>
            <a:endParaRPr dirty="0"/>
          </a:p>
        </p:txBody>
      </p:sp>
    </p:spTree>
    <p:extLst>
      <p:ext uri="{BB962C8B-B14F-4D97-AF65-F5344CB8AC3E}">
        <p14:creationId xmlns:p14="http://schemas.microsoft.com/office/powerpoint/2010/main" val="14505674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1207850" y="855506"/>
            <a:ext cx="7669932" cy="39456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Machine Learning For Anomaly Detection</a:t>
            </a:r>
            <a:endParaRPr dirty="0"/>
          </a:p>
        </p:txBody>
      </p:sp>
      <p:sp>
        <p:nvSpPr>
          <p:cNvPr id="242" name="Google Shape;242;p17"/>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r>
              <a:rPr lang="en-US" sz="1800" dirty="0"/>
              <a:t>Machine learning is a branch of Artificial Intelligence for data analysis that gives computers the ability to learn and improve from experience. </a:t>
            </a:r>
            <a:endParaRPr lang="en-US" sz="1800" dirty="0" smtClean="0"/>
          </a:p>
          <a:p>
            <a:pPr marL="114300" lvl="0" indent="0">
              <a:buNone/>
            </a:pPr>
            <a:endParaRPr lang="en-US" sz="1800" dirty="0" smtClean="0"/>
          </a:p>
          <a:p>
            <a:r>
              <a:rPr lang="en-US" sz="1800" dirty="0" smtClean="0"/>
              <a:t>Its </a:t>
            </a:r>
            <a:r>
              <a:rPr lang="en-US" sz="1800" dirty="0"/>
              <a:t>Utilization options are almost endless and can be used in practically every aspect of our lives. In our case</a:t>
            </a:r>
            <a:r>
              <a:rPr lang="en-US" sz="1800" dirty="0" smtClean="0"/>
              <a:t>, we </a:t>
            </a:r>
            <a:r>
              <a:rPr lang="en-US" sz="1800" dirty="0"/>
              <a:t>have used it for Anomaly Detection through machine learning Algorithms</a:t>
            </a:r>
            <a:r>
              <a:rPr lang="en-US" sz="1800" dirty="0" smtClean="0"/>
              <a:t>.</a:t>
            </a:r>
          </a:p>
          <a:p>
            <a:pPr marL="114300" lvl="0" indent="0">
              <a:buNone/>
            </a:pPr>
            <a:endParaRPr lang="en-US" sz="1800" dirty="0"/>
          </a:p>
          <a:p>
            <a:r>
              <a:rPr lang="en-US" sz="1800" dirty="0"/>
              <a:t>Our Project deals with the implementation of these algorithms and compares them to others.</a:t>
            </a:r>
            <a:endParaRPr sz="1800" dirty="0"/>
          </a:p>
        </p:txBody>
      </p:sp>
      <p:sp>
        <p:nvSpPr>
          <p:cNvPr id="243" name="Google Shape;243;p1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13</a:t>
            </a:fld>
            <a:endParaRPr/>
          </a:p>
        </p:txBody>
      </p:sp>
    </p:spTree>
    <p:extLst>
      <p:ext uri="{BB962C8B-B14F-4D97-AF65-F5344CB8AC3E}">
        <p14:creationId xmlns:p14="http://schemas.microsoft.com/office/powerpoint/2010/main" val="20338246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Algorithms</a:t>
            </a:r>
            <a:endParaRPr lang="en-US" dirty="0"/>
          </a:p>
        </p:txBody>
      </p:sp>
      <p:sp>
        <p:nvSpPr>
          <p:cNvPr id="3" name="Text Placeholder 2"/>
          <p:cNvSpPr>
            <a:spLocks noGrp="1"/>
          </p:cNvSpPr>
          <p:nvPr>
            <p:ph type="body" idx="1"/>
          </p:nvPr>
        </p:nvSpPr>
        <p:spPr/>
        <p:txBody>
          <a:bodyPr/>
          <a:lstStyle/>
          <a:p>
            <a:r>
              <a:rPr lang="en-US" sz="1800" dirty="0"/>
              <a:t>In </a:t>
            </a:r>
            <a:r>
              <a:rPr lang="en-US" sz="1800" dirty="0" smtClean="0"/>
              <a:t>our project , </a:t>
            </a:r>
            <a:r>
              <a:rPr lang="en-US" sz="1800" dirty="0"/>
              <a:t>a range of different machine learning algorithms are used to analyze and interpret the channel outcrop statistics from our </a:t>
            </a:r>
            <a:r>
              <a:rPr lang="en-US" sz="1800" dirty="0" smtClean="0"/>
              <a:t>Dataset:</a:t>
            </a:r>
          </a:p>
          <a:p>
            <a:endParaRPr lang="en-US" sz="1800" dirty="0"/>
          </a:p>
          <a:p>
            <a:r>
              <a:rPr lang="en-US" sz="1800" dirty="0" smtClean="0"/>
              <a:t>Supervised Learning</a:t>
            </a:r>
          </a:p>
          <a:p>
            <a:pPr marL="114300" indent="0">
              <a:buNone/>
            </a:pPr>
            <a:endParaRPr lang="en-US" sz="1800" dirty="0" smtClean="0"/>
          </a:p>
          <a:p>
            <a:r>
              <a:rPr lang="en-US" sz="1800" dirty="0" smtClean="0"/>
              <a:t>Unsupervised Learning</a:t>
            </a:r>
          </a:p>
          <a:p>
            <a:pPr marL="114300" indent="0">
              <a:buNone/>
            </a:pPr>
            <a:endParaRPr lang="en-US" sz="1800" dirty="0" smtClean="0"/>
          </a:p>
          <a:p>
            <a:r>
              <a:rPr lang="en-US" sz="1800" dirty="0" smtClean="0"/>
              <a:t>Deep Learning</a:t>
            </a:r>
            <a:endParaRPr lang="en-US" sz="1800"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7655039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What is Supervised Learning ?</a:t>
            </a:r>
            <a:endParaRPr sz="3600" dirty="0">
              <a:solidFill>
                <a:schemeClr val="accent4"/>
              </a:solidFill>
            </a:endParaRPr>
          </a:p>
        </p:txBody>
      </p:sp>
      <p:sp>
        <p:nvSpPr>
          <p:cNvPr id="349" name="Google Shape;349;p26"/>
          <p:cNvSpPr txBox="1">
            <a:spLocks noGrp="1"/>
          </p:cNvSpPr>
          <p:nvPr>
            <p:ph type="subTitle" idx="4294967295"/>
          </p:nvPr>
        </p:nvSpPr>
        <p:spPr>
          <a:xfrm>
            <a:off x="1888900" y="2997450"/>
            <a:ext cx="6569400" cy="405300"/>
          </a:xfrm>
          <a:prstGeom prst="rect">
            <a:avLst/>
          </a:prstGeom>
        </p:spPr>
        <p:txBody>
          <a:bodyPr spcFirstLastPara="1" wrap="square" lIns="0" tIns="0" rIns="0" bIns="0" anchor="t" anchorCtr="0">
            <a:noAutofit/>
          </a:bodyPr>
          <a:lstStyle/>
          <a:p>
            <a:pPr marL="0" lvl="0" indent="0">
              <a:spcAft>
                <a:spcPts val="600"/>
              </a:spcAft>
              <a:buNone/>
            </a:pPr>
            <a:r>
              <a:rPr lang="en-US" sz="1800" dirty="0"/>
              <a:t>It is defined by its use of labeled datasets to train algorithms that to classify data or predict outcomes accurately. </a:t>
            </a:r>
            <a:endParaRPr sz="18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15</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128226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How Supervised Learning Works?</a:t>
            </a:r>
            <a:endParaRPr sz="3600" dirty="0">
              <a:solidFill>
                <a:schemeClr val="accent4"/>
              </a:solidFill>
            </a:endParaRPr>
          </a:p>
        </p:txBody>
      </p:sp>
      <p:sp>
        <p:nvSpPr>
          <p:cNvPr id="349" name="Google Shape;349;p26"/>
          <p:cNvSpPr txBox="1">
            <a:spLocks noGrp="1"/>
          </p:cNvSpPr>
          <p:nvPr>
            <p:ph type="subTitle" idx="4294967295"/>
          </p:nvPr>
        </p:nvSpPr>
        <p:spPr>
          <a:xfrm>
            <a:off x="1888899" y="3159493"/>
            <a:ext cx="6965733" cy="405300"/>
          </a:xfrm>
          <a:prstGeom prst="rect">
            <a:avLst/>
          </a:prstGeom>
        </p:spPr>
        <p:txBody>
          <a:bodyPr spcFirstLastPara="1" wrap="square" lIns="0" tIns="0" rIns="0" bIns="0" anchor="t" anchorCtr="0">
            <a:noAutofit/>
          </a:bodyPr>
          <a:lstStyle/>
          <a:p>
            <a:pPr marL="0" lvl="0" indent="0">
              <a:spcAft>
                <a:spcPts val="600"/>
              </a:spcAft>
              <a:buNone/>
            </a:pPr>
            <a:r>
              <a:rPr lang="en-US" sz="1800" dirty="0" smtClean="0"/>
              <a:t>1. It uses </a:t>
            </a:r>
            <a:r>
              <a:rPr lang="en-US" sz="1800" dirty="0"/>
              <a:t>a training set to teach models to yield the desired output</a:t>
            </a:r>
            <a:r>
              <a:rPr lang="en-US" sz="1800" dirty="0" smtClean="0"/>
              <a:t>.</a:t>
            </a:r>
          </a:p>
          <a:p>
            <a:pPr marL="0" lvl="0" indent="0">
              <a:spcAft>
                <a:spcPts val="600"/>
              </a:spcAft>
              <a:buNone/>
            </a:pPr>
            <a:r>
              <a:rPr lang="en-US" sz="1800" dirty="0" smtClean="0"/>
              <a:t>2. This </a:t>
            </a:r>
            <a:r>
              <a:rPr lang="en-US" sz="1800" dirty="0"/>
              <a:t>training dataset includes inputs and correct outputs, which allow the model to learn over time. </a:t>
            </a:r>
            <a:endParaRPr lang="en-US" sz="1800" dirty="0" smtClean="0"/>
          </a:p>
          <a:p>
            <a:pPr marL="0" lvl="0" indent="0">
              <a:spcAft>
                <a:spcPts val="600"/>
              </a:spcAft>
              <a:buNone/>
            </a:pPr>
            <a:r>
              <a:rPr lang="en-US" sz="1800" dirty="0" smtClean="0"/>
              <a:t>3. The </a:t>
            </a:r>
            <a:r>
              <a:rPr lang="en-US" sz="1800" dirty="0"/>
              <a:t>algorithm measures its accuracy through the loss function, adjusting until the error has been sufficiently minimized.</a:t>
            </a:r>
            <a:endParaRPr sz="14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16</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734748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5"/>
          <p:cNvSpPr txBox="1">
            <a:spLocks noGrp="1"/>
          </p:cNvSpPr>
          <p:nvPr>
            <p:ph type="title"/>
          </p:nvPr>
        </p:nvSpPr>
        <p:spPr>
          <a:xfrm>
            <a:off x="1207849" y="1132343"/>
            <a:ext cx="7709647" cy="351300"/>
          </a:xfrm>
          <a:prstGeom prst="rect">
            <a:avLst/>
          </a:prstGeom>
        </p:spPr>
        <p:txBody>
          <a:bodyPr spcFirstLastPara="1" wrap="square" lIns="0" tIns="0" rIns="0" bIns="0" anchor="ctr" anchorCtr="0">
            <a:noAutofit/>
          </a:bodyPr>
          <a:lstStyle/>
          <a:p>
            <a:r>
              <a:rPr lang="en-US" sz="2200" dirty="0"/>
              <a:t>Based on the problems the </a:t>
            </a:r>
            <a:r>
              <a:rPr lang="en-US" sz="2200" dirty="0" smtClean="0"/>
              <a:t>algorithm </a:t>
            </a:r>
            <a:r>
              <a:rPr lang="en-US" sz="2200" dirty="0"/>
              <a:t>is dealing with, </a:t>
            </a:r>
            <a:r>
              <a:rPr lang="en-US" sz="2200" dirty="0" smtClean="0"/>
              <a:t>Supervised Learning </a:t>
            </a:r>
            <a:r>
              <a:rPr lang="en-US" sz="2200" dirty="0"/>
              <a:t>can be divided </a:t>
            </a:r>
            <a:r>
              <a:rPr lang="en-US" sz="2200" dirty="0" smtClean="0"/>
              <a:t>into two </a:t>
            </a:r>
            <a:r>
              <a:rPr lang="en-US" sz="2200" dirty="0"/>
              <a:t>groups </a:t>
            </a:r>
            <a:r>
              <a:rPr lang="en-US" sz="2200" dirty="0" smtClean="0"/>
              <a:t>: </a:t>
            </a:r>
            <a:br>
              <a:rPr lang="en-US" sz="2200" dirty="0" smtClean="0"/>
            </a:br>
            <a:endParaRPr sz="2200" dirty="0"/>
          </a:p>
        </p:txBody>
      </p:sp>
      <p:sp>
        <p:nvSpPr>
          <p:cNvPr id="476" name="Google Shape;476;p35"/>
          <p:cNvSpPr txBox="1">
            <a:spLocks noGrp="1"/>
          </p:cNvSpPr>
          <p:nvPr>
            <p:ph type="body" idx="1"/>
          </p:nvPr>
        </p:nvSpPr>
        <p:spPr>
          <a:xfrm>
            <a:off x="1207849" y="1555983"/>
            <a:ext cx="7365699" cy="3033900"/>
          </a:xfrm>
          <a:prstGeom prst="rect">
            <a:avLst/>
          </a:prstGeom>
        </p:spPr>
        <p:txBody>
          <a:bodyPr spcFirstLastPara="1" wrap="square" lIns="0" tIns="0" rIns="0" bIns="0" anchor="t" anchorCtr="0">
            <a:noAutofit/>
          </a:bodyPr>
          <a:lstStyle/>
          <a:p>
            <a:pPr lvl="0" indent="-381000">
              <a:lnSpc>
                <a:spcPct val="115000"/>
              </a:lnSpc>
              <a:buSzPts val="2400"/>
            </a:pPr>
            <a:r>
              <a:rPr lang="en-US" sz="2000" dirty="0">
                <a:solidFill>
                  <a:schemeClr val="accent4">
                    <a:lumMod val="60000"/>
                    <a:lumOff val="40000"/>
                  </a:schemeClr>
                </a:solidFill>
              </a:rPr>
              <a:t>Regression </a:t>
            </a:r>
            <a:r>
              <a:rPr lang="en-US" sz="2000" dirty="0" smtClean="0">
                <a:solidFill>
                  <a:schemeClr val="accent4">
                    <a:lumMod val="60000"/>
                    <a:lumOff val="40000"/>
                  </a:schemeClr>
                </a:solidFill>
              </a:rPr>
              <a:t>:</a:t>
            </a:r>
          </a:p>
          <a:p>
            <a:pPr marL="114300" indent="0">
              <a:buNone/>
            </a:pPr>
            <a:r>
              <a:rPr lang="en-US" sz="1600" dirty="0" smtClean="0"/>
              <a:t>is </a:t>
            </a:r>
            <a:r>
              <a:rPr lang="en-US" sz="1600" dirty="0"/>
              <a:t>a supervised learning algorithm used to predict continuous responses. </a:t>
            </a:r>
            <a:endParaRPr lang="en-US" sz="1600" dirty="0" smtClean="0"/>
          </a:p>
          <a:p>
            <a:pPr marL="114300" indent="0">
              <a:lnSpc>
                <a:spcPts val="720"/>
              </a:lnSpc>
              <a:buNone/>
            </a:pPr>
            <a:endParaRPr lang="en-US" sz="1600" dirty="0" smtClean="0"/>
          </a:p>
          <a:p>
            <a:pPr marL="114300" indent="0">
              <a:buNone/>
            </a:pPr>
            <a:r>
              <a:rPr lang="en-US" sz="1600" dirty="0" smtClean="0"/>
              <a:t>For example</a:t>
            </a:r>
            <a:r>
              <a:rPr lang="en-US" sz="1600" dirty="0"/>
              <a:t>, it can be used in finding the relationship between the price of a flat and its location</a:t>
            </a:r>
            <a:r>
              <a:rPr lang="en-US" sz="1600" dirty="0" smtClean="0"/>
              <a:t>, number </a:t>
            </a:r>
            <a:r>
              <a:rPr lang="en-US" sz="1600" dirty="0"/>
              <a:t>of bedrooms, etc</a:t>
            </a:r>
            <a:r>
              <a:rPr lang="en-US" sz="1600" dirty="0" smtClean="0"/>
              <a:t>.</a:t>
            </a:r>
            <a:endParaRPr lang="en-US" sz="1600" dirty="0"/>
          </a:p>
          <a:p>
            <a:pPr marL="114300" indent="0">
              <a:buNone/>
            </a:pPr>
            <a:endParaRPr lang="en-US" sz="2200" dirty="0" smtClean="0"/>
          </a:p>
          <a:p>
            <a:pPr lvl="0" indent="-381000">
              <a:lnSpc>
                <a:spcPct val="115000"/>
              </a:lnSpc>
              <a:buSzPts val="2400"/>
            </a:pPr>
            <a:r>
              <a:rPr lang="en-US" sz="2000" dirty="0" smtClean="0">
                <a:solidFill>
                  <a:schemeClr val="accent4">
                    <a:lumMod val="60000"/>
                    <a:lumOff val="40000"/>
                  </a:schemeClr>
                </a:solidFill>
              </a:rPr>
              <a:t>Classification :</a:t>
            </a:r>
          </a:p>
          <a:p>
            <a:pPr marL="114300" indent="0">
              <a:buNone/>
            </a:pPr>
            <a:r>
              <a:rPr lang="en-US" sz="1600" dirty="0" smtClean="0"/>
              <a:t>is </a:t>
            </a:r>
            <a:r>
              <a:rPr lang="en-US" sz="1600" dirty="0"/>
              <a:t>a supervised learning algorithm, which is grouping a given set of data </a:t>
            </a:r>
            <a:r>
              <a:rPr lang="en-US" sz="1600" dirty="0" smtClean="0"/>
              <a:t>points into </a:t>
            </a:r>
            <a:r>
              <a:rPr lang="en-US" sz="1600" dirty="0"/>
              <a:t>classes. </a:t>
            </a:r>
            <a:endParaRPr lang="en-US" sz="1600" dirty="0" smtClean="0"/>
          </a:p>
          <a:p>
            <a:pPr marL="114300" indent="0">
              <a:lnSpc>
                <a:spcPts val="720"/>
              </a:lnSpc>
              <a:buNone/>
            </a:pPr>
            <a:endParaRPr lang="en-US" sz="1600" dirty="0" smtClean="0"/>
          </a:p>
          <a:p>
            <a:pPr marL="114300" indent="0">
              <a:buNone/>
            </a:pPr>
            <a:r>
              <a:rPr lang="en-US" sz="1600" dirty="0" smtClean="0"/>
              <a:t>Sometimes </a:t>
            </a:r>
            <a:r>
              <a:rPr lang="en-US" sz="1600" dirty="0"/>
              <a:t>classes are called also categories, labels, or targets</a:t>
            </a:r>
            <a:r>
              <a:rPr lang="en-US" sz="1600" dirty="0" smtClean="0"/>
              <a:t>.</a:t>
            </a:r>
          </a:p>
          <a:p>
            <a:pPr marL="114300" indent="0">
              <a:lnSpc>
                <a:spcPts val="720"/>
              </a:lnSpc>
              <a:buNone/>
            </a:pPr>
            <a:endParaRPr lang="en-US" sz="1600" dirty="0"/>
          </a:p>
          <a:p>
            <a:pPr marL="114300" indent="0">
              <a:buNone/>
            </a:pPr>
            <a:r>
              <a:rPr lang="en-US" sz="1600" dirty="0"/>
              <a:t>A basic example of classification is spam detection in emails. A classifier trains to </a:t>
            </a:r>
            <a:r>
              <a:rPr lang="en-US" sz="1600" dirty="0" smtClean="0"/>
              <a:t>understand how </a:t>
            </a:r>
            <a:r>
              <a:rPr lang="en-US" sz="1600" dirty="0"/>
              <a:t>given datasets are associated with labels spam and non-spam.</a:t>
            </a:r>
            <a:endParaRPr sz="1600" dirty="0">
              <a:solidFill>
                <a:schemeClr val="accent4">
                  <a:lumMod val="60000"/>
                  <a:lumOff val="40000"/>
                </a:schemeClr>
              </a:solidFill>
            </a:endParaRPr>
          </a:p>
        </p:txBody>
      </p:sp>
      <p:sp>
        <p:nvSpPr>
          <p:cNvPr id="477" name="Google Shape;477;p3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17</a:t>
            </a:fld>
            <a:endParaRPr/>
          </a:p>
        </p:txBody>
      </p:sp>
    </p:spTree>
    <p:extLst>
      <p:ext uri="{BB962C8B-B14F-4D97-AF65-F5344CB8AC3E}">
        <p14:creationId xmlns:p14="http://schemas.microsoft.com/office/powerpoint/2010/main" val="25532824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What are Supervised Learning Algorithms that we have used?</a:t>
            </a:r>
            <a:endParaRPr sz="3600" dirty="0">
              <a:solidFill>
                <a:schemeClr val="accent4"/>
              </a:solidFill>
            </a:endParaRPr>
          </a:p>
        </p:txBody>
      </p:sp>
      <p:sp>
        <p:nvSpPr>
          <p:cNvPr id="349" name="Google Shape;349;p26"/>
          <p:cNvSpPr txBox="1">
            <a:spLocks noGrp="1"/>
          </p:cNvSpPr>
          <p:nvPr>
            <p:ph type="subTitle" idx="4294967295"/>
          </p:nvPr>
        </p:nvSpPr>
        <p:spPr>
          <a:xfrm>
            <a:off x="1888900" y="2997450"/>
            <a:ext cx="6569400" cy="405300"/>
          </a:xfrm>
          <a:prstGeom prst="rect">
            <a:avLst/>
          </a:prstGeom>
        </p:spPr>
        <p:txBody>
          <a:bodyPr spcFirstLastPara="1" wrap="square" lIns="0" tIns="0" rIns="0" bIns="0" anchor="t" anchorCtr="0">
            <a:noAutofit/>
          </a:bodyPr>
          <a:lstStyle/>
          <a:p>
            <a:pPr marL="285750" indent="-285750">
              <a:spcAft>
                <a:spcPts val="600"/>
              </a:spcAft>
            </a:pPr>
            <a:r>
              <a:rPr lang="en-US" sz="1800" dirty="0" smtClean="0"/>
              <a:t>Logistic Regression (LR)</a:t>
            </a:r>
          </a:p>
          <a:p>
            <a:pPr marL="285750" indent="-285750">
              <a:spcAft>
                <a:spcPts val="600"/>
              </a:spcAft>
            </a:pPr>
            <a:r>
              <a:rPr lang="en-US" sz="1800" dirty="0" smtClean="0"/>
              <a:t>K-Nearest Neighbors (KNN)</a:t>
            </a:r>
          </a:p>
          <a:p>
            <a:pPr marL="285750" indent="-285750">
              <a:spcAft>
                <a:spcPts val="600"/>
              </a:spcAft>
            </a:pPr>
            <a:r>
              <a:rPr lang="en-US" sz="1800" dirty="0" smtClean="0"/>
              <a:t>Naïve Bayes </a:t>
            </a:r>
          </a:p>
          <a:p>
            <a:pPr marL="285750" indent="-285750">
              <a:spcAft>
                <a:spcPts val="600"/>
              </a:spcAft>
            </a:pPr>
            <a:r>
              <a:rPr lang="en-US" sz="1800" dirty="0" smtClean="0"/>
              <a:t>Decision Tree</a:t>
            </a:r>
          </a:p>
          <a:p>
            <a:pPr marL="285750" indent="-285750">
              <a:spcAft>
                <a:spcPts val="600"/>
              </a:spcAft>
            </a:pPr>
            <a:r>
              <a:rPr lang="en-US" sz="1800" dirty="0" smtClean="0"/>
              <a:t>AdaBoost Algorithm</a:t>
            </a:r>
            <a:endParaRPr sz="18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18</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262253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Logistic Regression</a:t>
            </a:r>
            <a:endParaRPr dirty="0"/>
          </a:p>
        </p:txBody>
      </p:sp>
      <p:sp>
        <p:nvSpPr>
          <p:cNvPr id="483" name="Google Shape;483;p36"/>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marL="285750" indent="-285750"/>
            <a:r>
              <a:rPr lang="en-US" sz="1800" dirty="0"/>
              <a:t>Logistic regression is one of the most popular Machine Learning algorithms, which comes under the Supervised Learning technique</a:t>
            </a:r>
            <a:r>
              <a:rPr lang="en-US" sz="1800" dirty="0" smtClean="0"/>
              <a:t>.</a:t>
            </a:r>
          </a:p>
          <a:p>
            <a:pPr marL="285750" indent="-285750"/>
            <a:endParaRPr lang="en-US" sz="1800" dirty="0" smtClean="0"/>
          </a:p>
          <a:p>
            <a:pPr marL="285750" indent="-285750"/>
            <a:r>
              <a:rPr lang="en-US" sz="1800" dirty="0" smtClean="0"/>
              <a:t> </a:t>
            </a:r>
            <a:r>
              <a:rPr lang="en-US" sz="1800" dirty="0"/>
              <a:t>It is </a:t>
            </a:r>
            <a:r>
              <a:rPr lang="en-US" sz="1800" b="1" dirty="0">
                <a:effectLst>
                  <a:outerShdw blurRad="38100" dist="38100" dir="2700000" algn="tl">
                    <a:srgbClr val="000000">
                      <a:alpha val="43137"/>
                    </a:srgbClr>
                  </a:outerShdw>
                </a:effectLst>
              </a:rPr>
              <a:t>used for predicting the categorical dependent variable using a given set of independent variables</a:t>
            </a:r>
            <a:r>
              <a:rPr lang="en-US" sz="1800" dirty="0" smtClean="0">
                <a:effectLst>
                  <a:outerShdw blurRad="38100" dist="38100" dir="2700000" algn="tl">
                    <a:srgbClr val="000000">
                      <a:alpha val="43137"/>
                    </a:srgbClr>
                  </a:outerShdw>
                </a:effectLst>
              </a:rPr>
              <a:t>.</a:t>
            </a:r>
          </a:p>
          <a:p>
            <a:pPr marL="285750" indent="-285750"/>
            <a:endParaRPr lang="en-US" sz="1800" dirty="0" smtClean="0"/>
          </a:p>
          <a:p>
            <a:pPr marL="285750" indent="-285750"/>
            <a:r>
              <a:rPr lang="en-US" sz="1800" dirty="0" smtClean="0"/>
              <a:t> It predicts </a:t>
            </a:r>
            <a:r>
              <a:rPr lang="en-US" sz="1800" dirty="0"/>
              <a:t>the output of a categorical dependent variable.</a:t>
            </a:r>
            <a:endParaRPr sz="1100" b="1" dirty="0">
              <a:solidFill>
                <a:srgbClr val="3D85C6"/>
              </a:solidFill>
            </a:endParaRPr>
          </a:p>
        </p:txBody>
      </p:sp>
      <p:sp>
        <p:nvSpPr>
          <p:cNvPr id="484" name="Google Shape;484;p36"/>
          <p:cNvSpPr txBox="1"/>
          <p:nvPr/>
        </p:nvSpPr>
        <p:spPr>
          <a:xfrm>
            <a:off x="1207850" y="4042845"/>
            <a:ext cx="6728400" cy="537900"/>
          </a:xfrm>
          <a:prstGeom prst="rect">
            <a:avLst/>
          </a:prstGeom>
          <a:noFill/>
          <a:ln>
            <a:noFill/>
          </a:ln>
        </p:spPr>
        <p:txBody>
          <a:bodyPr spcFirstLastPara="1" wrap="square" lIns="0" tIns="0" rIns="0" bIns="0" anchor="t" anchorCtr="0">
            <a:noAutofit/>
          </a:bodyPr>
          <a:lstStyle/>
          <a:p>
            <a:r>
              <a:rPr lang="en-US" sz="1600" b="1" dirty="0" smtClean="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rPr>
              <a:t>Its </a:t>
            </a:r>
            <a:r>
              <a:rPr lang="en-US" sz="1600" b="1" dirty="0">
                <a:solidFill>
                  <a:schemeClr val="accent4">
                    <a:lumMod val="60000"/>
                    <a:lumOff val="40000"/>
                  </a:schemeClr>
                </a:solidFill>
                <a:effectLst>
                  <a:outerShdw blurRad="38100" dist="38100" dir="2700000" algn="tl">
                    <a:srgbClr val="000000">
                      <a:alpha val="43137"/>
                    </a:srgbClr>
                  </a:outerShdw>
                </a:effectLst>
              </a:rPr>
              <a:t>Implementation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is shown </a:t>
            </a:r>
            <a:r>
              <a:rPr lang="en-US" sz="1600" b="1" dirty="0">
                <a:solidFill>
                  <a:schemeClr val="accent4">
                    <a:lumMod val="60000"/>
                    <a:lumOff val="40000"/>
                  </a:schemeClr>
                </a:solidFill>
                <a:effectLst>
                  <a:outerShdw blurRad="38100" dist="38100" dir="2700000" algn="tl">
                    <a:srgbClr val="000000">
                      <a:alpha val="43137"/>
                    </a:srgbClr>
                  </a:outerShdw>
                </a:effectLst>
              </a:rPr>
              <a:t>on Chapter 4 Section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XXX.</a:t>
            </a:r>
            <a:endParaRPr sz="1600" b="1" dirty="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endParaRPr>
          </a:p>
        </p:txBody>
      </p:sp>
      <p:sp>
        <p:nvSpPr>
          <p:cNvPr id="485" name="Google Shape;485;p3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19</a:t>
            </a:fld>
            <a:endParaRPr/>
          </a:p>
        </p:txBody>
      </p:sp>
    </p:spTree>
    <p:extLst>
      <p:ext uri="{BB962C8B-B14F-4D97-AF65-F5344CB8AC3E}">
        <p14:creationId xmlns:p14="http://schemas.microsoft.com/office/powerpoint/2010/main" val="16699732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lvl="0"/>
            <a:r>
              <a:rPr lang="en-US" dirty="0"/>
              <a:t>K-Nearest Neighbors</a:t>
            </a:r>
            <a:endParaRPr dirty="0"/>
          </a:p>
        </p:txBody>
      </p:sp>
      <p:sp>
        <p:nvSpPr>
          <p:cNvPr id="483" name="Google Shape;483;p36"/>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marL="285750" indent="-285750"/>
            <a:r>
              <a:rPr lang="en-US" sz="1800" dirty="0"/>
              <a:t>K-nearest neighbors (KNN) algorithm is a type of supervised ML </a:t>
            </a:r>
            <a:r>
              <a:rPr lang="en-US" sz="1800" dirty="0" smtClean="0"/>
              <a:t>algorithm </a:t>
            </a:r>
            <a:r>
              <a:rPr lang="en-US" sz="1800" dirty="0"/>
              <a:t>which can be used for both classification as well as regression predictive problems. </a:t>
            </a:r>
            <a:endParaRPr lang="en-US" sz="1800" dirty="0" smtClean="0"/>
          </a:p>
          <a:p>
            <a:pPr marL="285750" indent="-285750"/>
            <a:endParaRPr lang="en-US" sz="1800" dirty="0" smtClean="0"/>
          </a:p>
          <a:p>
            <a:pPr marL="285750" indent="-285750"/>
            <a:r>
              <a:rPr lang="en-US" sz="1800" dirty="0" smtClean="0"/>
              <a:t>However</a:t>
            </a:r>
            <a:r>
              <a:rPr lang="en-US" sz="1800" dirty="0"/>
              <a:t>, it is mainly used for classification predictive problems in industry.</a:t>
            </a:r>
            <a:endParaRPr sz="1100" b="1" dirty="0">
              <a:solidFill>
                <a:srgbClr val="3D85C6"/>
              </a:solidFill>
            </a:endParaRPr>
          </a:p>
        </p:txBody>
      </p:sp>
      <p:sp>
        <p:nvSpPr>
          <p:cNvPr id="484" name="Google Shape;484;p36"/>
          <p:cNvSpPr txBox="1"/>
          <p:nvPr/>
        </p:nvSpPr>
        <p:spPr>
          <a:xfrm>
            <a:off x="1207850" y="4042845"/>
            <a:ext cx="6728400" cy="537900"/>
          </a:xfrm>
          <a:prstGeom prst="rect">
            <a:avLst/>
          </a:prstGeom>
          <a:noFill/>
          <a:ln>
            <a:noFill/>
          </a:ln>
        </p:spPr>
        <p:txBody>
          <a:bodyPr spcFirstLastPara="1" wrap="square" lIns="0" tIns="0" rIns="0" bIns="0" anchor="t" anchorCtr="0">
            <a:noAutofit/>
          </a:bodyPr>
          <a:lstStyle/>
          <a:p>
            <a:r>
              <a:rPr lang="en-US" sz="1600" b="1" dirty="0" smtClean="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rPr>
              <a:t>Its </a:t>
            </a:r>
            <a:r>
              <a:rPr lang="en-US" sz="1600" b="1" dirty="0">
                <a:solidFill>
                  <a:schemeClr val="accent4">
                    <a:lumMod val="60000"/>
                    <a:lumOff val="40000"/>
                  </a:schemeClr>
                </a:solidFill>
                <a:effectLst>
                  <a:outerShdw blurRad="38100" dist="38100" dir="2700000" algn="tl">
                    <a:srgbClr val="000000">
                      <a:alpha val="43137"/>
                    </a:srgbClr>
                  </a:outerShdw>
                </a:effectLst>
              </a:rPr>
              <a:t>Implementation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is shown </a:t>
            </a:r>
            <a:r>
              <a:rPr lang="en-US" sz="1600" b="1" dirty="0">
                <a:solidFill>
                  <a:schemeClr val="accent4">
                    <a:lumMod val="60000"/>
                    <a:lumOff val="40000"/>
                  </a:schemeClr>
                </a:solidFill>
                <a:effectLst>
                  <a:outerShdw blurRad="38100" dist="38100" dir="2700000" algn="tl">
                    <a:srgbClr val="000000">
                      <a:alpha val="43137"/>
                    </a:srgbClr>
                  </a:outerShdw>
                </a:effectLst>
              </a:rPr>
              <a:t>on Chapter 4 Section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XXX.</a:t>
            </a:r>
            <a:endParaRPr sz="1600" b="1" dirty="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endParaRPr>
          </a:p>
        </p:txBody>
      </p:sp>
      <p:sp>
        <p:nvSpPr>
          <p:cNvPr id="485" name="Google Shape;485;p3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20</a:t>
            </a:fld>
            <a:endParaRPr/>
          </a:p>
        </p:txBody>
      </p:sp>
    </p:spTree>
    <p:extLst>
      <p:ext uri="{BB962C8B-B14F-4D97-AF65-F5344CB8AC3E}">
        <p14:creationId xmlns:p14="http://schemas.microsoft.com/office/powerpoint/2010/main" val="1364992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285750" indent="-285750">
              <a:spcAft>
                <a:spcPts val="600"/>
              </a:spcAft>
            </a:pPr>
            <a:r>
              <a:rPr lang="en-US" dirty="0"/>
              <a:t>Naïve Bayes </a:t>
            </a:r>
          </a:p>
        </p:txBody>
      </p:sp>
      <p:sp>
        <p:nvSpPr>
          <p:cNvPr id="483" name="Google Shape;483;p36"/>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marL="285750" indent="-285750"/>
            <a:r>
              <a:rPr lang="en-US" sz="1800" dirty="0"/>
              <a:t>Naïve Bayes Classifier is </a:t>
            </a:r>
            <a:r>
              <a:rPr lang="en-US" sz="1800" b="1" dirty="0">
                <a:effectLst>
                  <a:outerShdw blurRad="38100" dist="38100" dir="2700000" algn="tl">
                    <a:srgbClr val="000000">
                      <a:alpha val="43137"/>
                    </a:srgbClr>
                  </a:outerShdw>
                </a:effectLst>
              </a:rPr>
              <a:t>one of the simple and most effective Classification algorithms which helps in building the fast machine learning models that can make quick predictions</a:t>
            </a:r>
            <a:r>
              <a:rPr lang="en-US" sz="1800" dirty="0" smtClean="0">
                <a:effectLst>
                  <a:outerShdw blurRad="38100" dist="38100" dir="2700000" algn="tl">
                    <a:srgbClr val="000000">
                      <a:alpha val="43137"/>
                    </a:srgbClr>
                  </a:outerShdw>
                </a:effectLst>
              </a:rPr>
              <a:t>.</a:t>
            </a:r>
          </a:p>
          <a:p>
            <a:pPr marL="285750" indent="-285750"/>
            <a:endParaRPr lang="en-US" sz="1800" dirty="0"/>
          </a:p>
          <a:p>
            <a:pPr marL="285750" indent="-285750"/>
            <a:r>
              <a:rPr lang="en-US" sz="1800" dirty="0" smtClean="0"/>
              <a:t> </a:t>
            </a:r>
            <a:r>
              <a:rPr lang="en-US" sz="1800" dirty="0"/>
              <a:t>It is a probabilistic classifier, which means it predicts on the basis of the probability of an object.</a:t>
            </a:r>
            <a:endParaRPr sz="1100" b="1" dirty="0">
              <a:solidFill>
                <a:srgbClr val="3D85C6"/>
              </a:solidFill>
            </a:endParaRPr>
          </a:p>
        </p:txBody>
      </p:sp>
      <p:sp>
        <p:nvSpPr>
          <p:cNvPr id="484" name="Google Shape;484;p36"/>
          <p:cNvSpPr txBox="1"/>
          <p:nvPr/>
        </p:nvSpPr>
        <p:spPr>
          <a:xfrm>
            <a:off x="1207850" y="4042845"/>
            <a:ext cx="6728400" cy="537900"/>
          </a:xfrm>
          <a:prstGeom prst="rect">
            <a:avLst/>
          </a:prstGeom>
          <a:noFill/>
          <a:ln>
            <a:noFill/>
          </a:ln>
        </p:spPr>
        <p:txBody>
          <a:bodyPr spcFirstLastPara="1" wrap="square" lIns="0" tIns="0" rIns="0" bIns="0" anchor="t" anchorCtr="0">
            <a:noAutofit/>
          </a:bodyPr>
          <a:lstStyle/>
          <a:p>
            <a:r>
              <a:rPr lang="en-US" sz="1600" b="1" dirty="0" smtClean="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rPr>
              <a:t>Its </a:t>
            </a:r>
            <a:r>
              <a:rPr lang="en-US" sz="1600" b="1" dirty="0">
                <a:solidFill>
                  <a:schemeClr val="accent4">
                    <a:lumMod val="60000"/>
                    <a:lumOff val="40000"/>
                  </a:schemeClr>
                </a:solidFill>
                <a:effectLst>
                  <a:outerShdw blurRad="38100" dist="38100" dir="2700000" algn="tl">
                    <a:srgbClr val="000000">
                      <a:alpha val="43137"/>
                    </a:srgbClr>
                  </a:outerShdw>
                </a:effectLst>
              </a:rPr>
              <a:t>Implementation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is shown </a:t>
            </a:r>
            <a:r>
              <a:rPr lang="en-US" sz="1600" b="1" dirty="0">
                <a:solidFill>
                  <a:schemeClr val="accent4">
                    <a:lumMod val="60000"/>
                    <a:lumOff val="40000"/>
                  </a:schemeClr>
                </a:solidFill>
                <a:effectLst>
                  <a:outerShdw blurRad="38100" dist="38100" dir="2700000" algn="tl">
                    <a:srgbClr val="000000">
                      <a:alpha val="43137"/>
                    </a:srgbClr>
                  </a:outerShdw>
                </a:effectLst>
              </a:rPr>
              <a:t>on Chapter 4 Section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XXX.</a:t>
            </a:r>
            <a:endParaRPr sz="1600" b="1" dirty="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endParaRPr>
          </a:p>
        </p:txBody>
      </p:sp>
      <p:sp>
        <p:nvSpPr>
          <p:cNvPr id="485" name="Google Shape;485;p3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21</a:t>
            </a:fld>
            <a:endParaRPr/>
          </a:p>
        </p:txBody>
      </p:sp>
    </p:spTree>
    <p:extLst>
      <p:ext uri="{BB962C8B-B14F-4D97-AF65-F5344CB8AC3E}">
        <p14:creationId xmlns:p14="http://schemas.microsoft.com/office/powerpoint/2010/main" val="41556820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2050" name="Picture 2" descr="No description avail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59231"/>
          </a:xfrm>
          <a:prstGeom prst="rect">
            <a:avLst/>
          </a:prstGeom>
          <a:noFill/>
          <a:extLst>
            <a:ext uri="{909E8E84-426E-40DD-AFC4-6F175D3DCCD1}">
              <a14:hiddenFill xmlns:a14="http://schemas.microsoft.com/office/drawing/2010/main">
                <a:solidFill>
                  <a:srgbClr val="FFFFFF"/>
                </a:solidFill>
              </a14:hiddenFill>
            </a:ext>
          </a:extLst>
        </p:spPr>
      </p:pic>
      <p:sp>
        <p:nvSpPr>
          <p:cNvPr id="4" name="Regular Pentagon 3"/>
          <p:cNvSpPr/>
          <p:nvPr/>
        </p:nvSpPr>
        <p:spPr>
          <a:xfrm>
            <a:off x="8551817" y="4585800"/>
            <a:ext cx="426720" cy="405300"/>
          </a:xfrm>
          <a:prstGeom prst="pent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485;p36"/>
          <p:cNvSpPr txBox="1">
            <a:spLocks noGrp="1"/>
          </p:cNvSpPr>
          <p:nvPr>
            <p:ph type="sldNum" idx="12"/>
          </p:nvPr>
        </p:nvSpPr>
        <p:spPr>
          <a:xfrm>
            <a:off x="8589527"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22</a:t>
            </a:fld>
            <a:endParaRPr dirty="0"/>
          </a:p>
        </p:txBody>
      </p:sp>
      <p:sp>
        <p:nvSpPr>
          <p:cNvPr id="12" name="Google Shape;482;p36"/>
          <p:cNvSpPr txBox="1">
            <a:spLocks/>
          </p:cNvSpPr>
          <p:nvPr/>
        </p:nvSpPr>
        <p:spPr>
          <a:xfrm>
            <a:off x="1360250" y="1007906"/>
            <a:ext cx="6728400" cy="3513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1pPr>
            <a:lvl2pPr marR="0" lvl="1"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2pPr>
            <a:lvl3pPr marR="0" lvl="2"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3pPr>
            <a:lvl4pPr marR="0" lvl="3"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4pPr>
            <a:lvl5pPr marR="0" lvl="4"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5pPr>
            <a:lvl6pPr marR="0" lvl="5"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6pPr>
            <a:lvl7pPr marR="0" lvl="6"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7pPr>
            <a:lvl8pPr marR="0" lvl="7"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8pPr>
            <a:lvl9pPr marR="0" lvl="8" algn="l" rtl="0">
              <a:lnSpc>
                <a:spcPct val="90000"/>
              </a:lnSpc>
              <a:spcBef>
                <a:spcPts val="0"/>
              </a:spcBef>
              <a:spcAft>
                <a:spcPts val="0"/>
              </a:spcAft>
              <a:buClr>
                <a:schemeClr val="dk1"/>
              </a:buClr>
              <a:buSzPts val="3200"/>
              <a:buFont typeface="Saira Semi Condensed"/>
              <a:buNone/>
              <a:defRPr sz="3200" b="0" i="0" u="none" strike="noStrike" cap="none">
                <a:solidFill>
                  <a:schemeClr val="dk1"/>
                </a:solidFill>
                <a:latin typeface="Saira Semi Condensed"/>
                <a:ea typeface="Saira Semi Condensed"/>
                <a:cs typeface="Saira Semi Condensed"/>
                <a:sym typeface="Saira Semi Condensed"/>
              </a:defRPr>
            </a:lvl9pPr>
          </a:lstStyle>
          <a:p>
            <a:pPr marL="285750" indent="-285750">
              <a:spcAft>
                <a:spcPts val="600"/>
              </a:spcAft>
            </a:pPr>
            <a:r>
              <a:rPr lang="en-US" dirty="0" smtClean="0"/>
              <a:t>Decision Tree</a:t>
            </a:r>
            <a:endParaRPr lang="en-US" dirty="0"/>
          </a:p>
        </p:txBody>
      </p:sp>
      <p:sp>
        <p:nvSpPr>
          <p:cNvPr id="13" name="Google Shape;483;p36"/>
          <p:cNvSpPr txBox="1">
            <a:spLocks/>
          </p:cNvSpPr>
          <p:nvPr/>
        </p:nvSpPr>
        <p:spPr>
          <a:xfrm>
            <a:off x="1360250" y="1582548"/>
            <a:ext cx="6728400" cy="30339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4"/>
              </a:buClr>
              <a:buSzPts val="1800"/>
              <a:buFont typeface="Inria Sans"/>
              <a:buChar char="⬥"/>
              <a:defRPr sz="2400" b="0" i="0" u="none" strike="noStrike" cap="none">
                <a:solidFill>
                  <a:schemeClr val="dk1"/>
                </a:solidFill>
                <a:latin typeface="Inria Sans"/>
                <a:ea typeface="Inria Sans"/>
                <a:cs typeface="Inria Sans"/>
                <a:sym typeface="Inria Sans"/>
              </a:defRPr>
            </a:lvl1pPr>
            <a:lvl2pPr marL="914400" marR="0" lvl="1" indent="-342900" algn="l" rtl="0">
              <a:lnSpc>
                <a:spcPct val="100000"/>
              </a:lnSpc>
              <a:spcBef>
                <a:spcPts val="600"/>
              </a:spcBef>
              <a:spcAft>
                <a:spcPts val="0"/>
              </a:spcAft>
              <a:buClr>
                <a:schemeClr val="accent3"/>
              </a:buClr>
              <a:buSzPts val="1800"/>
              <a:buFont typeface="Inria Sans"/>
              <a:buChar char="⬦"/>
              <a:defRPr sz="2400" b="0" i="0" u="none" strike="noStrike" cap="none">
                <a:solidFill>
                  <a:schemeClr val="dk1"/>
                </a:solidFill>
                <a:latin typeface="Inria Sans"/>
                <a:ea typeface="Inria Sans"/>
                <a:cs typeface="Inria Sans"/>
                <a:sym typeface="Inria Sans"/>
              </a:defRPr>
            </a:lvl2pPr>
            <a:lvl3pPr marL="1371600" marR="0" lvl="2" indent="-381000" algn="l" rtl="0">
              <a:lnSpc>
                <a:spcPct val="100000"/>
              </a:lnSpc>
              <a:spcBef>
                <a:spcPts val="600"/>
              </a:spcBef>
              <a:spcAft>
                <a:spcPts val="0"/>
              </a:spcAft>
              <a:buClr>
                <a:schemeClr val="accent2"/>
              </a:buClr>
              <a:buSzPts val="2400"/>
              <a:buFont typeface="Inria Sans"/>
              <a:buChar char="⬩"/>
              <a:defRPr sz="2400" b="0" i="0" u="none" strike="noStrike" cap="none">
                <a:solidFill>
                  <a:schemeClr val="dk1"/>
                </a:solidFill>
                <a:latin typeface="Inria Sans"/>
                <a:ea typeface="Inria Sans"/>
                <a:cs typeface="Inria Sans"/>
                <a:sym typeface="Inria Sans"/>
              </a:defRPr>
            </a:lvl3pPr>
            <a:lvl4pPr marL="1828800" marR="0" lvl="3"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4pPr>
            <a:lvl5pPr marL="2286000" marR="0" lvl="4"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5pPr>
            <a:lvl6pPr marL="2743200" marR="0" lvl="5"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6pPr>
            <a:lvl7pPr marL="3200400" marR="0" lvl="6"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7pPr>
            <a:lvl8pPr marL="3657600" marR="0" lvl="7" indent="-381000" algn="l" rtl="0">
              <a:lnSpc>
                <a:spcPct val="100000"/>
              </a:lnSpc>
              <a:spcBef>
                <a:spcPts val="600"/>
              </a:spcBef>
              <a:spcAft>
                <a:spcPts val="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8pPr>
            <a:lvl9pPr marL="4114800" marR="0" lvl="8" indent="-381000" algn="l" rtl="0">
              <a:lnSpc>
                <a:spcPct val="100000"/>
              </a:lnSpc>
              <a:spcBef>
                <a:spcPts val="600"/>
              </a:spcBef>
              <a:spcAft>
                <a:spcPts val="600"/>
              </a:spcAft>
              <a:buClr>
                <a:schemeClr val="dk1"/>
              </a:buClr>
              <a:buSzPts val="2400"/>
              <a:buFont typeface="Inria Sans"/>
              <a:buChar char="■"/>
              <a:defRPr sz="2400" b="0" i="0" u="none" strike="noStrike" cap="none">
                <a:solidFill>
                  <a:schemeClr val="dk1"/>
                </a:solidFill>
                <a:latin typeface="Inria Sans"/>
                <a:ea typeface="Inria Sans"/>
                <a:cs typeface="Inria Sans"/>
                <a:sym typeface="Inria Sans"/>
              </a:defRPr>
            </a:lvl9pPr>
          </a:lstStyle>
          <a:p>
            <a:r>
              <a:rPr lang="en-US" sz="1800" dirty="0" smtClean="0"/>
              <a:t>Decision Tree is a </a:t>
            </a:r>
            <a:r>
              <a:rPr lang="en-US" sz="1800" b="1" dirty="0" smtClean="0"/>
              <a:t>Supervised learning technique </a:t>
            </a:r>
            <a:r>
              <a:rPr lang="en-US" sz="1800" dirty="0" smtClean="0"/>
              <a:t>that can be used for both classification and Regression problems, but mostly it is preferred for solving Classification problems.</a:t>
            </a:r>
          </a:p>
          <a:p>
            <a:pPr marL="114300" indent="0">
              <a:buFont typeface="Inria Sans"/>
              <a:buNone/>
            </a:pPr>
            <a:r>
              <a:rPr lang="en-US" sz="1800" dirty="0" smtClean="0"/>
              <a:t> </a:t>
            </a:r>
          </a:p>
          <a:p>
            <a:r>
              <a:rPr lang="en-US" sz="1800" dirty="0" smtClean="0"/>
              <a:t>It is a tree-structured classifier, where</a:t>
            </a:r>
            <a:r>
              <a:rPr lang="en-US" sz="1800" b="1" dirty="0" smtClean="0"/>
              <a:t> internal nodes represent the features of a dataset, branches represent the decision rules</a:t>
            </a:r>
            <a:r>
              <a:rPr lang="en-US" sz="1800" dirty="0" smtClean="0"/>
              <a:t> and </a:t>
            </a:r>
            <a:r>
              <a:rPr lang="en-US" sz="1800" b="1" dirty="0" smtClean="0"/>
              <a:t>each leaf node represents the outcome.</a:t>
            </a:r>
            <a:endParaRPr lang="en-US" sz="1800" dirty="0"/>
          </a:p>
        </p:txBody>
      </p:sp>
      <p:sp>
        <p:nvSpPr>
          <p:cNvPr id="14" name="Google Shape;484;p36"/>
          <p:cNvSpPr txBox="1"/>
          <p:nvPr/>
        </p:nvSpPr>
        <p:spPr>
          <a:xfrm>
            <a:off x="1207850" y="4042845"/>
            <a:ext cx="6728400" cy="537900"/>
          </a:xfrm>
          <a:prstGeom prst="rect">
            <a:avLst/>
          </a:prstGeom>
          <a:noFill/>
          <a:ln>
            <a:noFill/>
          </a:ln>
        </p:spPr>
        <p:txBody>
          <a:bodyPr spcFirstLastPara="1" wrap="square" lIns="0" tIns="0" rIns="0" bIns="0" anchor="t" anchorCtr="0">
            <a:noAutofit/>
          </a:bodyPr>
          <a:lstStyle/>
          <a:p>
            <a:r>
              <a:rPr lang="en-US" sz="1600" b="1" dirty="0" smtClean="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rPr>
              <a:t>Its </a:t>
            </a:r>
            <a:r>
              <a:rPr lang="en-US" sz="1600" b="1" dirty="0">
                <a:solidFill>
                  <a:schemeClr val="accent4">
                    <a:lumMod val="60000"/>
                    <a:lumOff val="40000"/>
                  </a:schemeClr>
                </a:solidFill>
                <a:effectLst>
                  <a:outerShdw blurRad="38100" dist="38100" dir="2700000" algn="tl">
                    <a:srgbClr val="000000">
                      <a:alpha val="43137"/>
                    </a:srgbClr>
                  </a:outerShdw>
                </a:effectLst>
              </a:rPr>
              <a:t>Implementation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is shown </a:t>
            </a:r>
            <a:r>
              <a:rPr lang="en-US" sz="1600" b="1" dirty="0">
                <a:solidFill>
                  <a:schemeClr val="accent4">
                    <a:lumMod val="60000"/>
                    <a:lumOff val="40000"/>
                  </a:schemeClr>
                </a:solidFill>
                <a:effectLst>
                  <a:outerShdw blurRad="38100" dist="38100" dir="2700000" algn="tl">
                    <a:srgbClr val="000000">
                      <a:alpha val="43137"/>
                    </a:srgbClr>
                  </a:outerShdw>
                </a:effectLst>
              </a:rPr>
              <a:t>on Chapter 4 Section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XXX. </a:t>
            </a:r>
            <a:endParaRPr sz="1600" b="1" dirty="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endParaRPr>
          </a:p>
        </p:txBody>
      </p:sp>
    </p:spTree>
    <p:extLst>
      <p:ext uri="{BB962C8B-B14F-4D97-AF65-F5344CB8AC3E}">
        <p14:creationId xmlns:p14="http://schemas.microsoft.com/office/powerpoint/2010/main" val="1049855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285750" indent="-285750">
              <a:spcAft>
                <a:spcPts val="600"/>
              </a:spcAft>
            </a:pPr>
            <a:r>
              <a:rPr lang="en-US" dirty="0"/>
              <a:t>AdaBoost Algorithm</a:t>
            </a:r>
          </a:p>
        </p:txBody>
      </p:sp>
      <p:sp>
        <p:nvSpPr>
          <p:cNvPr id="483" name="Google Shape;483;p36"/>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r>
              <a:rPr lang="en-US" sz="1800" dirty="0"/>
              <a:t>The AdaBoost classifier is a meta-estimator that begins by fitting a classifier on the </a:t>
            </a:r>
            <a:r>
              <a:rPr lang="en-US" sz="1800" dirty="0" smtClean="0"/>
              <a:t>original dataset </a:t>
            </a:r>
            <a:r>
              <a:rPr lang="en-US" sz="1800" dirty="0"/>
              <a:t>and then fits additional copies of the classifier on the same dataset but where the </a:t>
            </a:r>
            <a:r>
              <a:rPr lang="en-US" sz="1800" dirty="0" smtClean="0"/>
              <a:t>weights of </a:t>
            </a:r>
            <a:r>
              <a:rPr lang="en-US" sz="1800" dirty="0"/>
              <a:t>incorrectly classified instances are adjusted such that subsequent classifiers focus more on</a:t>
            </a:r>
          </a:p>
          <a:p>
            <a:pPr marL="114300" indent="0">
              <a:buNone/>
            </a:pPr>
            <a:r>
              <a:rPr lang="en-US" sz="1800" dirty="0" smtClean="0"/>
              <a:t>      difficult </a:t>
            </a:r>
            <a:r>
              <a:rPr lang="en-US" sz="1800" dirty="0"/>
              <a:t>cases.</a:t>
            </a:r>
            <a:endParaRPr sz="1100" b="1" dirty="0">
              <a:solidFill>
                <a:srgbClr val="3D85C6"/>
              </a:solidFill>
            </a:endParaRPr>
          </a:p>
        </p:txBody>
      </p:sp>
      <p:sp>
        <p:nvSpPr>
          <p:cNvPr id="484" name="Google Shape;484;p36"/>
          <p:cNvSpPr txBox="1"/>
          <p:nvPr/>
        </p:nvSpPr>
        <p:spPr>
          <a:xfrm>
            <a:off x="1207850" y="4042845"/>
            <a:ext cx="6728400" cy="537900"/>
          </a:xfrm>
          <a:prstGeom prst="rect">
            <a:avLst/>
          </a:prstGeom>
          <a:noFill/>
          <a:ln>
            <a:noFill/>
          </a:ln>
        </p:spPr>
        <p:txBody>
          <a:bodyPr spcFirstLastPara="1" wrap="square" lIns="0" tIns="0" rIns="0" bIns="0" anchor="t" anchorCtr="0">
            <a:noAutofit/>
          </a:bodyPr>
          <a:lstStyle/>
          <a:p>
            <a:r>
              <a:rPr lang="en-US" sz="1600" b="1" dirty="0" smtClean="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rPr>
              <a:t>Its </a:t>
            </a:r>
            <a:r>
              <a:rPr lang="en-US" sz="1600" b="1" dirty="0">
                <a:solidFill>
                  <a:schemeClr val="accent4">
                    <a:lumMod val="60000"/>
                    <a:lumOff val="40000"/>
                  </a:schemeClr>
                </a:solidFill>
                <a:effectLst>
                  <a:outerShdw blurRad="38100" dist="38100" dir="2700000" algn="tl">
                    <a:srgbClr val="000000">
                      <a:alpha val="43137"/>
                    </a:srgbClr>
                  </a:outerShdw>
                </a:effectLst>
              </a:rPr>
              <a:t>Implementation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is shown </a:t>
            </a:r>
            <a:r>
              <a:rPr lang="en-US" sz="1600" b="1" dirty="0">
                <a:solidFill>
                  <a:schemeClr val="accent4">
                    <a:lumMod val="60000"/>
                    <a:lumOff val="40000"/>
                  </a:schemeClr>
                </a:solidFill>
                <a:effectLst>
                  <a:outerShdw blurRad="38100" dist="38100" dir="2700000" algn="tl">
                    <a:srgbClr val="000000">
                      <a:alpha val="43137"/>
                    </a:srgbClr>
                  </a:outerShdw>
                </a:effectLst>
              </a:rPr>
              <a:t>on Chapter 4 Section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XXX.</a:t>
            </a:r>
            <a:endParaRPr sz="1600" b="1" dirty="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endParaRPr>
          </a:p>
        </p:txBody>
      </p:sp>
      <p:sp>
        <p:nvSpPr>
          <p:cNvPr id="485" name="Google Shape;485;p3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23</a:t>
            </a:fld>
            <a:endParaRPr/>
          </a:p>
        </p:txBody>
      </p:sp>
    </p:spTree>
    <p:extLst>
      <p:ext uri="{BB962C8B-B14F-4D97-AF65-F5344CB8AC3E}">
        <p14:creationId xmlns:p14="http://schemas.microsoft.com/office/powerpoint/2010/main" val="28453755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What is UnSupervised Learning ?</a:t>
            </a:r>
            <a:endParaRPr sz="3600" dirty="0">
              <a:solidFill>
                <a:schemeClr val="accent4"/>
              </a:solidFill>
            </a:endParaRPr>
          </a:p>
        </p:txBody>
      </p:sp>
      <p:sp>
        <p:nvSpPr>
          <p:cNvPr id="349" name="Google Shape;349;p26"/>
          <p:cNvSpPr txBox="1">
            <a:spLocks noGrp="1"/>
          </p:cNvSpPr>
          <p:nvPr>
            <p:ph type="subTitle" idx="4294967295"/>
          </p:nvPr>
        </p:nvSpPr>
        <p:spPr>
          <a:xfrm>
            <a:off x="1888900" y="2997450"/>
            <a:ext cx="6569400" cy="405300"/>
          </a:xfrm>
          <a:prstGeom prst="rect">
            <a:avLst/>
          </a:prstGeom>
        </p:spPr>
        <p:txBody>
          <a:bodyPr spcFirstLastPara="1" wrap="square" lIns="0" tIns="0" rIns="0" bIns="0" anchor="t" anchorCtr="0">
            <a:noAutofit/>
          </a:bodyPr>
          <a:lstStyle/>
          <a:p>
            <a:pPr marL="0" lvl="0" indent="0">
              <a:spcAft>
                <a:spcPts val="600"/>
              </a:spcAft>
              <a:buNone/>
            </a:pPr>
            <a:r>
              <a:rPr lang="en-US" sz="1800" dirty="0"/>
              <a:t>also known as </a:t>
            </a:r>
            <a:r>
              <a:rPr lang="en-US" sz="1800" dirty="0">
                <a:hlinkClick r:id="rId3"/>
              </a:rPr>
              <a:t>unsupervised machine learning</a:t>
            </a:r>
            <a:r>
              <a:rPr lang="en-US" sz="1800" dirty="0"/>
              <a:t>, uses machine learning algorithms to analyze and cluster unlabeled datasets</a:t>
            </a:r>
            <a:r>
              <a:rPr lang="en-US" sz="1800" dirty="0" smtClean="0"/>
              <a:t>.</a:t>
            </a:r>
          </a:p>
          <a:p>
            <a:pPr marL="0" lvl="0" indent="0">
              <a:spcAft>
                <a:spcPts val="600"/>
              </a:spcAft>
              <a:buNone/>
            </a:pPr>
            <a:r>
              <a:rPr lang="en-US" sz="1800" dirty="0" smtClean="0"/>
              <a:t> </a:t>
            </a:r>
          </a:p>
          <a:p>
            <a:pPr marL="0" lvl="0" indent="0">
              <a:spcAft>
                <a:spcPts val="600"/>
              </a:spcAft>
              <a:buNone/>
            </a:pPr>
            <a:r>
              <a:rPr lang="en-US" sz="1800" dirty="0" smtClean="0"/>
              <a:t>Its </a:t>
            </a:r>
            <a:r>
              <a:rPr lang="en-US" sz="1800" dirty="0"/>
              <a:t>algorithms discover hidden patterns or data groupings without the need for human intervention.</a:t>
            </a:r>
            <a:endParaRPr sz="14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24</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691292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How UnSupervised Learning Works?</a:t>
            </a:r>
            <a:endParaRPr sz="3600" dirty="0">
              <a:solidFill>
                <a:schemeClr val="accent4"/>
              </a:solidFill>
            </a:endParaRPr>
          </a:p>
        </p:txBody>
      </p:sp>
      <p:sp>
        <p:nvSpPr>
          <p:cNvPr id="349" name="Google Shape;349;p26"/>
          <p:cNvSpPr txBox="1">
            <a:spLocks noGrp="1"/>
          </p:cNvSpPr>
          <p:nvPr>
            <p:ph type="subTitle" idx="4294967295"/>
          </p:nvPr>
        </p:nvSpPr>
        <p:spPr>
          <a:xfrm>
            <a:off x="1888899" y="3159493"/>
            <a:ext cx="6965733" cy="405300"/>
          </a:xfrm>
          <a:prstGeom prst="rect">
            <a:avLst/>
          </a:prstGeom>
        </p:spPr>
        <p:txBody>
          <a:bodyPr spcFirstLastPara="1" wrap="square" lIns="0" tIns="0" rIns="0" bIns="0" anchor="t" anchorCtr="0">
            <a:noAutofit/>
          </a:bodyPr>
          <a:lstStyle/>
          <a:p>
            <a:pPr marL="0" lvl="0" indent="0">
              <a:spcAft>
                <a:spcPts val="600"/>
              </a:spcAft>
              <a:buNone/>
            </a:pPr>
            <a:r>
              <a:rPr lang="en-US" sz="1800" dirty="0" smtClean="0"/>
              <a:t>It works </a:t>
            </a:r>
            <a:r>
              <a:rPr lang="en-US" sz="1800" dirty="0"/>
              <a:t>by analyzing the data without its labels for the hidden structures within it, through determining the correlations, and for features that actually correlate two data items. </a:t>
            </a:r>
          </a:p>
          <a:p>
            <a:pPr marL="0" lvl="0" indent="0">
              <a:spcAft>
                <a:spcPts val="600"/>
              </a:spcAft>
              <a:buNone/>
            </a:pPr>
            <a:r>
              <a:rPr lang="en-US" sz="1800" dirty="0"/>
              <a:t>It is being used for clustering, dimensionality reduction, feature learning, density estimation, etc.</a:t>
            </a:r>
            <a:endParaRPr sz="14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25</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908416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What is UnSupervised Learning Algorithm that we have used?</a:t>
            </a:r>
            <a:endParaRPr sz="3600" dirty="0">
              <a:solidFill>
                <a:schemeClr val="accent4"/>
              </a:solidFill>
            </a:endParaRPr>
          </a:p>
        </p:txBody>
      </p:sp>
      <p:sp>
        <p:nvSpPr>
          <p:cNvPr id="349" name="Google Shape;349;p26"/>
          <p:cNvSpPr txBox="1">
            <a:spLocks noGrp="1"/>
          </p:cNvSpPr>
          <p:nvPr>
            <p:ph type="subTitle" idx="4294967295"/>
          </p:nvPr>
        </p:nvSpPr>
        <p:spPr>
          <a:xfrm>
            <a:off x="1888900" y="2997450"/>
            <a:ext cx="6569400" cy="405300"/>
          </a:xfrm>
          <a:prstGeom prst="rect">
            <a:avLst/>
          </a:prstGeom>
        </p:spPr>
        <p:txBody>
          <a:bodyPr spcFirstLastPara="1" wrap="square" lIns="0" tIns="0" rIns="0" bIns="0" anchor="t" anchorCtr="0">
            <a:noAutofit/>
          </a:bodyPr>
          <a:lstStyle/>
          <a:p>
            <a:pPr marL="285750" indent="-285750">
              <a:spcAft>
                <a:spcPts val="600"/>
              </a:spcAft>
            </a:pPr>
            <a:r>
              <a:rPr lang="en-US" sz="1800" dirty="0" smtClean="0"/>
              <a:t>Word2Vec</a:t>
            </a:r>
            <a:endParaRPr sz="18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26</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893723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Word2Vec</a:t>
            </a:r>
            <a:endParaRPr dirty="0"/>
          </a:p>
        </p:txBody>
      </p:sp>
      <p:sp>
        <p:nvSpPr>
          <p:cNvPr id="483" name="Google Shape;483;p36"/>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marL="285750" indent="-285750"/>
            <a:r>
              <a:rPr lang="en-US" sz="1800" dirty="0"/>
              <a:t>Word2vec is a two-layer neural net that processes text by </a:t>
            </a:r>
            <a:r>
              <a:rPr lang="en-US" sz="1800" dirty="0" smtClean="0"/>
              <a:t>“vectorising” </a:t>
            </a:r>
            <a:r>
              <a:rPr lang="en-US" sz="1800" dirty="0"/>
              <a:t>words. </a:t>
            </a:r>
            <a:endParaRPr lang="en-US" sz="1800" dirty="0" smtClean="0"/>
          </a:p>
          <a:p>
            <a:pPr marL="285750" indent="-285750"/>
            <a:endParaRPr lang="en-US" sz="1800" dirty="0" smtClean="0"/>
          </a:p>
          <a:p>
            <a:pPr marL="285750" indent="-285750"/>
            <a:r>
              <a:rPr lang="en-US" sz="1800" dirty="0" smtClean="0"/>
              <a:t>Its </a:t>
            </a:r>
            <a:r>
              <a:rPr lang="en-US" sz="1800" dirty="0"/>
              <a:t>input is a text corpus and its output is a set of vectors: feature vectors that represent words in that corpus</a:t>
            </a:r>
            <a:r>
              <a:rPr lang="en-US" sz="1800" dirty="0" smtClean="0"/>
              <a:t>.</a:t>
            </a:r>
          </a:p>
          <a:p>
            <a:pPr marL="285750" indent="-285750"/>
            <a:endParaRPr lang="en-US" sz="1800" dirty="0" smtClean="0"/>
          </a:p>
          <a:p>
            <a:pPr marL="285750" indent="-285750"/>
            <a:r>
              <a:rPr lang="en-US" sz="1800" dirty="0" smtClean="0"/>
              <a:t> </a:t>
            </a:r>
            <a:r>
              <a:rPr lang="en-US" sz="1800" dirty="0"/>
              <a:t>While Word2vec is not a </a:t>
            </a:r>
            <a:r>
              <a:rPr lang="en-US" sz="1800" dirty="0">
                <a:hlinkClick r:id="rId3"/>
              </a:rPr>
              <a:t>deep neural network</a:t>
            </a:r>
            <a:r>
              <a:rPr lang="en-US" sz="1800" dirty="0"/>
              <a:t>, it turns text into a numerical form that deep neural networks can understand.</a:t>
            </a:r>
            <a:endParaRPr sz="1400" b="1" dirty="0">
              <a:solidFill>
                <a:srgbClr val="3D85C6"/>
              </a:solidFill>
            </a:endParaRPr>
          </a:p>
        </p:txBody>
      </p:sp>
      <p:sp>
        <p:nvSpPr>
          <p:cNvPr id="484" name="Google Shape;484;p36"/>
          <p:cNvSpPr txBox="1"/>
          <p:nvPr/>
        </p:nvSpPr>
        <p:spPr>
          <a:xfrm>
            <a:off x="1207850" y="4042845"/>
            <a:ext cx="6728400" cy="537900"/>
          </a:xfrm>
          <a:prstGeom prst="rect">
            <a:avLst/>
          </a:prstGeom>
          <a:noFill/>
          <a:ln>
            <a:noFill/>
          </a:ln>
        </p:spPr>
        <p:txBody>
          <a:bodyPr spcFirstLastPara="1" wrap="square" lIns="0" tIns="0" rIns="0" bIns="0" anchor="t" anchorCtr="0">
            <a:noAutofit/>
          </a:bodyPr>
          <a:lstStyle/>
          <a:p>
            <a:r>
              <a:rPr lang="en-US" sz="1600" b="1" dirty="0" smtClean="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rPr>
              <a:t>Its </a:t>
            </a:r>
            <a:r>
              <a:rPr lang="en-US" sz="1600" b="1" dirty="0">
                <a:solidFill>
                  <a:schemeClr val="accent4">
                    <a:lumMod val="60000"/>
                    <a:lumOff val="40000"/>
                  </a:schemeClr>
                </a:solidFill>
                <a:effectLst>
                  <a:outerShdw blurRad="38100" dist="38100" dir="2700000" algn="tl">
                    <a:srgbClr val="000000">
                      <a:alpha val="43137"/>
                    </a:srgbClr>
                  </a:outerShdw>
                </a:effectLst>
              </a:rPr>
              <a:t>Implementation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is shown </a:t>
            </a:r>
            <a:r>
              <a:rPr lang="en-US" sz="1600" b="1" dirty="0">
                <a:solidFill>
                  <a:schemeClr val="accent4">
                    <a:lumMod val="60000"/>
                    <a:lumOff val="40000"/>
                  </a:schemeClr>
                </a:solidFill>
                <a:effectLst>
                  <a:outerShdw blurRad="38100" dist="38100" dir="2700000" algn="tl">
                    <a:srgbClr val="000000">
                      <a:alpha val="43137"/>
                    </a:srgbClr>
                  </a:outerShdw>
                </a:effectLst>
              </a:rPr>
              <a:t>on Chapter 4 Section </a:t>
            </a:r>
            <a:r>
              <a:rPr lang="en-US" sz="1600" b="1" dirty="0" smtClean="0">
                <a:solidFill>
                  <a:schemeClr val="accent4">
                    <a:lumMod val="60000"/>
                    <a:lumOff val="40000"/>
                  </a:schemeClr>
                </a:solidFill>
                <a:effectLst>
                  <a:outerShdw blurRad="38100" dist="38100" dir="2700000" algn="tl">
                    <a:srgbClr val="000000">
                      <a:alpha val="43137"/>
                    </a:srgbClr>
                  </a:outerShdw>
                </a:effectLst>
              </a:rPr>
              <a:t>XXX.</a:t>
            </a:r>
            <a:endParaRPr sz="1600" b="1" dirty="0">
              <a:solidFill>
                <a:schemeClr val="accent4">
                  <a:lumMod val="60000"/>
                  <a:lumOff val="40000"/>
                </a:schemeClr>
              </a:solidFill>
              <a:effectLst>
                <a:outerShdw blurRad="38100" dist="38100" dir="2700000" algn="tl">
                  <a:srgbClr val="000000">
                    <a:alpha val="43137"/>
                  </a:srgbClr>
                </a:outerShdw>
              </a:effectLst>
              <a:latin typeface="Inria Sans"/>
              <a:ea typeface="Inria Sans"/>
              <a:cs typeface="Inria Sans"/>
              <a:sym typeface="Inria Sans"/>
            </a:endParaRPr>
          </a:p>
        </p:txBody>
      </p:sp>
      <p:sp>
        <p:nvSpPr>
          <p:cNvPr id="485" name="Google Shape;485;p3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27</a:t>
            </a:fld>
            <a:endParaRPr/>
          </a:p>
        </p:txBody>
      </p:sp>
    </p:spTree>
    <p:extLst>
      <p:ext uri="{BB962C8B-B14F-4D97-AF65-F5344CB8AC3E}">
        <p14:creationId xmlns:p14="http://schemas.microsoft.com/office/powerpoint/2010/main" val="14602654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What is Deep Learning ?</a:t>
            </a:r>
            <a:endParaRPr sz="3600" dirty="0">
              <a:solidFill>
                <a:schemeClr val="accent4"/>
              </a:solidFill>
            </a:endParaRPr>
          </a:p>
        </p:txBody>
      </p:sp>
      <p:sp>
        <p:nvSpPr>
          <p:cNvPr id="349" name="Google Shape;349;p26"/>
          <p:cNvSpPr txBox="1">
            <a:spLocks noGrp="1"/>
          </p:cNvSpPr>
          <p:nvPr>
            <p:ph type="subTitle" idx="4294967295"/>
          </p:nvPr>
        </p:nvSpPr>
        <p:spPr>
          <a:xfrm>
            <a:off x="1888900" y="2719656"/>
            <a:ext cx="6569400" cy="405300"/>
          </a:xfrm>
          <a:prstGeom prst="rect">
            <a:avLst/>
          </a:prstGeom>
        </p:spPr>
        <p:txBody>
          <a:bodyPr spcFirstLastPara="1" wrap="square" lIns="0" tIns="0" rIns="0" bIns="0" anchor="t" anchorCtr="0">
            <a:noAutofit/>
          </a:bodyPr>
          <a:lstStyle/>
          <a:p>
            <a:pPr marL="285750" indent="-285750">
              <a:spcAft>
                <a:spcPts val="600"/>
              </a:spcAft>
            </a:pPr>
            <a:r>
              <a:rPr lang="en-US" sz="1800" dirty="0"/>
              <a:t>Deep learning is a type of </a:t>
            </a:r>
            <a:r>
              <a:rPr lang="en-US" sz="1800" u="sng" dirty="0">
                <a:hlinkClick r:id="rId3"/>
              </a:rPr>
              <a:t>machine learning</a:t>
            </a:r>
            <a:r>
              <a:rPr lang="en-US" sz="1800" dirty="0"/>
              <a:t> and artificial intelligence (</a:t>
            </a:r>
            <a:r>
              <a:rPr lang="en-US" sz="1800" u="sng" dirty="0">
                <a:hlinkClick r:id="rId4"/>
              </a:rPr>
              <a:t>AI</a:t>
            </a:r>
            <a:r>
              <a:rPr lang="en-US" sz="1800" dirty="0"/>
              <a:t>) that imitates the way humans gain certain types of knowledge</a:t>
            </a:r>
            <a:r>
              <a:rPr lang="en-US" sz="1800" dirty="0" smtClean="0"/>
              <a:t>.</a:t>
            </a:r>
          </a:p>
          <a:p>
            <a:pPr marL="0" lvl="0" indent="0">
              <a:spcAft>
                <a:spcPts val="600"/>
              </a:spcAft>
              <a:buNone/>
            </a:pPr>
            <a:endParaRPr lang="en-US" sz="1800" dirty="0" smtClean="0"/>
          </a:p>
          <a:p>
            <a:pPr marL="285750" indent="-285750">
              <a:spcAft>
                <a:spcPts val="600"/>
              </a:spcAft>
            </a:pPr>
            <a:r>
              <a:rPr lang="en-US" sz="1800" dirty="0" smtClean="0"/>
              <a:t>It can be </a:t>
            </a:r>
            <a:r>
              <a:rPr lang="en-US" sz="1800" dirty="0"/>
              <a:t>thought of as a way to automate </a:t>
            </a:r>
            <a:r>
              <a:rPr lang="en-US" sz="1800" u="sng" dirty="0">
                <a:hlinkClick r:id="rId5"/>
              </a:rPr>
              <a:t>predictive analytics</a:t>
            </a:r>
            <a:r>
              <a:rPr lang="en-US" sz="1800" dirty="0"/>
              <a:t>. While traditional machine learning </a:t>
            </a:r>
            <a:r>
              <a:rPr lang="en-US" sz="1800" u="sng" dirty="0">
                <a:hlinkClick r:id="rId6"/>
              </a:rPr>
              <a:t>algorithms</a:t>
            </a:r>
            <a:r>
              <a:rPr lang="en-US" sz="1800" dirty="0"/>
              <a:t> are linear, deep learning algorithms are stacked in a </a:t>
            </a:r>
            <a:r>
              <a:rPr lang="en-US" sz="1800" u="sng" dirty="0">
                <a:hlinkClick r:id="rId7"/>
              </a:rPr>
              <a:t>hierarchy</a:t>
            </a:r>
            <a:r>
              <a:rPr lang="en-US" sz="1800" dirty="0"/>
              <a:t> of increasing complexity and abstraction.</a:t>
            </a:r>
            <a:endParaRPr sz="18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28</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001755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What is Neural Network?</a:t>
            </a:r>
            <a:endParaRPr sz="3600" dirty="0">
              <a:solidFill>
                <a:schemeClr val="accent4"/>
              </a:solidFill>
            </a:endParaRPr>
          </a:p>
        </p:txBody>
      </p:sp>
      <p:sp>
        <p:nvSpPr>
          <p:cNvPr id="349" name="Google Shape;349;p26"/>
          <p:cNvSpPr txBox="1">
            <a:spLocks noGrp="1"/>
          </p:cNvSpPr>
          <p:nvPr>
            <p:ph type="subTitle" idx="4294967295"/>
          </p:nvPr>
        </p:nvSpPr>
        <p:spPr>
          <a:xfrm>
            <a:off x="1888900" y="2719656"/>
            <a:ext cx="6569400" cy="405300"/>
          </a:xfrm>
          <a:prstGeom prst="rect">
            <a:avLst/>
          </a:prstGeom>
        </p:spPr>
        <p:txBody>
          <a:bodyPr spcFirstLastPara="1" wrap="square" lIns="0" tIns="0" rIns="0" bIns="0" anchor="t" anchorCtr="0">
            <a:noAutofit/>
          </a:bodyPr>
          <a:lstStyle/>
          <a:p>
            <a:pPr marL="285750" indent="-285750">
              <a:spcAft>
                <a:spcPts val="600"/>
              </a:spcAft>
            </a:pPr>
            <a:r>
              <a:rPr lang="en-US" sz="1800" dirty="0"/>
              <a:t>A neural network is a method in artificial intelligence that teaches computers to process data in a way that is inspired by the human brain</a:t>
            </a:r>
            <a:r>
              <a:rPr lang="en-US" sz="1800" dirty="0" smtClean="0"/>
              <a:t>.</a:t>
            </a:r>
          </a:p>
          <a:p>
            <a:pPr marL="0" indent="0">
              <a:spcAft>
                <a:spcPts val="600"/>
              </a:spcAft>
              <a:buNone/>
            </a:pPr>
            <a:r>
              <a:rPr lang="en-US" sz="1800" dirty="0" smtClean="0"/>
              <a:t> </a:t>
            </a:r>
          </a:p>
          <a:p>
            <a:pPr marL="285750" indent="-285750">
              <a:spcAft>
                <a:spcPts val="600"/>
              </a:spcAft>
            </a:pPr>
            <a:r>
              <a:rPr lang="en-US" sz="1800" dirty="0" smtClean="0"/>
              <a:t>It </a:t>
            </a:r>
            <a:r>
              <a:rPr lang="en-US" sz="1800" dirty="0"/>
              <a:t>is a type of machine learning process, called deep learning, that uses interconnected nodes or neurons in a layered structure that resembles the human brain.</a:t>
            </a:r>
            <a:endParaRPr sz="14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29</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487695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dirty="0" smtClean="0">
                <a:solidFill>
                  <a:schemeClr val="accent4"/>
                </a:solidFill>
              </a:rPr>
              <a:t> How Deep Learning Works?</a:t>
            </a:r>
            <a:endParaRPr sz="3600" dirty="0">
              <a:solidFill>
                <a:schemeClr val="accent4"/>
              </a:solidFill>
            </a:endParaRPr>
          </a:p>
        </p:txBody>
      </p:sp>
      <p:sp>
        <p:nvSpPr>
          <p:cNvPr id="349" name="Google Shape;349;p26"/>
          <p:cNvSpPr txBox="1">
            <a:spLocks noGrp="1"/>
          </p:cNvSpPr>
          <p:nvPr>
            <p:ph type="subTitle" idx="4294967295"/>
          </p:nvPr>
        </p:nvSpPr>
        <p:spPr>
          <a:xfrm>
            <a:off x="1888899" y="3159493"/>
            <a:ext cx="6965733" cy="405300"/>
          </a:xfrm>
          <a:prstGeom prst="rect">
            <a:avLst/>
          </a:prstGeom>
        </p:spPr>
        <p:txBody>
          <a:bodyPr spcFirstLastPara="1" wrap="square" lIns="0" tIns="0" rIns="0" bIns="0" anchor="t" anchorCtr="0">
            <a:noAutofit/>
          </a:bodyPr>
          <a:lstStyle/>
          <a:p>
            <a:pPr marL="0" lvl="0" indent="0">
              <a:spcAft>
                <a:spcPts val="600"/>
              </a:spcAft>
              <a:buNone/>
            </a:pPr>
            <a:r>
              <a:rPr lang="en-US" sz="1800" dirty="0"/>
              <a:t>Deep learning networks learn by discovering intricate structures in the data they experience. </a:t>
            </a:r>
            <a:endParaRPr lang="en-US" sz="1800" dirty="0" smtClean="0"/>
          </a:p>
          <a:p>
            <a:pPr marL="0" lvl="0" indent="0">
              <a:spcAft>
                <a:spcPts val="600"/>
              </a:spcAft>
              <a:buNone/>
            </a:pPr>
            <a:r>
              <a:rPr lang="en-US" sz="1800" dirty="0" smtClean="0"/>
              <a:t>By </a:t>
            </a:r>
            <a:r>
              <a:rPr lang="en-US" sz="1800" dirty="0"/>
              <a:t>building computational models that are composed of multiple processing layers, the networks can create multiple levels of abstraction to represent the data.</a:t>
            </a:r>
            <a:endParaRPr sz="1100" dirty="0"/>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30</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710869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30" name="Google Shape;230;p15"/>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800" b="1" dirty="0">
                <a:solidFill>
                  <a:schemeClr val="dk1"/>
                </a:solidFill>
                <a:latin typeface="Saira Semi Condensed"/>
                <a:ea typeface="Saira Semi Condensed"/>
                <a:cs typeface="Saira Semi Condensed"/>
                <a:sym typeface="Saira Semi Condensed"/>
              </a:rPr>
              <a:t>3</a:t>
            </a:r>
            <a:endParaRPr b="1" dirty="0">
              <a:solidFill>
                <a:schemeClr val="dk1"/>
              </a:solidFill>
              <a:latin typeface="Saira Semi Condensed"/>
              <a:ea typeface="Saira Semi Condensed"/>
              <a:cs typeface="Saira Semi Condensed"/>
              <a:sym typeface="Saira Semi Condensed"/>
            </a:endParaRPr>
          </a:p>
        </p:txBody>
      </p:sp>
      <p:sp>
        <p:nvSpPr>
          <p:cNvPr id="5" name="Google Shape;228;p15"/>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p>
            <a:pPr lvl="0"/>
            <a:r>
              <a:rPr lang="en-US" b="1" dirty="0" smtClean="0"/>
              <a:t>Proposed Solution</a:t>
            </a:r>
            <a:endParaRPr dirty="0"/>
          </a:p>
        </p:txBody>
      </p:sp>
      <p:sp>
        <p:nvSpPr>
          <p:cNvPr id="6" name="Google Shape;229;p15"/>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dirty="0"/>
              <a:t>Let’s </a:t>
            </a:r>
            <a:r>
              <a:rPr lang="en" dirty="0" smtClean="0"/>
              <a:t>discover the Third Chapter</a:t>
            </a:r>
            <a:endParaRPr dirty="0"/>
          </a:p>
        </p:txBody>
      </p:sp>
    </p:spTree>
    <p:extLst>
      <p:ext uri="{BB962C8B-B14F-4D97-AF65-F5344CB8AC3E}">
        <p14:creationId xmlns:p14="http://schemas.microsoft.com/office/powerpoint/2010/main" val="26866566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Google Shape;236;p1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32</a:t>
            </a:fld>
            <a:endParaRPr/>
          </a:p>
        </p:txBody>
      </p:sp>
      <p:sp>
        <p:nvSpPr>
          <p:cNvPr id="2" name="Text Placeholder 1"/>
          <p:cNvSpPr>
            <a:spLocks noGrp="1"/>
          </p:cNvSpPr>
          <p:nvPr>
            <p:ph type="body" idx="1"/>
          </p:nvPr>
        </p:nvSpPr>
        <p:spPr>
          <a:xfrm>
            <a:off x="12515" y="404648"/>
            <a:ext cx="9131485" cy="4586452"/>
          </a:xfrm>
        </p:spPr>
        <p:txBody>
          <a:bodyPr/>
          <a:lstStyle/>
          <a:p>
            <a:pPr marL="0" lvl="0" indent="0" algn="l">
              <a:spcAft>
                <a:spcPts val="600"/>
              </a:spcAft>
              <a:buNone/>
            </a:pPr>
            <a:r>
              <a:rPr lang="en-US" sz="2400" dirty="0">
                <a:latin typeface="Saira Semi Condensed"/>
              </a:rPr>
              <a:t>The process of log analysis</a:t>
            </a:r>
            <a:r>
              <a:rPr lang="en-US" sz="2400" dirty="0" smtClean="0">
                <a:latin typeface="Saira Semi Condensed"/>
              </a:rPr>
              <a:t>:</a:t>
            </a:r>
            <a:endParaRPr lang="en-US" sz="2400" dirty="0">
              <a:latin typeface="Saira Semi Condensed"/>
            </a:endParaRPr>
          </a:p>
          <a:p>
            <a:pPr marL="0" lvl="0" indent="0" algn="l">
              <a:spcAft>
                <a:spcPts val="600"/>
              </a:spcAft>
              <a:buNone/>
            </a:pPr>
            <a:r>
              <a:rPr lang="fr-FR" sz="1600" b="1" dirty="0" smtClean="0">
                <a:solidFill>
                  <a:schemeClr val="tx1"/>
                </a:solidFill>
                <a:effectLst>
                  <a:outerShdw blurRad="38100" dist="38100" dir="2700000" algn="tl">
                    <a:srgbClr val="000000">
                      <a:alpha val="43137"/>
                    </a:srgbClr>
                  </a:outerShdw>
                </a:effectLst>
              </a:rPr>
              <a:t>1. Data </a:t>
            </a:r>
            <a:r>
              <a:rPr lang="fr-FR" sz="1600" b="1" dirty="0">
                <a:solidFill>
                  <a:schemeClr val="tx1"/>
                </a:solidFill>
                <a:effectLst>
                  <a:outerShdw blurRad="38100" dist="38100" dir="2700000" algn="tl">
                    <a:srgbClr val="000000">
                      <a:alpha val="43137"/>
                    </a:srgbClr>
                  </a:outerShdw>
                </a:effectLst>
              </a:rPr>
              <a:t>Log collection: </a:t>
            </a:r>
            <a:endParaRPr lang="fr-FR" sz="1600" b="1" dirty="0" smtClean="0">
              <a:solidFill>
                <a:schemeClr val="tx1"/>
              </a:solidFill>
              <a:effectLst>
                <a:outerShdw blurRad="38100" dist="38100" dir="2700000" algn="tl">
                  <a:srgbClr val="000000">
                    <a:alpha val="43137"/>
                  </a:srgbClr>
                </a:outerShdw>
              </a:effectLst>
            </a:endParaRPr>
          </a:p>
          <a:p>
            <a:pPr marL="0" lvl="0" indent="0" algn="l">
              <a:spcAft>
                <a:spcPts val="600"/>
              </a:spcAft>
              <a:buNone/>
            </a:pPr>
            <a:r>
              <a:rPr lang="en-US" sz="1400" dirty="0"/>
              <a:t>Collecting and storing logs is a central part of log analysis. Therefore log collection is the first step in detecting anomalies in logs</a:t>
            </a:r>
            <a:r>
              <a:rPr lang="en-US" sz="1400" dirty="0" smtClean="0"/>
              <a:t>.</a:t>
            </a:r>
          </a:p>
          <a:p>
            <a:pPr marL="0" lvl="0" indent="0" algn="l">
              <a:spcAft>
                <a:spcPts val="600"/>
              </a:spcAft>
              <a:buNone/>
            </a:pPr>
            <a:endParaRPr lang="en-US" sz="1600" dirty="0">
              <a:solidFill>
                <a:schemeClr val="tx1"/>
              </a:solidFill>
            </a:endParaRPr>
          </a:p>
          <a:p>
            <a:pPr marL="0" lvl="0" indent="0" algn="l">
              <a:spcAft>
                <a:spcPts val="600"/>
              </a:spcAft>
              <a:buNone/>
            </a:pPr>
            <a:r>
              <a:rPr lang="fr-FR" sz="1600" b="1" dirty="0">
                <a:solidFill>
                  <a:schemeClr val="tx1"/>
                </a:solidFill>
                <a:effectLst>
                  <a:outerShdw blurRad="38100" dist="38100" dir="2700000" algn="tl">
                    <a:srgbClr val="000000">
                      <a:alpha val="43137"/>
                    </a:srgbClr>
                  </a:outerShdw>
                </a:effectLst>
              </a:rPr>
              <a:t>2. Log parsing</a:t>
            </a:r>
            <a:r>
              <a:rPr lang="fr-FR" sz="1600" b="1" dirty="0" smtClean="0">
                <a:solidFill>
                  <a:schemeClr val="tx1"/>
                </a:solidFill>
                <a:effectLst>
                  <a:outerShdw blurRad="38100" dist="38100" dir="2700000" algn="tl">
                    <a:srgbClr val="000000">
                      <a:alpha val="43137"/>
                    </a:srgbClr>
                  </a:outerShdw>
                </a:effectLst>
              </a:rPr>
              <a:t>:</a:t>
            </a:r>
          </a:p>
          <a:p>
            <a:pPr marL="0" lvl="0" indent="0" algn="l">
              <a:spcAft>
                <a:spcPts val="600"/>
              </a:spcAft>
              <a:buNone/>
            </a:pPr>
            <a:r>
              <a:rPr lang="en-US" sz="1400" dirty="0"/>
              <a:t>To enable log analysis based on techniques such as machine learning, logs need to be transformed into structured events with the same type of fields in each log message</a:t>
            </a:r>
            <a:r>
              <a:rPr lang="en-US" sz="1400" dirty="0" smtClean="0"/>
              <a:t>.</a:t>
            </a:r>
            <a:r>
              <a:rPr lang="en-US" sz="1400" dirty="0"/>
              <a:t> </a:t>
            </a:r>
            <a:endParaRPr lang="en-US" sz="1400" dirty="0" smtClean="0"/>
          </a:p>
          <a:p>
            <a:pPr marL="0" lvl="0" indent="0" algn="l">
              <a:spcAft>
                <a:spcPts val="600"/>
              </a:spcAft>
              <a:buNone/>
            </a:pPr>
            <a:r>
              <a:rPr lang="en-US" sz="1400" dirty="0" smtClean="0"/>
              <a:t>For </a:t>
            </a:r>
            <a:r>
              <a:rPr lang="en-US" sz="1400" dirty="0"/>
              <a:t>example, by parsing log messages, different event templates can be created based on the constant parts and the variable values are passed along with the template. </a:t>
            </a:r>
            <a:endParaRPr lang="en-US" sz="1400" dirty="0" smtClean="0"/>
          </a:p>
          <a:p>
            <a:pPr marL="0" lvl="0" indent="0" algn="l">
              <a:spcAft>
                <a:spcPts val="600"/>
              </a:spcAft>
              <a:buNone/>
            </a:pPr>
            <a:endParaRPr lang="en-US" sz="1600" dirty="0">
              <a:solidFill>
                <a:schemeClr val="tx1"/>
              </a:solidFill>
            </a:endParaRPr>
          </a:p>
          <a:p>
            <a:pPr marL="0" lvl="0" indent="0" algn="l">
              <a:spcAft>
                <a:spcPts val="600"/>
              </a:spcAft>
              <a:buNone/>
            </a:pPr>
            <a:r>
              <a:rPr lang="fr-FR" sz="1600" b="1" dirty="0">
                <a:solidFill>
                  <a:schemeClr val="tx1"/>
                </a:solidFill>
                <a:effectLst>
                  <a:outerShdw blurRad="38100" dist="38100" dir="2700000" algn="tl">
                    <a:srgbClr val="000000">
                      <a:alpha val="43137"/>
                    </a:srgbClr>
                  </a:outerShdw>
                </a:effectLst>
              </a:rPr>
              <a:t>3. Features extraction: </a:t>
            </a:r>
            <a:endParaRPr lang="fr-FR" sz="1600" b="1" dirty="0" smtClean="0">
              <a:solidFill>
                <a:schemeClr val="tx1"/>
              </a:solidFill>
              <a:effectLst>
                <a:outerShdw blurRad="38100" dist="38100" dir="2700000" algn="tl">
                  <a:srgbClr val="000000">
                    <a:alpha val="43137"/>
                  </a:srgbClr>
                </a:outerShdw>
              </a:effectLst>
            </a:endParaRPr>
          </a:p>
          <a:p>
            <a:pPr marL="0" lvl="0" indent="0" algn="l">
              <a:spcAft>
                <a:spcPts val="600"/>
              </a:spcAft>
              <a:buNone/>
            </a:pPr>
            <a:r>
              <a:rPr lang="en-US" sz="1400" dirty="0"/>
              <a:t>In order to run anomaly detection algorithms on the log data, features that will be fed into the algorithm need to be extracted. The combined features aim to answer the four following questions, who, where, when, and what. </a:t>
            </a:r>
            <a:endParaRPr lang="en-US" sz="1400" dirty="0" smtClean="0"/>
          </a:p>
        </p:txBody>
      </p:sp>
    </p:spTree>
    <p:extLst>
      <p:ext uri="{BB962C8B-B14F-4D97-AF65-F5344CB8AC3E}">
        <p14:creationId xmlns:p14="http://schemas.microsoft.com/office/powerpoint/2010/main" val="24114279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Google Shape;236;p1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33</a:t>
            </a:fld>
            <a:endParaRPr/>
          </a:p>
        </p:txBody>
      </p:sp>
      <p:sp>
        <p:nvSpPr>
          <p:cNvPr id="2" name="Text Placeholder 1"/>
          <p:cNvSpPr>
            <a:spLocks noGrp="1"/>
          </p:cNvSpPr>
          <p:nvPr>
            <p:ph type="body" idx="1"/>
          </p:nvPr>
        </p:nvSpPr>
        <p:spPr>
          <a:xfrm>
            <a:off x="52551" y="1271451"/>
            <a:ext cx="9091449" cy="4870531"/>
          </a:xfrm>
        </p:spPr>
        <p:txBody>
          <a:bodyPr/>
          <a:lstStyle/>
          <a:p>
            <a:pPr marL="0" lvl="0" indent="0" algn="l">
              <a:spcAft>
                <a:spcPts val="600"/>
              </a:spcAft>
              <a:buNone/>
            </a:pPr>
            <a:r>
              <a:rPr lang="fr-FR" sz="1600" b="1" dirty="0">
                <a:solidFill>
                  <a:schemeClr val="tx1"/>
                </a:solidFill>
                <a:effectLst>
                  <a:outerShdw blurRad="38100" dist="38100" dir="2700000" algn="tl">
                    <a:srgbClr val="000000">
                      <a:alpha val="43137"/>
                    </a:srgbClr>
                  </a:outerShdw>
                </a:effectLst>
              </a:rPr>
              <a:t>4. Pre-processing: </a:t>
            </a:r>
            <a:endParaRPr lang="fr-FR" sz="1600" b="1" dirty="0" smtClean="0">
              <a:solidFill>
                <a:schemeClr val="tx1"/>
              </a:solidFill>
              <a:effectLst>
                <a:outerShdw blurRad="38100" dist="38100" dir="2700000" algn="tl">
                  <a:srgbClr val="000000">
                    <a:alpha val="43137"/>
                  </a:srgbClr>
                </a:outerShdw>
              </a:effectLst>
            </a:endParaRPr>
          </a:p>
          <a:p>
            <a:pPr marL="400050" lvl="0" indent="-285750" algn="l">
              <a:buSzPts val="1800"/>
              <a:buFont typeface="Wingdings" panose="05000000000000000000" pitchFamily="2" charset="2"/>
              <a:buChar char="Ø"/>
            </a:pPr>
            <a:r>
              <a:rPr lang="fr-FR" sz="1400" dirty="0">
                <a:solidFill>
                  <a:schemeClr val="tx1"/>
                </a:solidFill>
              </a:rPr>
              <a:t>Standardizing </a:t>
            </a:r>
            <a:r>
              <a:rPr lang="fr-FR" sz="1400" dirty="0" smtClean="0">
                <a:solidFill>
                  <a:schemeClr val="tx1"/>
                </a:solidFill>
              </a:rPr>
              <a:t>features</a:t>
            </a:r>
          </a:p>
          <a:p>
            <a:pPr marL="114300" lvl="0" indent="0" algn="l">
              <a:buSzPts val="1800"/>
              <a:buNone/>
            </a:pPr>
            <a:endParaRPr lang="fr-FR" sz="1600" dirty="0" smtClean="0">
              <a:solidFill>
                <a:schemeClr val="tx1"/>
              </a:solidFill>
            </a:endParaRPr>
          </a:p>
          <a:p>
            <a:pPr marL="114300" lvl="0" indent="0" algn="l">
              <a:buSzPts val="1800"/>
              <a:buNone/>
            </a:pPr>
            <a:r>
              <a:rPr lang="en-US" sz="1400" dirty="0"/>
              <a:t>Machine learning models may perform poorly if the features are not somehow normally distributed, therefore standardization may be important for constructing an accurate model. </a:t>
            </a:r>
            <a:endParaRPr lang="en-US" sz="1400" dirty="0" smtClean="0"/>
          </a:p>
          <a:p>
            <a:pPr marL="114300" lvl="0" indent="0" algn="l">
              <a:buSzPts val="1800"/>
              <a:buNone/>
            </a:pPr>
            <a:endParaRPr lang="en-US" sz="1400" dirty="0" smtClean="0"/>
          </a:p>
          <a:p>
            <a:pPr marL="114300" lvl="0" indent="0" algn="l">
              <a:buSzPts val="1800"/>
              <a:buNone/>
            </a:pPr>
            <a:r>
              <a:rPr lang="en-US" sz="1400" dirty="0" smtClean="0"/>
              <a:t>If </a:t>
            </a:r>
            <a:r>
              <a:rPr lang="en-US" sz="1400" dirty="0"/>
              <a:t>a feature is much larger than other features, this feature might dominate and the algorithm may be unable to interpret other features in a correct way. </a:t>
            </a:r>
            <a:endParaRPr lang="en-US" sz="1400" dirty="0" smtClean="0"/>
          </a:p>
          <a:p>
            <a:pPr marL="114300" lvl="0" indent="0" algn="l">
              <a:buSzPts val="1800"/>
              <a:buNone/>
            </a:pPr>
            <a:endParaRPr lang="en-US" sz="1400" dirty="0" smtClean="0"/>
          </a:p>
          <a:p>
            <a:pPr marL="114300" lvl="0" indent="0" algn="l">
              <a:buSzPts val="1800"/>
              <a:buNone/>
            </a:pPr>
            <a:r>
              <a:rPr lang="en-US" sz="1400" dirty="0" smtClean="0"/>
              <a:t>A </a:t>
            </a:r>
            <a:r>
              <a:rPr lang="en-US" sz="1400" dirty="0"/>
              <a:t>feature is therefore standardized compared to how many times this feature occurs in other event vectors</a:t>
            </a:r>
            <a:r>
              <a:rPr lang="en-US" sz="1400" dirty="0" smtClean="0"/>
              <a:t>.</a:t>
            </a:r>
          </a:p>
          <a:p>
            <a:pPr marL="114300" lvl="0" indent="0" algn="l">
              <a:buSzPts val="1800"/>
              <a:buNone/>
            </a:pPr>
            <a:endParaRPr lang="en-US" sz="1400" dirty="0"/>
          </a:p>
          <a:p>
            <a:pPr marL="400050" indent="-285750" algn="l">
              <a:spcBef>
                <a:spcPts val="600"/>
              </a:spcBef>
              <a:buSzPts val="1800"/>
              <a:buFont typeface="Wingdings" panose="05000000000000000000" pitchFamily="2" charset="2"/>
              <a:buChar char="Ø"/>
            </a:pPr>
            <a:r>
              <a:rPr lang="fr-FR" sz="1400" dirty="0">
                <a:solidFill>
                  <a:schemeClr val="tx1"/>
                </a:solidFill>
              </a:rPr>
              <a:t>Normalizing </a:t>
            </a:r>
            <a:r>
              <a:rPr lang="fr-FR" sz="1400" dirty="0" smtClean="0">
                <a:solidFill>
                  <a:schemeClr val="tx1"/>
                </a:solidFill>
              </a:rPr>
              <a:t>features</a:t>
            </a:r>
          </a:p>
          <a:p>
            <a:pPr marL="114300" lvl="0" indent="0" algn="l">
              <a:spcBef>
                <a:spcPts val="600"/>
              </a:spcBef>
              <a:buSzPts val="1800"/>
              <a:buNone/>
            </a:pPr>
            <a:r>
              <a:rPr lang="en-US" sz="1400" dirty="0"/>
              <a:t>Normalization gives the attributes in the dataset equal weights which can decrease redundancy and prevent "noisy" samples from taking over.</a:t>
            </a:r>
          </a:p>
          <a:p>
            <a:pPr marL="0" lvl="0" indent="0" algn="l">
              <a:spcAft>
                <a:spcPts val="600"/>
              </a:spcAft>
              <a:buNone/>
            </a:pPr>
            <a:endParaRPr lang="en-US" sz="1600" dirty="0" smtClean="0"/>
          </a:p>
        </p:txBody>
      </p:sp>
    </p:spTree>
    <p:extLst>
      <p:ext uri="{BB962C8B-B14F-4D97-AF65-F5344CB8AC3E}">
        <p14:creationId xmlns:p14="http://schemas.microsoft.com/office/powerpoint/2010/main" val="98930978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Google Shape;236;p1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34</a:t>
            </a:fld>
            <a:endParaRPr/>
          </a:p>
        </p:txBody>
      </p:sp>
      <p:sp>
        <p:nvSpPr>
          <p:cNvPr id="3" name="Rectangle 2"/>
          <p:cNvSpPr/>
          <p:nvPr/>
        </p:nvSpPr>
        <p:spPr>
          <a:xfrm>
            <a:off x="118515" y="996904"/>
            <a:ext cx="8697310" cy="3416320"/>
          </a:xfrm>
          <a:prstGeom prst="rect">
            <a:avLst/>
          </a:prstGeom>
        </p:spPr>
        <p:txBody>
          <a:bodyPr wrap="square">
            <a:spAutoFit/>
          </a:bodyPr>
          <a:lstStyle/>
          <a:p>
            <a:pPr marL="285750" lvl="0" indent="-285750">
              <a:spcBef>
                <a:spcPts val="600"/>
              </a:spcBef>
              <a:buSzPts val="1800"/>
              <a:buFont typeface="Wingdings" panose="05000000000000000000" pitchFamily="2" charset="2"/>
              <a:buChar char="Ø"/>
            </a:pPr>
            <a:r>
              <a:rPr lang="fr-FR" sz="1600" dirty="0">
                <a:solidFill>
                  <a:schemeClr val="tx1"/>
                </a:solidFill>
                <a:effectLst>
                  <a:outerShdw blurRad="38100" dist="38100" dir="2700000" algn="tl">
                    <a:srgbClr val="000000">
                      <a:alpha val="43137"/>
                    </a:srgbClr>
                  </a:outerShdw>
                </a:effectLst>
                <a:latin typeface="Inria Sans"/>
              </a:rPr>
              <a:t>Data </a:t>
            </a:r>
            <a:r>
              <a:rPr lang="fr-FR" sz="1600" dirty="0" smtClean="0">
                <a:solidFill>
                  <a:schemeClr val="tx1"/>
                </a:solidFill>
                <a:effectLst>
                  <a:outerShdw blurRad="38100" dist="38100" dir="2700000" algn="tl">
                    <a:srgbClr val="000000">
                      <a:alpha val="43137"/>
                    </a:srgbClr>
                  </a:outerShdw>
                </a:effectLst>
                <a:latin typeface="Inria Sans"/>
              </a:rPr>
              <a:t>Pre-processing</a:t>
            </a:r>
          </a:p>
          <a:p>
            <a:pPr marL="285750" lvl="0" indent="-285750">
              <a:spcBef>
                <a:spcPts val="600"/>
              </a:spcBef>
              <a:buSzPts val="1800"/>
              <a:buFont typeface="Wingdings" panose="05000000000000000000" pitchFamily="2" charset="2"/>
              <a:buChar char="Ø"/>
            </a:pPr>
            <a:endParaRPr lang="fr-FR" sz="1600" dirty="0">
              <a:solidFill>
                <a:schemeClr val="tx1"/>
              </a:solidFill>
              <a:effectLst>
                <a:outerShdw blurRad="38100" dist="38100" dir="2700000" algn="tl">
                  <a:srgbClr val="000000">
                    <a:alpha val="43137"/>
                  </a:srgbClr>
                </a:outerShdw>
              </a:effectLst>
              <a:latin typeface="Inria Sans"/>
            </a:endParaRPr>
          </a:p>
          <a:p>
            <a:pPr marL="114300" lvl="0">
              <a:spcBef>
                <a:spcPts val="600"/>
              </a:spcBef>
              <a:buSzPts val="1800"/>
            </a:pPr>
            <a:r>
              <a:rPr lang="en-US" dirty="0"/>
              <a:t>Data pre-processing is crucial for data before being applied to machine learning models. It contains many steps like Tokenization, removing stop-words, and Normalization (Stemming and Lemmatization). </a:t>
            </a:r>
            <a:endParaRPr lang="en-US" dirty="0" smtClean="0"/>
          </a:p>
          <a:p>
            <a:pPr marL="114300" lvl="0">
              <a:spcBef>
                <a:spcPts val="600"/>
              </a:spcBef>
              <a:buSzPts val="1800"/>
            </a:pPr>
            <a:r>
              <a:rPr lang="en-US" dirty="0" smtClean="0"/>
              <a:t>Moreover</a:t>
            </a:r>
            <a:r>
              <a:rPr lang="en-US" dirty="0"/>
              <a:t>, it also contains feature extraction (Word Embedding) where the data are encoded into numerical feature vectors. </a:t>
            </a:r>
            <a:endParaRPr lang="en-US" dirty="0" smtClean="0"/>
          </a:p>
          <a:p>
            <a:pPr marL="114300" lvl="0">
              <a:spcBef>
                <a:spcPts val="600"/>
              </a:spcBef>
              <a:buSzPts val="1800"/>
            </a:pPr>
            <a:endParaRPr lang="en-US" dirty="0"/>
          </a:p>
          <a:p>
            <a:pPr marL="114300" lvl="0">
              <a:spcBef>
                <a:spcPts val="600"/>
              </a:spcBef>
              <a:buSzPts val="1800"/>
            </a:pPr>
            <a:r>
              <a:rPr lang="en-US" sz="1600" dirty="0">
                <a:solidFill>
                  <a:schemeClr val="tx1"/>
                </a:solidFill>
                <a:effectLst>
                  <a:outerShdw blurRad="38100" dist="38100" dir="2700000" algn="tl">
                    <a:srgbClr val="000000">
                      <a:alpha val="43137"/>
                    </a:srgbClr>
                  </a:outerShdw>
                </a:effectLst>
              </a:rPr>
              <a:t>Data pre-processing is handled by NLP(</a:t>
            </a:r>
            <a:r>
              <a:rPr lang="fr-FR" sz="1600" dirty="0">
                <a:solidFill>
                  <a:schemeClr val="tx1"/>
                </a:solidFill>
                <a:effectLst>
                  <a:outerShdw blurRad="38100" dist="38100" dir="2700000" algn="tl">
                    <a:srgbClr val="000000">
                      <a:alpha val="43137"/>
                    </a:srgbClr>
                  </a:outerShdw>
                </a:effectLst>
              </a:rPr>
              <a:t>Natural Language Processing): </a:t>
            </a:r>
            <a:endParaRPr lang="fr-FR" sz="1600" dirty="0" smtClean="0">
              <a:solidFill>
                <a:schemeClr val="tx1"/>
              </a:solidFill>
              <a:effectLst>
                <a:outerShdw blurRad="38100" dist="38100" dir="2700000" algn="tl">
                  <a:srgbClr val="000000">
                    <a:alpha val="43137"/>
                  </a:srgbClr>
                </a:outerShdw>
              </a:effectLst>
            </a:endParaRPr>
          </a:p>
          <a:p>
            <a:pPr marL="114300" lvl="0">
              <a:spcBef>
                <a:spcPts val="600"/>
              </a:spcBef>
              <a:buSzPts val="1800"/>
            </a:pPr>
            <a:endParaRPr lang="fr-FR" sz="1600" dirty="0">
              <a:solidFill>
                <a:schemeClr val="tx1"/>
              </a:solidFill>
              <a:effectLst>
                <a:outerShdw blurRad="38100" dist="38100" dir="2700000" algn="tl">
                  <a:srgbClr val="000000">
                    <a:alpha val="43137"/>
                  </a:srgbClr>
                </a:outerShdw>
              </a:effectLst>
            </a:endParaRPr>
          </a:p>
          <a:p>
            <a:pPr marL="114300" lvl="0">
              <a:spcBef>
                <a:spcPts val="600"/>
              </a:spcBef>
              <a:buSzPts val="1800"/>
            </a:pPr>
            <a:r>
              <a:rPr lang="en-US" dirty="0"/>
              <a:t>All machine learning algorithms are based on certain mathematical calculations. In order for the algorithm to be able to process the dataset as a text, then this text has to be tokenized</a:t>
            </a:r>
            <a:r>
              <a:rPr lang="en-US" dirty="0" smtClean="0"/>
              <a:t>.</a:t>
            </a:r>
          </a:p>
          <a:p>
            <a:pPr marL="114300" lvl="0">
              <a:spcBef>
                <a:spcPts val="600"/>
              </a:spcBef>
              <a:buSzPts val="1800"/>
            </a:pPr>
            <a:r>
              <a:rPr lang="en-US" dirty="0" smtClean="0"/>
              <a:t> </a:t>
            </a:r>
            <a:r>
              <a:rPr lang="en-US" dirty="0"/>
              <a:t>Moreover, these tokens need to be normalized and then transformed into numbers.</a:t>
            </a:r>
            <a:endParaRPr lang="en-US" b="1" dirty="0"/>
          </a:p>
        </p:txBody>
      </p:sp>
    </p:spTree>
    <p:extLst>
      <p:ext uri="{BB962C8B-B14F-4D97-AF65-F5344CB8AC3E}">
        <p14:creationId xmlns:p14="http://schemas.microsoft.com/office/powerpoint/2010/main" val="3757407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1207849" y="855506"/>
            <a:ext cx="7284509" cy="351300"/>
          </a:xfrm>
          <a:prstGeom prst="rect">
            <a:avLst/>
          </a:prstGeom>
        </p:spPr>
        <p:txBody>
          <a:bodyPr spcFirstLastPara="1" wrap="square" lIns="0" tIns="0" rIns="0" bIns="0" anchor="ctr" anchorCtr="0">
            <a:noAutofit/>
          </a:bodyPr>
          <a:lstStyle/>
          <a:p>
            <a:pPr lvl="0"/>
            <a:r>
              <a:rPr lang="fr-FR" sz="2400" dirty="0">
                <a:latin typeface="Inria Sans"/>
              </a:rPr>
              <a:t>Log Analysis Tools</a:t>
            </a:r>
            <a:endParaRPr sz="2400" dirty="0">
              <a:latin typeface="Inria Sans"/>
            </a:endParaRPr>
          </a:p>
        </p:txBody>
      </p:sp>
      <p:sp>
        <p:nvSpPr>
          <p:cNvPr id="243" name="Google Shape;243;p1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35</a:t>
            </a:fld>
            <a:endParaRPr/>
          </a:p>
        </p:txBody>
      </p:sp>
      <p:pic>
        <p:nvPicPr>
          <p:cNvPr id="6" name="Picture 5" descr="Python (programming language)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34" y="1774353"/>
            <a:ext cx="793006" cy="856615"/>
          </a:xfrm>
          <a:prstGeom prst="rect">
            <a:avLst/>
          </a:prstGeom>
          <a:noFill/>
          <a:ln>
            <a:noFill/>
          </a:ln>
        </p:spPr>
      </p:pic>
      <p:sp>
        <p:nvSpPr>
          <p:cNvPr id="7" name="Rectangle 6"/>
          <p:cNvSpPr/>
          <p:nvPr/>
        </p:nvSpPr>
        <p:spPr>
          <a:xfrm>
            <a:off x="3352408" y="1277748"/>
            <a:ext cx="2292615" cy="630942"/>
          </a:xfrm>
          <a:prstGeom prst="rect">
            <a:avLst/>
          </a:prstGeom>
        </p:spPr>
        <p:txBody>
          <a:bodyPr wrap="none">
            <a:spAutoFit/>
          </a:bodyPr>
          <a:lstStyle/>
          <a:p>
            <a:pPr marL="114300">
              <a:spcBef>
                <a:spcPts val="600"/>
              </a:spcBef>
            </a:pPr>
            <a:r>
              <a:rPr lang="fr-FR" sz="1600" b="1" dirty="0">
                <a:latin typeface="Inria Sans"/>
              </a:rPr>
              <a:t>Anaconda </a:t>
            </a:r>
            <a:r>
              <a:rPr lang="fr-FR" sz="1600" b="1" dirty="0" smtClean="0">
                <a:latin typeface="Inria Sans"/>
              </a:rPr>
              <a:t>Navigator</a:t>
            </a:r>
            <a:endParaRPr lang="fr-FR" sz="1600" b="1" dirty="0">
              <a:latin typeface="Inria Sans"/>
            </a:endParaRPr>
          </a:p>
          <a:p>
            <a:pPr marL="114300" lvl="0" indent="0">
              <a:spcBef>
                <a:spcPts val="600"/>
              </a:spcBef>
              <a:buNone/>
            </a:pPr>
            <a:endParaRPr lang="fr-FR" dirty="0"/>
          </a:p>
        </p:txBody>
      </p:sp>
      <p:sp>
        <p:nvSpPr>
          <p:cNvPr id="8" name="Rectangle 7"/>
          <p:cNvSpPr/>
          <p:nvPr/>
        </p:nvSpPr>
        <p:spPr>
          <a:xfrm>
            <a:off x="6789648" y="1277748"/>
            <a:ext cx="2042547" cy="338554"/>
          </a:xfrm>
          <a:prstGeom prst="rect">
            <a:avLst/>
          </a:prstGeom>
        </p:spPr>
        <p:txBody>
          <a:bodyPr wrap="none">
            <a:spAutoFit/>
          </a:bodyPr>
          <a:lstStyle/>
          <a:p>
            <a:pPr marL="114300" lvl="0" indent="0">
              <a:spcBef>
                <a:spcPts val="600"/>
              </a:spcBef>
              <a:buNone/>
            </a:pPr>
            <a:r>
              <a:rPr lang="fr-FR" sz="1600" b="1" dirty="0">
                <a:latin typeface="Inria Sans"/>
              </a:rPr>
              <a:t>Jupyter Notebook</a:t>
            </a:r>
          </a:p>
        </p:txBody>
      </p:sp>
      <p:sp>
        <p:nvSpPr>
          <p:cNvPr id="9" name="Rectangle 8"/>
          <p:cNvSpPr/>
          <p:nvPr/>
        </p:nvSpPr>
        <p:spPr>
          <a:xfrm>
            <a:off x="3964786" y="3071378"/>
            <a:ext cx="1040670" cy="338554"/>
          </a:xfrm>
          <a:prstGeom prst="rect">
            <a:avLst/>
          </a:prstGeom>
        </p:spPr>
        <p:txBody>
          <a:bodyPr wrap="none">
            <a:spAutoFit/>
          </a:bodyPr>
          <a:lstStyle/>
          <a:p>
            <a:pPr marL="114300" lvl="0" indent="0">
              <a:spcBef>
                <a:spcPts val="600"/>
              </a:spcBef>
              <a:buNone/>
            </a:pPr>
            <a:r>
              <a:rPr lang="fr-FR" sz="1600" b="1" dirty="0">
                <a:latin typeface="Inria Sans"/>
              </a:rPr>
              <a:t>Sklearn</a:t>
            </a:r>
          </a:p>
        </p:txBody>
      </p:sp>
      <p:sp>
        <p:nvSpPr>
          <p:cNvPr id="11" name="Rectangle 10"/>
          <p:cNvSpPr/>
          <p:nvPr/>
        </p:nvSpPr>
        <p:spPr>
          <a:xfrm>
            <a:off x="7345890" y="3071378"/>
            <a:ext cx="1053494" cy="338554"/>
          </a:xfrm>
          <a:prstGeom prst="rect">
            <a:avLst/>
          </a:prstGeom>
        </p:spPr>
        <p:txBody>
          <a:bodyPr wrap="none">
            <a:spAutoFit/>
          </a:bodyPr>
          <a:lstStyle/>
          <a:p>
            <a:pPr marL="114300" lvl="0" indent="0">
              <a:spcBef>
                <a:spcPts val="600"/>
              </a:spcBef>
              <a:buNone/>
            </a:pPr>
            <a:r>
              <a:rPr lang="fr-FR" sz="1600" b="1" dirty="0">
                <a:latin typeface="Inria Sans"/>
              </a:rPr>
              <a:t>Gensim</a:t>
            </a:r>
          </a:p>
        </p:txBody>
      </p:sp>
      <p:sp>
        <p:nvSpPr>
          <p:cNvPr id="13" name="Rectangle 12"/>
          <p:cNvSpPr/>
          <p:nvPr/>
        </p:nvSpPr>
        <p:spPr>
          <a:xfrm>
            <a:off x="423408" y="1305697"/>
            <a:ext cx="994183" cy="338554"/>
          </a:xfrm>
          <a:prstGeom prst="rect">
            <a:avLst/>
          </a:prstGeom>
        </p:spPr>
        <p:txBody>
          <a:bodyPr wrap="none">
            <a:spAutoFit/>
          </a:bodyPr>
          <a:lstStyle/>
          <a:p>
            <a:pPr marL="114300" lvl="0" indent="0">
              <a:spcBef>
                <a:spcPts val="600"/>
              </a:spcBef>
              <a:buNone/>
            </a:pPr>
            <a:r>
              <a:rPr lang="fr-FR" sz="1600" b="1" dirty="0">
                <a:latin typeface="Inria Sans"/>
              </a:rPr>
              <a:t>Python</a:t>
            </a:r>
            <a:endParaRPr lang="fr-FR" sz="1800" b="1" dirty="0">
              <a:latin typeface="Inria Sans"/>
            </a:endParaRPr>
          </a:p>
        </p:txBody>
      </p:sp>
      <p:sp>
        <p:nvSpPr>
          <p:cNvPr id="15" name="Rectangle 14"/>
          <p:cNvSpPr/>
          <p:nvPr/>
        </p:nvSpPr>
        <p:spPr>
          <a:xfrm>
            <a:off x="781234" y="3071378"/>
            <a:ext cx="824265" cy="338554"/>
          </a:xfrm>
          <a:prstGeom prst="rect">
            <a:avLst/>
          </a:prstGeom>
        </p:spPr>
        <p:txBody>
          <a:bodyPr wrap="none">
            <a:spAutoFit/>
          </a:bodyPr>
          <a:lstStyle/>
          <a:p>
            <a:pPr marL="114300" indent="0">
              <a:spcBef>
                <a:spcPts val="600"/>
              </a:spcBef>
              <a:buNone/>
            </a:pPr>
            <a:r>
              <a:rPr lang="fr-FR" sz="1600" b="1" dirty="0">
                <a:latin typeface="Inria Sans"/>
              </a:rPr>
              <a:t>Flask</a:t>
            </a:r>
          </a:p>
        </p:txBody>
      </p:sp>
      <p:pic>
        <p:nvPicPr>
          <p:cNvPr id="19" name="Picture 18" descr="How to install Anaconda in fedora 33 – Juan Andres Mercado Technology Blog"/>
          <p:cNvPicPr/>
          <p:nvPr/>
        </p:nvPicPr>
        <p:blipFill>
          <a:blip r:embed="rId4" cstate="print">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4086006" y="1720333"/>
            <a:ext cx="890905" cy="856615"/>
          </a:xfrm>
          <a:prstGeom prst="rect">
            <a:avLst/>
          </a:prstGeom>
          <a:noFill/>
          <a:ln>
            <a:noFill/>
          </a:ln>
        </p:spPr>
      </p:pic>
      <p:pic>
        <p:nvPicPr>
          <p:cNvPr id="20" name="Picture 19" descr="Jupyter — Wikipédia"/>
          <p:cNvPicPr/>
          <p:nvPr/>
        </p:nvPicPr>
        <p:blipFill>
          <a:blip r:embed="rId5"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583439" y="1656467"/>
            <a:ext cx="796121" cy="906521"/>
          </a:xfrm>
          <a:prstGeom prst="rect">
            <a:avLst/>
          </a:prstGeom>
          <a:noFill/>
          <a:ln>
            <a:noFill/>
          </a:ln>
        </p:spPr>
      </p:pic>
      <p:pic>
        <p:nvPicPr>
          <p:cNvPr id="21" name="Picture 20" descr="Flasks in Python. Flask is a micro web framework written… | by Shivangi  Sareen | Medium"/>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8839" y="3619154"/>
            <a:ext cx="997377" cy="819080"/>
          </a:xfrm>
          <a:prstGeom prst="rect">
            <a:avLst/>
          </a:prstGeom>
          <a:noFill/>
          <a:ln>
            <a:noFill/>
          </a:ln>
        </p:spPr>
      </p:pic>
      <p:pic>
        <p:nvPicPr>
          <p:cNvPr id="22" name="Picture 21" descr="Powerful Python package (V): sklearn (machine learning) | Develop Paper"/>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22264" t="12125" r="21572" b="15149"/>
          <a:stretch/>
        </p:blipFill>
        <p:spPr bwMode="auto">
          <a:xfrm>
            <a:off x="3964786" y="3572956"/>
            <a:ext cx="1319530" cy="774700"/>
          </a:xfrm>
          <a:prstGeom prst="rect">
            <a:avLst/>
          </a:prstGeom>
          <a:noFill/>
          <a:ln>
            <a:noFill/>
          </a:ln>
          <a:extLst>
            <a:ext uri="{53640926-AAD7-44D8-BBD7-CCE9431645EC}">
              <a14:shadowObscured xmlns:a14="http://schemas.microsoft.com/office/drawing/2010/main"/>
            </a:ext>
          </a:extLst>
        </p:spPr>
      </p:pic>
      <p:pic>
        <p:nvPicPr>
          <p:cNvPr id="23" name="Picture 22" descr="gensim-oss-mlekb"/>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70643" y="3434209"/>
            <a:ext cx="1021715" cy="1052195"/>
          </a:xfrm>
          <a:prstGeom prst="rect">
            <a:avLst/>
          </a:prstGeom>
          <a:noFill/>
          <a:ln>
            <a:noFill/>
          </a:ln>
        </p:spPr>
      </p:pic>
    </p:spTree>
    <p:extLst>
      <p:ext uri="{BB962C8B-B14F-4D97-AF65-F5344CB8AC3E}">
        <p14:creationId xmlns:p14="http://schemas.microsoft.com/office/powerpoint/2010/main" val="27507167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36</a:t>
            </a:fld>
            <a:endParaRPr/>
          </a:p>
        </p:txBody>
      </p:sp>
      <p:sp>
        <p:nvSpPr>
          <p:cNvPr id="2" name="Rectangle 1"/>
          <p:cNvSpPr/>
          <p:nvPr/>
        </p:nvSpPr>
        <p:spPr>
          <a:xfrm>
            <a:off x="287382" y="791377"/>
            <a:ext cx="2596055" cy="584775"/>
          </a:xfrm>
          <a:prstGeom prst="rect">
            <a:avLst/>
          </a:prstGeom>
        </p:spPr>
        <p:txBody>
          <a:bodyPr wrap="square">
            <a:spAutoFit/>
          </a:bodyPr>
          <a:lstStyle/>
          <a:p>
            <a:pPr marL="114300" lvl="0" indent="0">
              <a:spcBef>
                <a:spcPts val="600"/>
              </a:spcBef>
              <a:buNone/>
            </a:pPr>
            <a:r>
              <a:rPr lang="fr-FR" sz="1600" b="1" dirty="0">
                <a:latin typeface="Inria Sans"/>
              </a:rPr>
              <a:t>Natural Language Processing ( NLP ) </a:t>
            </a:r>
          </a:p>
        </p:txBody>
      </p:sp>
      <p:sp>
        <p:nvSpPr>
          <p:cNvPr id="3" name="Rectangle 2"/>
          <p:cNvSpPr/>
          <p:nvPr/>
        </p:nvSpPr>
        <p:spPr>
          <a:xfrm>
            <a:off x="3696018" y="1083764"/>
            <a:ext cx="1305149" cy="338554"/>
          </a:xfrm>
          <a:prstGeom prst="rect">
            <a:avLst/>
          </a:prstGeom>
        </p:spPr>
        <p:txBody>
          <a:bodyPr wrap="square">
            <a:spAutoFit/>
          </a:bodyPr>
          <a:lstStyle/>
          <a:p>
            <a:pPr marL="114300" lvl="0" indent="0">
              <a:spcBef>
                <a:spcPts val="600"/>
              </a:spcBef>
              <a:buNone/>
            </a:pPr>
            <a:r>
              <a:rPr lang="fr-FR" sz="1600" b="1" dirty="0">
                <a:latin typeface="Inria Sans"/>
              </a:rPr>
              <a:t>Pandas</a:t>
            </a:r>
          </a:p>
        </p:txBody>
      </p:sp>
      <p:sp>
        <p:nvSpPr>
          <p:cNvPr id="4" name="Rectangle 3"/>
          <p:cNvSpPr/>
          <p:nvPr/>
        </p:nvSpPr>
        <p:spPr>
          <a:xfrm>
            <a:off x="7283814" y="1176377"/>
            <a:ext cx="869149" cy="338554"/>
          </a:xfrm>
          <a:prstGeom prst="rect">
            <a:avLst/>
          </a:prstGeom>
        </p:spPr>
        <p:txBody>
          <a:bodyPr wrap="none">
            <a:spAutoFit/>
          </a:bodyPr>
          <a:lstStyle/>
          <a:p>
            <a:pPr marL="114300" lvl="0" indent="0">
              <a:spcBef>
                <a:spcPts val="600"/>
              </a:spcBef>
              <a:buNone/>
            </a:pPr>
            <a:r>
              <a:rPr lang="fr-FR" sz="1600" b="1" dirty="0">
                <a:latin typeface="Inria Sans"/>
              </a:rPr>
              <a:t>Keras</a:t>
            </a:r>
          </a:p>
        </p:txBody>
      </p:sp>
      <p:sp>
        <p:nvSpPr>
          <p:cNvPr id="5" name="Rectangle 4"/>
          <p:cNvSpPr/>
          <p:nvPr/>
        </p:nvSpPr>
        <p:spPr>
          <a:xfrm>
            <a:off x="702901" y="2823468"/>
            <a:ext cx="1156086" cy="338554"/>
          </a:xfrm>
          <a:prstGeom prst="rect">
            <a:avLst/>
          </a:prstGeom>
        </p:spPr>
        <p:txBody>
          <a:bodyPr wrap="none">
            <a:spAutoFit/>
          </a:bodyPr>
          <a:lstStyle/>
          <a:p>
            <a:r>
              <a:rPr lang="fr-FR" sz="1600" b="1" dirty="0">
                <a:latin typeface="Inria Sans"/>
              </a:rPr>
              <a:t>Matplotlib</a:t>
            </a:r>
            <a:endParaRPr lang="fr-FR" sz="2000" b="1" dirty="0">
              <a:latin typeface="Inria Sans"/>
            </a:endParaRPr>
          </a:p>
        </p:txBody>
      </p:sp>
      <p:sp>
        <p:nvSpPr>
          <p:cNvPr id="6" name="Rectangle 5"/>
          <p:cNvSpPr/>
          <p:nvPr/>
        </p:nvSpPr>
        <p:spPr>
          <a:xfrm>
            <a:off x="3478802" y="2806649"/>
            <a:ext cx="1451038" cy="338554"/>
          </a:xfrm>
          <a:prstGeom prst="rect">
            <a:avLst/>
          </a:prstGeom>
        </p:spPr>
        <p:txBody>
          <a:bodyPr wrap="none">
            <a:spAutoFit/>
          </a:bodyPr>
          <a:lstStyle/>
          <a:p>
            <a:pPr marL="114300" lvl="0" indent="0">
              <a:spcBef>
                <a:spcPts val="600"/>
              </a:spcBef>
              <a:buNone/>
            </a:pPr>
            <a:r>
              <a:rPr lang="fr-FR" sz="1600" b="1" dirty="0"/>
              <a:t>TensorFlow</a:t>
            </a:r>
          </a:p>
        </p:txBody>
      </p:sp>
      <p:sp>
        <p:nvSpPr>
          <p:cNvPr id="7" name="Rectangle 6"/>
          <p:cNvSpPr/>
          <p:nvPr/>
        </p:nvSpPr>
        <p:spPr>
          <a:xfrm>
            <a:off x="7084240" y="2806649"/>
            <a:ext cx="1268296" cy="338554"/>
          </a:xfrm>
          <a:prstGeom prst="rect">
            <a:avLst/>
          </a:prstGeom>
        </p:spPr>
        <p:txBody>
          <a:bodyPr wrap="none">
            <a:spAutoFit/>
          </a:bodyPr>
          <a:lstStyle/>
          <a:p>
            <a:pPr marL="114300" lvl="0" indent="0">
              <a:spcBef>
                <a:spcPts val="600"/>
              </a:spcBef>
              <a:buNone/>
            </a:pPr>
            <a:r>
              <a:rPr lang="fr-FR" sz="1600" b="1" dirty="0"/>
              <a:t>Bootstrap</a:t>
            </a:r>
          </a:p>
        </p:txBody>
      </p:sp>
      <p:pic>
        <p:nvPicPr>
          <p:cNvPr id="15" name="Picture 14" descr="Introduction to Natural Language Processing in Python - (Words counts with  bag-of-words ) - IT Tutorial"/>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901" y="1522722"/>
            <a:ext cx="1106170" cy="843915"/>
          </a:xfrm>
          <a:prstGeom prst="rect">
            <a:avLst/>
          </a:prstGeom>
          <a:noFill/>
          <a:ln>
            <a:noFill/>
          </a:ln>
        </p:spPr>
      </p:pic>
      <p:pic>
        <p:nvPicPr>
          <p:cNvPr id="16" name="Picture 15" descr="13 Most Important Pandas Functions for Data Science - Analytics Vidhy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96018" y="1522722"/>
            <a:ext cx="1189990" cy="744220"/>
          </a:xfrm>
          <a:prstGeom prst="rect">
            <a:avLst/>
          </a:prstGeom>
          <a:noFill/>
          <a:ln>
            <a:noFill/>
          </a:ln>
        </p:spPr>
      </p:pic>
      <p:pic>
        <p:nvPicPr>
          <p:cNvPr id="17" name="Picture 16" descr="Keras — Wikipé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80092" y="1522722"/>
            <a:ext cx="744855" cy="744855"/>
          </a:xfrm>
          <a:prstGeom prst="rect">
            <a:avLst/>
          </a:prstGeom>
          <a:noFill/>
          <a:ln>
            <a:noFill/>
          </a:ln>
        </p:spPr>
      </p:pic>
      <p:pic>
        <p:nvPicPr>
          <p:cNvPr id="18" name="Picture 17" descr="File:Created with Matplotlib-logo.svg - Wikimedia Commons"/>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9976" y="3283440"/>
            <a:ext cx="952019" cy="980683"/>
          </a:xfrm>
          <a:prstGeom prst="rect">
            <a:avLst/>
          </a:prstGeom>
          <a:noFill/>
          <a:ln>
            <a:noFill/>
          </a:ln>
        </p:spPr>
      </p:pic>
      <p:pic>
        <p:nvPicPr>
          <p:cNvPr id="19" name="Picture 18" descr="File:Tensorflow logo.svg - Wikimedia Commons"/>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53180" y="3283440"/>
            <a:ext cx="875665" cy="936625"/>
          </a:xfrm>
          <a:prstGeom prst="rect">
            <a:avLst/>
          </a:prstGeom>
          <a:noFill/>
          <a:ln>
            <a:noFill/>
          </a:ln>
        </p:spPr>
      </p:pic>
      <p:pic>
        <p:nvPicPr>
          <p:cNvPr id="20" name="Picture 19" descr="Bootstrap (framework) — Wikipédia"/>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275513" y="3296631"/>
            <a:ext cx="954011" cy="741339"/>
          </a:xfrm>
          <a:prstGeom prst="rect">
            <a:avLst/>
          </a:prstGeom>
          <a:noFill/>
          <a:ln>
            <a:noFill/>
          </a:ln>
        </p:spPr>
      </p:pic>
    </p:spTree>
    <p:extLst>
      <p:ext uri="{BB962C8B-B14F-4D97-AF65-F5344CB8AC3E}">
        <p14:creationId xmlns:p14="http://schemas.microsoft.com/office/powerpoint/2010/main" val="28165905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2" name="Google Shape;492;p37"/>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fr-FR" sz="4400" b="1" dirty="0" smtClean="0">
                <a:solidFill>
                  <a:schemeClr val="dk1"/>
                </a:solidFill>
                <a:latin typeface="Saira Semi Condensed"/>
                <a:ea typeface="Saira Semi Condensed"/>
                <a:cs typeface="Saira Semi Condensed"/>
                <a:sym typeface="Saira Semi Condensed"/>
              </a:rPr>
              <a:t>4</a:t>
            </a:r>
            <a:endParaRPr sz="4400" b="1" dirty="0">
              <a:solidFill>
                <a:schemeClr val="dk1"/>
              </a:solidFill>
              <a:latin typeface="Saira Semi Condensed"/>
              <a:ea typeface="Saira Semi Condensed"/>
              <a:cs typeface="Saira Semi Condensed"/>
              <a:sym typeface="Saira Semi Condensed"/>
            </a:endParaRPr>
          </a:p>
        </p:txBody>
      </p:sp>
      <p:sp>
        <p:nvSpPr>
          <p:cNvPr id="4" name="Google Shape;228;p15"/>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p>
            <a:pPr lvl="0"/>
            <a:r>
              <a:rPr lang="en-US" sz="2800" b="1" dirty="0" smtClean="0"/>
              <a:t>Experimental Results and Discussion</a:t>
            </a:r>
            <a:endParaRPr sz="2800" dirty="0"/>
          </a:p>
        </p:txBody>
      </p:sp>
      <p:sp>
        <p:nvSpPr>
          <p:cNvPr id="6" name="Google Shape;229;p15"/>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dirty="0"/>
              <a:t>Let’s </a:t>
            </a:r>
            <a:r>
              <a:rPr lang="en" dirty="0" smtClean="0"/>
              <a:t>discover the Fourth Chapter</a:t>
            </a:r>
            <a:endParaRPr dirty="0"/>
          </a:p>
        </p:txBody>
      </p:sp>
    </p:spTree>
    <p:extLst>
      <p:ext uri="{BB962C8B-B14F-4D97-AF65-F5344CB8AC3E}">
        <p14:creationId xmlns:p14="http://schemas.microsoft.com/office/powerpoint/2010/main" val="73627181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5" name="Google Shape;228;p15"/>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p>
            <a:pPr lvl="0"/>
            <a:r>
              <a:rPr lang="en-US" sz="2800" b="1" dirty="0" smtClean="0"/>
              <a:t>Unsupervised ML Model Result</a:t>
            </a:r>
            <a:endParaRPr sz="2800" dirty="0"/>
          </a:p>
        </p:txBody>
      </p:sp>
    </p:spTree>
    <p:extLst>
      <p:ext uri="{BB962C8B-B14F-4D97-AF65-F5344CB8AC3E}">
        <p14:creationId xmlns:p14="http://schemas.microsoft.com/office/powerpoint/2010/main" val="2263071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39</a:t>
            </a:fld>
            <a:endParaRPr/>
          </a:p>
        </p:txBody>
      </p:sp>
      <p:sp>
        <p:nvSpPr>
          <p:cNvPr id="2" name="Rectangle 1"/>
          <p:cNvSpPr/>
          <p:nvPr/>
        </p:nvSpPr>
        <p:spPr>
          <a:xfrm>
            <a:off x="241160" y="2151254"/>
            <a:ext cx="3185487" cy="646331"/>
          </a:xfrm>
          <a:prstGeom prst="rect">
            <a:avLst/>
          </a:prstGeom>
        </p:spPr>
        <p:txBody>
          <a:bodyPr wrap="none">
            <a:spAutoFit/>
          </a:bodyPr>
          <a:lstStyle/>
          <a:p>
            <a:r>
              <a:rPr lang="fr-FR" sz="3600" b="1" dirty="0">
                <a:solidFill>
                  <a:schemeClr val="accent4">
                    <a:lumMod val="60000"/>
                    <a:lumOff val="40000"/>
                  </a:schemeClr>
                </a:solidFill>
                <a:effectLst>
                  <a:outerShdw blurRad="38100" dist="38100" dir="2700000" algn="tl">
                    <a:srgbClr val="000000">
                      <a:alpha val="43137"/>
                    </a:srgbClr>
                  </a:outerShdw>
                </a:effectLst>
                <a:latin typeface="Saira Semi Condensed"/>
              </a:rPr>
              <a:t>1</a:t>
            </a:r>
            <a:r>
              <a:rPr lang="fr-FR" sz="3600" b="1" dirty="0" smtClean="0">
                <a:solidFill>
                  <a:schemeClr val="accent4">
                    <a:lumMod val="60000"/>
                    <a:lumOff val="40000"/>
                  </a:schemeClr>
                </a:solidFill>
                <a:effectLst>
                  <a:outerShdw blurRad="38100" dist="38100" dir="2700000" algn="tl">
                    <a:srgbClr val="000000">
                      <a:alpha val="43137"/>
                    </a:srgbClr>
                  </a:outerShdw>
                </a:effectLst>
                <a:latin typeface="Saira Semi Condensed"/>
              </a:rPr>
              <a:t>. </a:t>
            </a:r>
            <a:r>
              <a:rPr lang="fr-FR" sz="3600" b="1" dirty="0">
                <a:solidFill>
                  <a:schemeClr val="accent4">
                    <a:lumMod val="60000"/>
                    <a:lumOff val="40000"/>
                  </a:schemeClr>
                </a:solidFill>
                <a:effectLst>
                  <a:outerShdw blurRad="38100" dist="38100" dir="2700000" algn="tl">
                    <a:srgbClr val="000000">
                      <a:alpha val="43137"/>
                    </a:srgbClr>
                  </a:outerShdw>
                </a:effectLst>
                <a:latin typeface="Saira Semi Condensed"/>
              </a:rPr>
              <a:t>Word2vec: </a:t>
            </a:r>
          </a:p>
        </p:txBody>
      </p:sp>
      <p:pic>
        <p:nvPicPr>
          <p:cNvPr id="12" name="Picture 11"/>
          <p:cNvPicPr/>
          <p:nvPr/>
        </p:nvPicPr>
        <p:blipFill>
          <a:blip r:embed="rId3">
            <a:extLst>
              <a:ext uri="{28A0092B-C50C-407E-A947-70E740481C1C}">
                <a14:useLocalDpi xmlns:a14="http://schemas.microsoft.com/office/drawing/2010/main" val="0"/>
              </a:ext>
            </a:extLst>
          </a:blip>
          <a:stretch>
            <a:fillRect/>
          </a:stretch>
        </p:blipFill>
        <p:spPr>
          <a:xfrm>
            <a:off x="3638758" y="157653"/>
            <a:ext cx="4903798" cy="4633531"/>
          </a:xfrm>
          <a:prstGeom prst="rect">
            <a:avLst/>
          </a:prstGeom>
        </p:spPr>
      </p:pic>
      <p:sp>
        <p:nvSpPr>
          <p:cNvPr id="5" name="Rectangle 4"/>
          <p:cNvSpPr/>
          <p:nvPr/>
        </p:nvSpPr>
        <p:spPr>
          <a:xfrm>
            <a:off x="127379" y="2953926"/>
            <a:ext cx="3413760" cy="1600438"/>
          </a:xfrm>
          <a:prstGeom prst="rect">
            <a:avLst/>
          </a:prstGeom>
        </p:spPr>
        <p:txBody>
          <a:bodyPr wrap="square">
            <a:spAutoFit/>
          </a:bodyPr>
          <a:lstStyle/>
          <a:p>
            <a:r>
              <a:rPr lang="fr-FR" dirty="0">
                <a:solidFill>
                  <a:schemeClr val="tx1"/>
                </a:solidFill>
                <a:latin typeface="Saira Semi Condensed"/>
              </a:rPr>
              <a:t>Given a large corpus of text, word2vec produces an embedding vector associated with each word in the corpus</a:t>
            </a:r>
            <a:r>
              <a:rPr lang="fr-FR" dirty="0" smtClean="0">
                <a:solidFill>
                  <a:schemeClr val="tx1"/>
                </a:solidFill>
                <a:latin typeface="Saira Semi Condensed"/>
              </a:rPr>
              <a:t>.</a:t>
            </a:r>
          </a:p>
          <a:p>
            <a:endParaRPr lang="fr-FR" dirty="0">
              <a:solidFill>
                <a:schemeClr val="tx1"/>
              </a:solidFill>
              <a:latin typeface="Saira Semi Condensed"/>
            </a:endParaRPr>
          </a:p>
          <a:p>
            <a:r>
              <a:rPr lang="fr-FR" dirty="0" smtClean="0">
                <a:solidFill>
                  <a:schemeClr val="tx1"/>
                </a:solidFill>
                <a:latin typeface="Saira Semi Condensed"/>
              </a:rPr>
              <a:t> </a:t>
            </a:r>
            <a:r>
              <a:rPr lang="fr-FR" dirty="0">
                <a:solidFill>
                  <a:schemeClr val="tx1"/>
                </a:solidFill>
                <a:latin typeface="Saira Semi Condensed"/>
              </a:rPr>
              <a:t>These embeddings are structured such that words with similar characteristics are in close proximity to one another.</a:t>
            </a:r>
          </a:p>
        </p:txBody>
      </p:sp>
    </p:spTree>
    <p:extLst>
      <p:ext uri="{BB962C8B-B14F-4D97-AF65-F5344CB8AC3E}">
        <p14:creationId xmlns:p14="http://schemas.microsoft.com/office/powerpoint/2010/main" val="38899193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2" name="Google Shape;492;p37"/>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endParaRPr b="1" dirty="0">
              <a:solidFill>
                <a:schemeClr val="dk1"/>
              </a:solidFill>
              <a:latin typeface="Saira Semi Condensed"/>
              <a:ea typeface="Saira Semi Condensed"/>
              <a:cs typeface="Saira Semi Condensed"/>
              <a:sym typeface="Saira Semi Condensed"/>
            </a:endParaRPr>
          </a:p>
        </p:txBody>
      </p:sp>
      <p:sp>
        <p:nvSpPr>
          <p:cNvPr id="5" name="Google Shape;228;p15"/>
          <p:cNvSpPr txBox="1">
            <a:spLocks noGrp="1"/>
          </p:cNvSpPr>
          <p:nvPr>
            <p:ph type="ctrTitle"/>
          </p:nvPr>
        </p:nvSpPr>
        <p:spPr>
          <a:xfrm>
            <a:off x="1893593" y="2268000"/>
            <a:ext cx="6634200" cy="608400"/>
          </a:xfrm>
          <a:prstGeom prst="rect">
            <a:avLst/>
          </a:prstGeom>
        </p:spPr>
        <p:txBody>
          <a:bodyPr spcFirstLastPara="1" wrap="square" lIns="0" tIns="0" rIns="0" bIns="0" anchor="b" anchorCtr="0">
            <a:noAutofit/>
          </a:bodyPr>
          <a:lstStyle/>
          <a:p>
            <a:pPr lvl="0"/>
            <a:r>
              <a:rPr lang="en-US" sz="2800" b="1" dirty="0" smtClean="0"/>
              <a:t>Supervised ML Models Results</a:t>
            </a:r>
            <a:endParaRPr sz="2800" dirty="0"/>
          </a:p>
        </p:txBody>
      </p:sp>
    </p:spTree>
    <p:extLst>
      <p:ext uri="{BB962C8B-B14F-4D97-AF65-F5344CB8AC3E}">
        <p14:creationId xmlns:p14="http://schemas.microsoft.com/office/powerpoint/2010/main" val="2725701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41</a:t>
            </a:fld>
            <a:endParaRPr/>
          </a:p>
        </p:txBody>
      </p:sp>
      <p:sp>
        <p:nvSpPr>
          <p:cNvPr id="3" name="Rectangle 2"/>
          <p:cNvSpPr/>
          <p:nvPr/>
        </p:nvSpPr>
        <p:spPr>
          <a:xfrm>
            <a:off x="467776" y="494469"/>
            <a:ext cx="3954929" cy="646331"/>
          </a:xfrm>
          <a:prstGeom prst="rect">
            <a:avLst/>
          </a:prstGeom>
        </p:spPr>
        <p:txBody>
          <a:bodyPr wrap="none">
            <a:spAutoFit/>
          </a:bodyPr>
          <a:lstStyle/>
          <a:p>
            <a:r>
              <a:rPr lang="fr-FR" sz="3600" b="1" dirty="0">
                <a:solidFill>
                  <a:schemeClr val="accent4">
                    <a:lumMod val="60000"/>
                    <a:lumOff val="40000"/>
                  </a:schemeClr>
                </a:solidFill>
                <a:effectLst>
                  <a:outerShdw blurRad="38100" dist="38100" dir="2700000" algn="tl">
                    <a:srgbClr val="000000">
                      <a:alpha val="43137"/>
                    </a:srgbClr>
                  </a:outerShdw>
                </a:effectLst>
                <a:latin typeface="Saira Semi Condensed"/>
              </a:rPr>
              <a:t>2. Naives Bayes: </a:t>
            </a:r>
          </a:p>
        </p:txBody>
      </p:sp>
      <p:pic>
        <p:nvPicPr>
          <p:cNvPr id="7" name="Picture 6"/>
          <p:cNvPicPr/>
          <p:nvPr/>
        </p:nvPicPr>
        <p:blipFill rotWithShape="1">
          <a:blip r:embed="rId3">
            <a:extLst>
              <a:ext uri="{28A0092B-C50C-407E-A947-70E740481C1C}">
                <a14:useLocalDpi xmlns:a14="http://schemas.microsoft.com/office/drawing/2010/main" val="0"/>
              </a:ext>
            </a:extLst>
          </a:blip>
          <a:srcRect r="47903"/>
          <a:stretch/>
        </p:blipFill>
        <p:spPr bwMode="auto">
          <a:xfrm>
            <a:off x="4527280" y="1001225"/>
            <a:ext cx="4112895" cy="3584575"/>
          </a:xfrm>
          <a:prstGeom prst="rect">
            <a:avLst/>
          </a:prstGeom>
          <a:ln>
            <a:noFill/>
          </a:ln>
          <a:extLst>
            <a:ext uri="{53640926-AAD7-44D8-BBD7-CCE9431645EC}">
              <a14:shadowObscured xmlns:a14="http://schemas.microsoft.com/office/drawing/2010/main"/>
            </a:ext>
          </a:extLst>
        </p:spPr>
      </p:pic>
      <p:sp>
        <p:nvSpPr>
          <p:cNvPr id="6" name="Rectangle 5"/>
          <p:cNvSpPr/>
          <p:nvPr/>
        </p:nvSpPr>
        <p:spPr>
          <a:xfrm>
            <a:off x="698740" y="2310356"/>
            <a:ext cx="3723965" cy="707886"/>
          </a:xfrm>
          <a:prstGeom prst="rect">
            <a:avLst/>
          </a:prstGeom>
        </p:spPr>
        <p:txBody>
          <a:bodyPr wrap="square">
            <a:spAutoFit/>
          </a:bodyPr>
          <a:lstStyle/>
          <a:p>
            <a:r>
              <a:rPr lang="fr-FR" sz="2000" dirty="0" smtClean="0">
                <a:solidFill>
                  <a:schemeClr val="tx1"/>
                </a:solidFill>
                <a:latin typeface="Saira Semi Condensed"/>
              </a:rPr>
              <a:t>Here are the results of </a:t>
            </a:r>
            <a:r>
              <a:rPr lang="fr-FR" sz="2000" dirty="0" err="1" smtClean="0">
                <a:solidFill>
                  <a:schemeClr val="tx1"/>
                </a:solidFill>
                <a:latin typeface="Saira Semi Condensed"/>
              </a:rPr>
              <a:t>metrics</a:t>
            </a:r>
            <a:r>
              <a:rPr lang="fr-FR" sz="2000" dirty="0" smtClean="0">
                <a:solidFill>
                  <a:schemeClr val="tx1"/>
                </a:solidFill>
                <a:latin typeface="Saira Semi Condensed"/>
              </a:rPr>
              <a:t> for Naives Bayes Model </a:t>
            </a:r>
            <a:endParaRPr lang="fr-FR" sz="2000" dirty="0">
              <a:solidFill>
                <a:schemeClr val="tx1"/>
              </a:solidFill>
              <a:latin typeface="Saira Semi Condensed"/>
            </a:endParaRPr>
          </a:p>
        </p:txBody>
      </p:sp>
    </p:spTree>
    <p:extLst>
      <p:ext uri="{BB962C8B-B14F-4D97-AF65-F5344CB8AC3E}">
        <p14:creationId xmlns:p14="http://schemas.microsoft.com/office/powerpoint/2010/main" val="150216371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42</a:t>
            </a:fld>
            <a:endParaRPr/>
          </a:p>
        </p:txBody>
      </p:sp>
      <p:sp>
        <p:nvSpPr>
          <p:cNvPr id="5" name="Rectangle 4"/>
          <p:cNvSpPr/>
          <p:nvPr/>
        </p:nvSpPr>
        <p:spPr>
          <a:xfrm>
            <a:off x="388438" y="410386"/>
            <a:ext cx="1904574" cy="646331"/>
          </a:xfrm>
          <a:prstGeom prst="rect">
            <a:avLst/>
          </a:prstGeom>
        </p:spPr>
        <p:txBody>
          <a:bodyPr wrap="square">
            <a:spAutoFit/>
          </a:bodyPr>
          <a:lstStyle/>
          <a:p>
            <a:pPr algn="ctr"/>
            <a:r>
              <a:rPr lang="fr-FR" sz="3600" b="1" dirty="0">
                <a:solidFill>
                  <a:schemeClr val="accent4">
                    <a:lumMod val="60000"/>
                    <a:lumOff val="40000"/>
                  </a:schemeClr>
                </a:solidFill>
                <a:effectLst>
                  <a:outerShdw blurRad="38100" dist="38100" dir="2700000" algn="tl">
                    <a:srgbClr val="000000">
                      <a:alpha val="43137"/>
                    </a:srgbClr>
                  </a:outerShdw>
                </a:effectLst>
              </a:rPr>
              <a:t>3</a:t>
            </a:r>
            <a:r>
              <a:rPr lang="fr-FR" sz="3600" b="1" dirty="0" smtClean="0">
                <a:solidFill>
                  <a:schemeClr val="accent4">
                    <a:lumMod val="60000"/>
                    <a:lumOff val="40000"/>
                  </a:schemeClr>
                </a:solidFill>
                <a:effectLst>
                  <a:outerShdw blurRad="38100" dist="38100" dir="2700000" algn="tl">
                    <a:srgbClr val="000000">
                      <a:alpha val="43137"/>
                    </a:srgbClr>
                  </a:outerShdw>
                </a:effectLst>
              </a:rPr>
              <a:t>.KNN</a:t>
            </a:r>
            <a:r>
              <a:rPr lang="fr-FR" sz="3600" b="1" dirty="0">
                <a:solidFill>
                  <a:schemeClr val="accent4">
                    <a:lumMod val="60000"/>
                    <a:lumOff val="40000"/>
                  </a:schemeClr>
                </a:solidFill>
                <a:effectLst>
                  <a:outerShdw blurRad="38100" dist="38100" dir="2700000" algn="tl">
                    <a:srgbClr val="000000">
                      <a:alpha val="43137"/>
                    </a:srgbClr>
                  </a:outerShdw>
                </a:effectLst>
              </a:rPr>
              <a:t>:</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2832066" y="110437"/>
            <a:ext cx="5731510" cy="4678013"/>
          </a:xfrm>
          <a:prstGeom prst="rect">
            <a:avLst/>
          </a:prstGeom>
        </p:spPr>
      </p:pic>
      <p:sp>
        <p:nvSpPr>
          <p:cNvPr id="6" name="Rectangle 5"/>
          <p:cNvSpPr/>
          <p:nvPr/>
        </p:nvSpPr>
        <p:spPr>
          <a:xfrm>
            <a:off x="97855" y="2060512"/>
            <a:ext cx="2485739" cy="1938992"/>
          </a:xfrm>
          <a:prstGeom prst="rect">
            <a:avLst/>
          </a:prstGeom>
        </p:spPr>
        <p:txBody>
          <a:bodyPr wrap="square">
            <a:spAutoFit/>
          </a:bodyPr>
          <a:lstStyle/>
          <a:p>
            <a:pPr algn="ctr"/>
            <a:r>
              <a:rPr lang="fr-FR" sz="2000" dirty="0">
                <a:solidFill>
                  <a:schemeClr val="tx1"/>
                </a:solidFill>
                <a:latin typeface="Saira Semi Condensed"/>
              </a:rPr>
              <a:t>Here are the results of </a:t>
            </a:r>
            <a:r>
              <a:rPr lang="fr-FR" sz="2000" dirty="0" err="1">
                <a:solidFill>
                  <a:schemeClr val="tx1"/>
                </a:solidFill>
                <a:latin typeface="Saira Semi Condensed"/>
              </a:rPr>
              <a:t>metrics</a:t>
            </a:r>
            <a:r>
              <a:rPr lang="fr-FR" sz="2000" dirty="0">
                <a:solidFill>
                  <a:schemeClr val="tx1"/>
                </a:solidFill>
                <a:latin typeface="Saira Semi Condensed"/>
              </a:rPr>
              <a:t> for </a:t>
            </a:r>
            <a:r>
              <a:rPr lang="fr-FR" sz="2000" dirty="0" smtClean="0">
                <a:solidFill>
                  <a:schemeClr val="tx1"/>
                </a:solidFill>
                <a:latin typeface="Saira Semi Condensed"/>
              </a:rPr>
              <a:t>KNN </a:t>
            </a:r>
            <a:r>
              <a:rPr lang="fr-FR" sz="2000" dirty="0">
                <a:solidFill>
                  <a:schemeClr val="tx1"/>
                </a:solidFill>
                <a:latin typeface="Saira Semi Condensed"/>
              </a:rPr>
              <a:t>Model </a:t>
            </a:r>
            <a:r>
              <a:rPr lang="fr-FR" sz="2000" dirty="0" smtClean="0">
                <a:solidFill>
                  <a:schemeClr val="tx1"/>
                </a:solidFill>
                <a:latin typeface="Saira Semi Condensed"/>
              </a:rPr>
              <a:t>And the </a:t>
            </a:r>
            <a:r>
              <a:rPr lang="en-US" sz="2000" dirty="0" smtClean="0">
                <a:solidFill>
                  <a:schemeClr val="tx1"/>
                </a:solidFill>
                <a:latin typeface="Saira Semi Condensed"/>
              </a:rPr>
              <a:t>Plot of </a:t>
            </a:r>
            <a:r>
              <a:rPr lang="en-US" sz="2000" dirty="0">
                <a:solidFill>
                  <a:schemeClr val="tx1"/>
                </a:solidFill>
                <a:latin typeface="Saira Semi Condensed"/>
              </a:rPr>
              <a:t>the relationship between k and </a:t>
            </a:r>
            <a:r>
              <a:rPr lang="en-US" sz="2000" dirty="0" smtClean="0">
                <a:solidFill>
                  <a:schemeClr val="tx1"/>
                </a:solidFill>
                <a:latin typeface="Saira Semi Condensed"/>
              </a:rPr>
              <a:t>Testing Accuracy</a:t>
            </a:r>
            <a:endParaRPr lang="fr-FR" sz="2000" dirty="0">
              <a:solidFill>
                <a:schemeClr val="tx1"/>
              </a:solidFill>
              <a:latin typeface="Saira Semi Condensed"/>
            </a:endParaRPr>
          </a:p>
        </p:txBody>
      </p:sp>
    </p:spTree>
    <p:extLst>
      <p:ext uri="{BB962C8B-B14F-4D97-AF65-F5344CB8AC3E}">
        <p14:creationId xmlns:p14="http://schemas.microsoft.com/office/powerpoint/2010/main" val="24535125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43</a:t>
            </a:fld>
            <a:endParaRPr/>
          </a:p>
        </p:txBody>
      </p:sp>
      <p:sp>
        <p:nvSpPr>
          <p:cNvPr id="6" name="Rectangle 5"/>
          <p:cNvSpPr/>
          <p:nvPr/>
        </p:nvSpPr>
        <p:spPr>
          <a:xfrm>
            <a:off x="278482" y="166651"/>
            <a:ext cx="2987228" cy="1200329"/>
          </a:xfrm>
          <a:prstGeom prst="rect">
            <a:avLst/>
          </a:prstGeom>
        </p:spPr>
        <p:txBody>
          <a:bodyPr wrap="square">
            <a:spAutoFit/>
          </a:bodyPr>
          <a:lstStyle/>
          <a:p>
            <a:pPr algn="ctr"/>
            <a:r>
              <a:rPr lang="fr-FR" sz="3600" b="1" dirty="0">
                <a:solidFill>
                  <a:schemeClr val="accent4">
                    <a:lumMod val="60000"/>
                    <a:lumOff val="40000"/>
                  </a:schemeClr>
                </a:solidFill>
                <a:effectLst>
                  <a:outerShdw blurRad="38100" dist="38100" dir="2700000" algn="tl">
                    <a:srgbClr val="000000">
                      <a:alpha val="43137"/>
                    </a:srgbClr>
                  </a:outerShdw>
                </a:effectLst>
                <a:latin typeface="Saira Semi Condensed"/>
              </a:rPr>
              <a:t>4</a:t>
            </a:r>
            <a:r>
              <a:rPr lang="fr-FR" sz="3600" b="1" dirty="0" smtClean="0">
                <a:solidFill>
                  <a:schemeClr val="accent4">
                    <a:lumMod val="60000"/>
                    <a:lumOff val="40000"/>
                  </a:schemeClr>
                </a:solidFill>
                <a:effectLst>
                  <a:outerShdw blurRad="38100" dist="38100" dir="2700000" algn="tl">
                    <a:srgbClr val="000000">
                      <a:alpha val="43137"/>
                    </a:srgbClr>
                  </a:outerShdw>
                </a:effectLst>
                <a:latin typeface="Saira Semi Condensed"/>
              </a:rPr>
              <a:t>.Logistic </a:t>
            </a:r>
            <a:r>
              <a:rPr lang="fr-FR" sz="3600" b="1" dirty="0">
                <a:solidFill>
                  <a:schemeClr val="accent4">
                    <a:lumMod val="60000"/>
                    <a:lumOff val="40000"/>
                  </a:schemeClr>
                </a:solidFill>
                <a:effectLst>
                  <a:outerShdw blurRad="38100" dist="38100" dir="2700000" algn="tl">
                    <a:srgbClr val="000000">
                      <a:alpha val="43137"/>
                    </a:srgbClr>
                  </a:outerShdw>
                </a:effectLst>
                <a:latin typeface="Saira Semi Condensed"/>
              </a:rPr>
              <a:t>Regression: </a:t>
            </a:r>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3441360" y="166651"/>
            <a:ext cx="5374465" cy="4419149"/>
          </a:xfrm>
          <a:prstGeom prst="rect">
            <a:avLst/>
          </a:prstGeom>
        </p:spPr>
      </p:pic>
      <p:sp>
        <p:nvSpPr>
          <p:cNvPr id="7" name="Rectangle 6"/>
          <p:cNvSpPr/>
          <p:nvPr/>
        </p:nvSpPr>
        <p:spPr>
          <a:xfrm>
            <a:off x="413613" y="2167220"/>
            <a:ext cx="2716966" cy="1015663"/>
          </a:xfrm>
          <a:prstGeom prst="rect">
            <a:avLst/>
          </a:prstGeom>
        </p:spPr>
        <p:txBody>
          <a:bodyPr wrap="square">
            <a:spAutoFit/>
          </a:bodyPr>
          <a:lstStyle/>
          <a:p>
            <a:r>
              <a:rPr lang="fr-FR" sz="2000" dirty="0">
                <a:solidFill>
                  <a:schemeClr val="tx1"/>
                </a:solidFill>
                <a:latin typeface="Saira Semi Condensed"/>
              </a:rPr>
              <a:t>Here are the results of </a:t>
            </a:r>
            <a:r>
              <a:rPr lang="fr-FR" sz="2000" dirty="0" err="1">
                <a:solidFill>
                  <a:schemeClr val="tx1"/>
                </a:solidFill>
                <a:latin typeface="Saira Semi Condensed"/>
              </a:rPr>
              <a:t>metrics</a:t>
            </a:r>
            <a:r>
              <a:rPr lang="fr-FR" sz="2000" dirty="0">
                <a:solidFill>
                  <a:schemeClr val="tx1"/>
                </a:solidFill>
                <a:latin typeface="Saira Semi Condensed"/>
              </a:rPr>
              <a:t> for </a:t>
            </a:r>
            <a:r>
              <a:rPr lang="fr-FR" sz="2000" dirty="0" smtClean="0">
                <a:solidFill>
                  <a:schemeClr val="tx1"/>
                </a:solidFill>
                <a:latin typeface="Saira Semi Condensed"/>
              </a:rPr>
              <a:t>Logistic Regression </a:t>
            </a:r>
            <a:r>
              <a:rPr lang="fr-FR" sz="2000" dirty="0">
                <a:solidFill>
                  <a:schemeClr val="tx1"/>
                </a:solidFill>
                <a:latin typeface="Saira Semi Condensed"/>
              </a:rPr>
              <a:t>Model </a:t>
            </a:r>
          </a:p>
        </p:txBody>
      </p:sp>
    </p:spTree>
    <p:extLst>
      <p:ext uri="{BB962C8B-B14F-4D97-AF65-F5344CB8AC3E}">
        <p14:creationId xmlns:p14="http://schemas.microsoft.com/office/powerpoint/2010/main" val="15293969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44</a:t>
            </a:fld>
            <a:endParaRPr/>
          </a:p>
        </p:txBody>
      </p:sp>
      <p:sp>
        <p:nvSpPr>
          <p:cNvPr id="5" name="Rectangle 4"/>
          <p:cNvSpPr/>
          <p:nvPr/>
        </p:nvSpPr>
        <p:spPr>
          <a:xfrm>
            <a:off x="-121359" y="334598"/>
            <a:ext cx="2355863" cy="1077218"/>
          </a:xfrm>
          <a:prstGeom prst="rect">
            <a:avLst/>
          </a:prstGeom>
        </p:spPr>
        <p:txBody>
          <a:bodyPr wrap="square">
            <a:spAutoFit/>
          </a:bodyPr>
          <a:lstStyle/>
          <a:p>
            <a:pPr algn="ctr"/>
            <a:r>
              <a:rPr lang="fr-FR" sz="3200" b="1" dirty="0">
                <a:solidFill>
                  <a:schemeClr val="accent4">
                    <a:lumMod val="60000"/>
                    <a:lumOff val="40000"/>
                  </a:schemeClr>
                </a:solidFill>
                <a:effectLst>
                  <a:outerShdw blurRad="38100" dist="38100" dir="2700000" algn="tl">
                    <a:srgbClr val="000000">
                      <a:alpha val="43137"/>
                    </a:srgbClr>
                  </a:outerShdw>
                </a:effectLst>
              </a:rPr>
              <a:t>5</a:t>
            </a:r>
            <a:r>
              <a:rPr lang="fr-FR" sz="3200" b="1" dirty="0" smtClean="0">
                <a:solidFill>
                  <a:schemeClr val="accent4">
                    <a:lumMod val="60000"/>
                    <a:lumOff val="40000"/>
                  </a:schemeClr>
                </a:solidFill>
                <a:effectLst>
                  <a:outerShdw blurRad="38100" dist="38100" dir="2700000" algn="tl">
                    <a:srgbClr val="000000">
                      <a:alpha val="43137"/>
                    </a:srgbClr>
                  </a:outerShdw>
                </a:effectLst>
              </a:rPr>
              <a:t>.Decision Tree:</a:t>
            </a:r>
            <a:endParaRPr lang="fr-FR" sz="3200" b="1" dirty="0">
              <a:solidFill>
                <a:schemeClr val="accent4">
                  <a:lumMod val="60000"/>
                  <a:lumOff val="40000"/>
                </a:schemeClr>
              </a:solidFill>
              <a:effectLst>
                <a:outerShdw blurRad="38100" dist="38100" dir="2700000" algn="tl">
                  <a:srgbClr val="000000">
                    <a:alpha val="43137"/>
                  </a:srgbClr>
                </a:outerShdw>
              </a:effectLst>
            </a:endParaRP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2112578" y="94593"/>
            <a:ext cx="6488430" cy="4896507"/>
          </a:xfrm>
          <a:prstGeom prst="rect">
            <a:avLst/>
          </a:prstGeom>
        </p:spPr>
      </p:pic>
      <p:sp>
        <p:nvSpPr>
          <p:cNvPr id="8" name="Rectangle 7"/>
          <p:cNvSpPr/>
          <p:nvPr/>
        </p:nvSpPr>
        <p:spPr>
          <a:xfrm flipH="1">
            <a:off x="114065" y="1946122"/>
            <a:ext cx="1998513" cy="1754326"/>
          </a:xfrm>
          <a:prstGeom prst="rect">
            <a:avLst/>
          </a:prstGeom>
        </p:spPr>
        <p:txBody>
          <a:bodyPr wrap="square">
            <a:spAutoFit/>
          </a:bodyPr>
          <a:lstStyle/>
          <a:p>
            <a:r>
              <a:rPr lang="fr-FR" sz="1800" dirty="0">
                <a:solidFill>
                  <a:schemeClr val="tx1"/>
                </a:solidFill>
                <a:latin typeface="Saira Semi Condensed"/>
              </a:rPr>
              <a:t>Here are the results of </a:t>
            </a:r>
            <a:r>
              <a:rPr lang="fr-FR" sz="1800" dirty="0" err="1">
                <a:solidFill>
                  <a:schemeClr val="tx1"/>
                </a:solidFill>
                <a:latin typeface="Saira Semi Condensed"/>
              </a:rPr>
              <a:t>metrics</a:t>
            </a:r>
            <a:r>
              <a:rPr lang="fr-FR" sz="1800" dirty="0">
                <a:solidFill>
                  <a:schemeClr val="tx1"/>
                </a:solidFill>
                <a:latin typeface="Saira Semi Condensed"/>
              </a:rPr>
              <a:t> for </a:t>
            </a:r>
            <a:r>
              <a:rPr lang="fr-FR" sz="1800" dirty="0" smtClean="0">
                <a:solidFill>
                  <a:schemeClr val="tx1"/>
                </a:solidFill>
                <a:latin typeface="Saira Semi Condensed"/>
              </a:rPr>
              <a:t>Decision Tree </a:t>
            </a:r>
            <a:r>
              <a:rPr lang="fr-FR" sz="1800" dirty="0">
                <a:solidFill>
                  <a:schemeClr val="tx1"/>
                </a:solidFill>
                <a:latin typeface="Saira Semi Condensed"/>
              </a:rPr>
              <a:t>Model </a:t>
            </a:r>
            <a:r>
              <a:rPr lang="fr-FR" sz="1800" dirty="0" smtClean="0">
                <a:solidFill>
                  <a:schemeClr val="tx1"/>
                </a:solidFill>
                <a:latin typeface="Saira Semi Condensed"/>
              </a:rPr>
              <a:t>And </a:t>
            </a:r>
            <a:r>
              <a:rPr lang="en-US" sz="1800" dirty="0">
                <a:solidFill>
                  <a:schemeClr val="tx1"/>
                </a:solidFill>
                <a:latin typeface="Saira Semi Condensed"/>
              </a:rPr>
              <a:t>the </a:t>
            </a:r>
            <a:r>
              <a:rPr lang="en-US" sz="1800" dirty="0" smtClean="0">
                <a:solidFill>
                  <a:schemeClr val="tx1"/>
                </a:solidFill>
                <a:latin typeface="Saira Semi Condensed"/>
              </a:rPr>
              <a:t>Image </a:t>
            </a:r>
            <a:r>
              <a:rPr lang="en-US" sz="1800" dirty="0">
                <a:solidFill>
                  <a:schemeClr val="tx1"/>
                </a:solidFill>
                <a:latin typeface="Saira Semi Condensed"/>
              </a:rPr>
              <a:t>of the </a:t>
            </a:r>
            <a:r>
              <a:rPr lang="en-US" sz="1800" dirty="0" smtClean="0">
                <a:solidFill>
                  <a:schemeClr val="tx1"/>
                </a:solidFill>
                <a:latin typeface="Saira Semi Condensed"/>
              </a:rPr>
              <a:t>Decision Tree </a:t>
            </a:r>
            <a:endParaRPr lang="fr-FR" sz="1800" dirty="0">
              <a:solidFill>
                <a:schemeClr val="tx1"/>
              </a:solidFill>
              <a:latin typeface="Saira Semi Condensed"/>
            </a:endParaRPr>
          </a:p>
        </p:txBody>
      </p:sp>
    </p:spTree>
    <p:extLst>
      <p:ext uri="{BB962C8B-B14F-4D97-AF65-F5344CB8AC3E}">
        <p14:creationId xmlns:p14="http://schemas.microsoft.com/office/powerpoint/2010/main" val="79906228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45</a:t>
            </a:fld>
            <a:endParaRPr/>
          </a:p>
        </p:txBody>
      </p:sp>
      <p:sp>
        <p:nvSpPr>
          <p:cNvPr id="6" name="Rectangle 5"/>
          <p:cNvSpPr/>
          <p:nvPr/>
        </p:nvSpPr>
        <p:spPr>
          <a:xfrm>
            <a:off x="0" y="423643"/>
            <a:ext cx="3187498" cy="646331"/>
          </a:xfrm>
          <a:prstGeom prst="rect">
            <a:avLst/>
          </a:prstGeom>
        </p:spPr>
        <p:txBody>
          <a:bodyPr wrap="square">
            <a:spAutoFit/>
          </a:bodyPr>
          <a:lstStyle/>
          <a:p>
            <a:r>
              <a:rPr lang="fr-FR" sz="3600" b="1" dirty="0">
                <a:solidFill>
                  <a:schemeClr val="accent4">
                    <a:lumMod val="60000"/>
                    <a:lumOff val="40000"/>
                  </a:schemeClr>
                </a:solidFill>
                <a:effectLst>
                  <a:outerShdw blurRad="38100" dist="38100" dir="2700000" algn="tl">
                    <a:srgbClr val="000000">
                      <a:alpha val="43137"/>
                    </a:srgbClr>
                  </a:outerShdw>
                </a:effectLst>
                <a:latin typeface="Saira Semi Condensed"/>
              </a:rPr>
              <a:t>6</a:t>
            </a:r>
            <a:r>
              <a:rPr lang="fr-FR" sz="3600" b="1" dirty="0" smtClean="0">
                <a:solidFill>
                  <a:schemeClr val="accent4">
                    <a:lumMod val="60000"/>
                    <a:lumOff val="40000"/>
                  </a:schemeClr>
                </a:solidFill>
                <a:effectLst>
                  <a:outerShdw blurRad="38100" dist="38100" dir="2700000" algn="tl">
                    <a:srgbClr val="000000">
                      <a:alpha val="43137"/>
                    </a:srgbClr>
                  </a:outerShdw>
                </a:effectLst>
                <a:latin typeface="Saira Semi Condensed"/>
              </a:rPr>
              <a:t>.AdaBoost</a:t>
            </a:r>
            <a:r>
              <a:rPr lang="fr-FR" sz="3600" dirty="0">
                <a:solidFill>
                  <a:schemeClr val="bg1">
                    <a:lumMod val="25000"/>
                    <a:lumOff val="75000"/>
                  </a:schemeClr>
                </a:solidFill>
              </a:rPr>
              <a:t>:</a:t>
            </a:r>
          </a:p>
        </p:txBody>
      </p:sp>
      <p:pic>
        <p:nvPicPr>
          <p:cNvPr id="5" name="Picture 4"/>
          <p:cNvPicPr/>
          <p:nvPr/>
        </p:nvPicPr>
        <p:blipFill rotWithShape="1">
          <a:blip r:embed="rId3">
            <a:extLst>
              <a:ext uri="{28A0092B-C50C-407E-A947-70E740481C1C}">
                <a14:useLocalDpi xmlns:a14="http://schemas.microsoft.com/office/drawing/2010/main" val="0"/>
              </a:ext>
            </a:extLst>
          </a:blip>
          <a:srcRect r="42912"/>
          <a:stretch/>
        </p:blipFill>
        <p:spPr bwMode="auto">
          <a:xfrm>
            <a:off x="2802375" y="421470"/>
            <a:ext cx="6013450" cy="4164330"/>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314114" y="2076215"/>
            <a:ext cx="2559269" cy="1015663"/>
          </a:xfrm>
          <a:prstGeom prst="rect">
            <a:avLst/>
          </a:prstGeom>
        </p:spPr>
        <p:txBody>
          <a:bodyPr wrap="square">
            <a:spAutoFit/>
          </a:bodyPr>
          <a:lstStyle/>
          <a:p>
            <a:r>
              <a:rPr lang="fr-FR" sz="2000" dirty="0">
                <a:solidFill>
                  <a:schemeClr val="tx1"/>
                </a:solidFill>
              </a:rPr>
              <a:t>Here are the results of </a:t>
            </a:r>
            <a:r>
              <a:rPr lang="fr-FR" sz="2000" dirty="0" err="1">
                <a:solidFill>
                  <a:schemeClr val="tx1"/>
                </a:solidFill>
              </a:rPr>
              <a:t>metrics</a:t>
            </a:r>
            <a:r>
              <a:rPr lang="fr-FR" sz="2000" dirty="0">
                <a:solidFill>
                  <a:schemeClr val="tx1"/>
                </a:solidFill>
              </a:rPr>
              <a:t> for </a:t>
            </a:r>
            <a:r>
              <a:rPr lang="fr-FR" sz="2000" dirty="0" smtClean="0">
                <a:solidFill>
                  <a:schemeClr val="tx1"/>
                </a:solidFill>
              </a:rPr>
              <a:t>AdaBoost </a:t>
            </a:r>
            <a:r>
              <a:rPr lang="fr-FR" sz="2000" dirty="0">
                <a:solidFill>
                  <a:schemeClr val="tx1"/>
                </a:solidFill>
              </a:rPr>
              <a:t>Model </a:t>
            </a:r>
          </a:p>
        </p:txBody>
      </p:sp>
    </p:spTree>
    <p:extLst>
      <p:ext uri="{BB962C8B-B14F-4D97-AF65-F5344CB8AC3E}">
        <p14:creationId xmlns:p14="http://schemas.microsoft.com/office/powerpoint/2010/main" val="40258962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46</a:t>
            </a:fld>
            <a:endParaRPr/>
          </a:p>
        </p:txBody>
      </p:sp>
      <p:sp>
        <p:nvSpPr>
          <p:cNvPr id="3" name="Rectangle 2"/>
          <p:cNvSpPr/>
          <p:nvPr/>
        </p:nvSpPr>
        <p:spPr>
          <a:xfrm>
            <a:off x="1192048" y="820289"/>
            <a:ext cx="5041765" cy="461665"/>
          </a:xfrm>
          <a:prstGeom prst="rect">
            <a:avLst/>
          </a:prstGeom>
        </p:spPr>
        <p:txBody>
          <a:bodyPr wrap="none">
            <a:spAutoFit/>
          </a:bodyPr>
          <a:lstStyle/>
          <a:p>
            <a:r>
              <a:rPr lang="fr-FR" sz="2400" b="1" dirty="0" smtClean="0">
                <a:solidFill>
                  <a:schemeClr val="tx1"/>
                </a:solidFill>
                <a:effectLst>
                  <a:outerShdw blurRad="38100" dist="38100" dir="2700000" algn="tl">
                    <a:srgbClr val="000000">
                      <a:alpha val="43137"/>
                    </a:srgbClr>
                  </a:outerShdw>
                </a:effectLst>
                <a:latin typeface="Saira Semi Condensed"/>
              </a:rPr>
              <a:t>Displaying Dataset Web Interface</a:t>
            </a:r>
            <a:endParaRPr lang="fr-FR" sz="2400" b="1" dirty="0">
              <a:solidFill>
                <a:schemeClr val="tx1"/>
              </a:solidFill>
              <a:effectLst>
                <a:outerShdw blurRad="38100" dist="38100" dir="2700000" algn="tl">
                  <a:srgbClr val="000000">
                    <a:alpha val="43137"/>
                  </a:srgbClr>
                </a:outerShdw>
              </a:effectLst>
              <a:latin typeface="Saira Semi Condensed"/>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45" y="1609042"/>
            <a:ext cx="8844330" cy="1925416"/>
          </a:xfrm>
          <a:prstGeom prst="rect">
            <a:avLst/>
          </a:prstGeom>
        </p:spPr>
      </p:pic>
    </p:spTree>
    <p:extLst>
      <p:ext uri="{BB962C8B-B14F-4D97-AF65-F5344CB8AC3E}">
        <p14:creationId xmlns:p14="http://schemas.microsoft.com/office/powerpoint/2010/main" val="418652112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47</a:t>
            </a:fld>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543" y="1330343"/>
            <a:ext cx="8166539" cy="3660757"/>
          </a:xfrm>
          <a:prstGeom prst="rect">
            <a:avLst/>
          </a:prstGeom>
        </p:spPr>
      </p:pic>
      <p:sp>
        <p:nvSpPr>
          <p:cNvPr id="8" name="Rectangle 7"/>
          <p:cNvSpPr/>
          <p:nvPr/>
        </p:nvSpPr>
        <p:spPr>
          <a:xfrm>
            <a:off x="1114096" y="755730"/>
            <a:ext cx="6537435" cy="523220"/>
          </a:xfrm>
          <a:prstGeom prst="rect">
            <a:avLst/>
          </a:prstGeom>
        </p:spPr>
        <p:txBody>
          <a:bodyPr wrap="square">
            <a:spAutoFit/>
          </a:bodyPr>
          <a:lstStyle/>
          <a:p>
            <a:r>
              <a:rPr lang="fr-FR" sz="2800" b="1" dirty="0" smtClean="0">
                <a:solidFill>
                  <a:schemeClr val="tx1"/>
                </a:solidFill>
                <a:effectLst>
                  <a:outerShdw blurRad="38100" dist="38100" dir="2700000" algn="tl">
                    <a:srgbClr val="000000">
                      <a:alpha val="43137"/>
                    </a:srgbClr>
                  </a:outerShdw>
                </a:effectLst>
              </a:rPr>
              <a:t>Home Page Web </a:t>
            </a:r>
            <a:r>
              <a:rPr lang="fr-FR" sz="2800" b="1" dirty="0">
                <a:solidFill>
                  <a:schemeClr val="tx1"/>
                </a:solidFill>
                <a:effectLst>
                  <a:outerShdw blurRad="38100" dist="38100" dir="2700000" algn="tl">
                    <a:srgbClr val="000000">
                      <a:alpha val="43137"/>
                    </a:srgbClr>
                  </a:outerShdw>
                </a:effectLst>
              </a:rPr>
              <a:t>Interface</a:t>
            </a:r>
          </a:p>
        </p:txBody>
      </p:sp>
    </p:spTree>
    <p:extLst>
      <p:ext uri="{BB962C8B-B14F-4D97-AF65-F5344CB8AC3E}">
        <p14:creationId xmlns:p14="http://schemas.microsoft.com/office/powerpoint/2010/main" val="6670455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48</a:t>
            </a:fld>
            <a:endParaRPr/>
          </a:p>
        </p:txBody>
      </p:sp>
      <p:sp>
        <p:nvSpPr>
          <p:cNvPr id="8" name="Rectangle 7"/>
          <p:cNvSpPr/>
          <p:nvPr/>
        </p:nvSpPr>
        <p:spPr>
          <a:xfrm>
            <a:off x="1114096" y="755730"/>
            <a:ext cx="6537435" cy="523220"/>
          </a:xfrm>
          <a:prstGeom prst="rect">
            <a:avLst/>
          </a:prstGeom>
        </p:spPr>
        <p:txBody>
          <a:bodyPr wrap="square">
            <a:spAutoFit/>
          </a:bodyPr>
          <a:lstStyle/>
          <a:p>
            <a:r>
              <a:rPr lang="fr-FR" sz="2800" b="1" dirty="0" smtClean="0">
                <a:solidFill>
                  <a:schemeClr val="tx1"/>
                </a:solidFill>
                <a:effectLst>
                  <a:outerShdw blurRad="38100" dist="38100" dir="2700000" algn="tl">
                    <a:srgbClr val="000000">
                      <a:alpha val="43137"/>
                    </a:srgbClr>
                  </a:outerShdw>
                </a:effectLst>
              </a:rPr>
              <a:t>ML Model Choice Interface</a:t>
            </a:r>
            <a:endParaRPr lang="fr-FR" sz="2800" b="1" dirty="0">
              <a:solidFill>
                <a:schemeClr val="tx1"/>
              </a:solidFill>
              <a:effectLst>
                <a:outerShdw blurRad="38100" dist="38100" dir="2700000" algn="tl">
                  <a:srgbClr val="000000">
                    <a:alpha val="43137"/>
                  </a:srgbClr>
                </a:outerShdw>
              </a:effectLs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961" y="1924594"/>
            <a:ext cx="5141704" cy="2539691"/>
          </a:xfrm>
          <a:prstGeom prst="rect">
            <a:avLst/>
          </a:prstGeom>
        </p:spPr>
      </p:pic>
    </p:spTree>
    <p:extLst>
      <p:ext uri="{BB962C8B-B14F-4D97-AF65-F5344CB8AC3E}">
        <p14:creationId xmlns:p14="http://schemas.microsoft.com/office/powerpoint/2010/main" val="11216977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49</a:t>
            </a:fld>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228" y="3360168"/>
            <a:ext cx="8628993" cy="100491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1669" y="2038632"/>
            <a:ext cx="3510455" cy="757120"/>
          </a:xfrm>
          <a:prstGeom prst="rect">
            <a:avLst/>
          </a:prstGeom>
        </p:spPr>
      </p:pic>
      <p:sp>
        <p:nvSpPr>
          <p:cNvPr id="7" name="Rectangle 6"/>
          <p:cNvSpPr/>
          <p:nvPr/>
        </p:nvSpPr>
        <p:spPr>
          <a:xfrm>
            <a:off x="1223640" y="788759"/>
            <a:ext cx="4998484" cy="523220"/>
          </a:xfrm>
          <a:prstGeom prst="rect">
            <a:avLst/>
          </a:prstGeom>
        </p:spPr>
        <p:txBody>
          <a:bodyPr wrap="none">
            <a:spAutoFit/>
          </a:bodyPr>
          <a:lstStyle/>
          <a:p>
            <a:r>
              <a:rPr lang="fr-FR" sz="2800" b="1" dirty="0" smtClean="0">
                <a:solidFill>
                  <a:schemeClr val="tx1"/>
                </a:solidFill>
                <a:effectLst>
                  <a:outerShdw blurRad="38100" dist="38100" dir="2700000" algn="tl">
                    <a:srgbClr val="000000">
                      <a:alpha val="43137"/>
                    </a:srgbClr>
                  </a:outerShdw>
                </a:effectLst>
                <a:latin typeface="Saira Semi Condensed"/>
              </a:rPr>
              <a:t>File Uploaded Web Interface</a:t>
            </a:r>
            <a:endParaRPr lang="fr-FR" sz="2800" b="1" dirty="0">
              <a:solidFill>
                <a:schemeClr val="tx1"/>
              </a:solidFill>
              <a:effectLst>
                <a:outerShdw blurRad="38100" dist="38100" dir="2700000" algn="tl">
                  <a:srgbClr val="000000">
                    <a:alpha val="43137"/>
                  </a:srgbClr>
                </a:outerShdw>
              </a:effectLst>
              <a:latin typeface="Saira Semi Condensed"/>
            </a:endParaRPr>
          </a:p>
        </p:txBody>
      </p:sp>
    </p:spTree>
    <p:extLst>
      <p:ext uri="{BB962C8B-B14F-4D97-AF65-F5344CB8AC3E}">
        <p14:creationId xmlns:p14="http://schemas.microsoft.com/office/powerpoint/2010/main" val="95032895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pSp>
        <p:nvGrpSpPr>
          <p:cNvPr id="250" name="Google Shape;250;p18"/>
          <p:cNvGrpSpPr/>
          <p:nvPr/>
        </p:nvGrpSpPr>
        <p:grpSpPr>
          <a:xfrm>
            <a:off x="1592631" y="1069666"/>
            <a:ext cx="1909532" cy="1909527"/>
            <a:chOff x="6643075" y="3664250"/>
            <a:chExt cx="407950" cy="407975"/>
          </a:xfrm>
        </p:grpSpPr>
        <p:sp>
          <p:nvSpPr>
            <p:cNvPr id="251" name="Google Shape;251;p18"/>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8"/>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18"/>
          <p:cNvGrpSpPr/>
          <p:nvPr/>
        </p:nvGrpSpPr>
        <p:grpSpPr>
          <a:xfrm rot="-587471">
            <a:off x="1480628" y="3228160"/>
            <a:ext cx="785066" cy="785066"/>
            <a:chOff x="576250" y="4319400"/>
            <a:chExt cx="442075" cy="442050"/>
          </a:xfrm>
        </p:grpSpPr>
        <p:sp>
          <p:nvSpPr>
            <p:cNvPr id="254" name="Google Shape;254;p18"/>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8"/>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8"/>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8" name="Google Shape;258;p18"/>
          <p:cNvSpPr/>
          <p:nvPr/>
        </p:nvSpPr>
        <p:spPr>
          <a:xfrm>
            <a:off x="1135930" y="1510682"/>
            <a:ext cx="298471" cy="28499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8"/>
          <p:cNvSpPr/>
          <p:nvPr/>
        </p:nvSpPr>
        <p:spPr>
          <a:xfrm rot="2697367">
            <a:off x="3102805" y="2969743"/>
            <a:ext cx="453095" cy="43263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8"/>
          <p:cNvSpPr/>
          <p:nvPr/>
        </p:nvSpPr>
        <p:spPr>
          <a:xfrm>
            <a:off x="3461249" y="2722766"/>
            <a:ext cx="181476" cy="17335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8"/>
          <p:cNvSpPr/>
          <p:nvPr/>
        </p:nvSpPr>
        <p:spPr>
          <a:xfrm rot="1280326">
            <a:off x="927783" y="2394739"/>
            <a:ext cx="181458" cy="17332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50</a:t>
            </a:fld>
            <a:endParaRPr/>
          </a:p>
        </p:txBody>
      </p:sp>
      <p:sp>
        <p:nvSpPr>
          <p:cNvPr id="2" name="Rectangle 1"/>
          <p:cNvSpPr/>
          <p:nvPr/>
        </p:nvSpPr>
        <p:spPr>
          <a:xfrm>
            <a:off x="3674927" y="1775396"/>
            <a:ext cx="5530226" cy="1391728"/>
          </a:xfrm>
          <a:prstGeom prst="rect">
            <a:avLst/>
          </a:prstGeom>
        </p:spPr>
        <p:txBody>
          <a:bodyPr wrap="square">
            <a:spAutoFit/>
          </a:bodyPr>
          <a:lstStyle/>
          <a:p>
            <a:pPr algn="ctr">
              <a:lnSpc>
                <a:spcPct val="150000"/>
              </a:lnSpc>
            </a:pPr>
            <a:r>
              <a:rPr lang="en-GB" sz="3000" dirty="0">
                <a:latin typeface="Saira Semi Condensed"/>
                <a:ea typeface="Calibri" panose="020F0502020204030204" pitchFamily="34" charset="0"/>
                <a:cs typeface="Arial" panose="020B0604020202020204" pitchFamily="34" charset="0"/>
              </a:rPr>
              <a:t> </a:t>
            </a:r>
            <a:r>
              <a:rPr lang="en-GB" sz="3000" b="1" dirty="0" smtClean="0">
                <a:solidFill>
                  <a:schemeClr val="tx1"/>
                </a:solidFill>
                <a:latin typeface="Saira Semi Condensed"/>
                <a:ea typeface="Times New Roman" panose="02020603050405020304" pitchFamily="18" charset="0"/>
              </a:rPr>
              <a:t>Machine </a:t>
            </a:r>
            <a:r>
              <a:rPr lang="en-GB" sz="3000" b="1" dirty="0">
                <a:solidFill>
                  <a:schemeClr val="tx1"/>
                </a:solidFill>
                <a:latin typeface="Saira Semi Condensed"/>
                <a:ea typeface="Times New Roman" panose="02020603050405020304" pitchFamily="18" charset="0"/>
              </a:rPr>
              <a:t>Learning Metrics and Performance: </a:t>
            </a:r>
            <a:endParaRPr lang="fr-FR" sz="3000" b="1" dirty="0">
              <a:solidFill>
                <a:schemeClr val="tx1"/>
              </a:solidFill>
              <a:latin typeface="Saira Semi Condensed"/>
              <a:ea typeface="Times New Roman" panose="02020603050405020304" pitchFamily="18" charset="0"/>
            </a:endParaRPr>
          </a:p>
        </p:txBody>
      </p:sp>
    </p:spTree>
    <p:extLst>
      <p:ext uri="{BB962C8B-B14F-4D97-AF65-F5344CB8AC3E}">
        <p14:creationId xmlns:p14="http://schemas.microsoft.com/office/powerpoint/2010/main" val="328466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0"/>
          <p:cNvSpPr txBox="1">
            <a:spLocks noGrp="1"/>
          </p:cNvSpPr>
          <p:nvPr>
            <p:ph type="title"/>
          </p:nvPr>
        </p:nvSpPr>
        <p:spPr>
          <a:xfrm>
            <a:off x="1134276" y="1297839"/>
            <a:ext cx="7783625" cy="351300"/>
          </a:xfrm>
          <a:prstGeom prst="rect">
            <a:avLst/>
          </a:prstGeom>
        </p:spPr>
        <p:txBody>
          <a:bodyPr spcFirstLastPara="1" wrap="square" lIns="0" tIns="0" rIns="0" bIns="0" anchor="ctr" anchorCtr="0">
            <a:noAutofit/>
          </a:bodyPr>
          <a:lstStyle/>
          <a:p>
            <a:pPr lvl="0"/>
            <a:r>
              <a:rPr lang="fr-FR" sz="2800" b="1" dirty="0" smtClean="0">
                <a:effectLst>
                  <a:outerShdw blurRad="38100" dist="38100" dir="2700000" algn="tl">
                    <a:srgbClr val="000000">
                      <a:alpha val="43137"/>
                    </a:srgbClr>
                  </a:outerShdw>
                </a:effectLst>
              </a:rPr>
              <a:t>Metrics</a:t>
            </a:r>
            <a:r>
              <a:rPr lang="fr-FR" sz="2800" dirty="0" smtClean="0"/>
              <a:t/>
            </a:r>
            <a:br>
              <a:rPr lang="fr-FR" sz="2800" dirty="0" smtClean="0"/>
            </a:br>
            <a:r>
              <a:rPr lang="en-US" sz="1800" dirty="0">
                <a:solidFill>
                  <a:schemeClr val="accent4">
                    <a:lumMod val="60000"/>
                    <a:lumOff val="40000"/>
                  </a:schemeClr>
                </a:solidFill>
              </a:rPr>
              <a:t>The metrics used to evaluate the performance of the approaches used are mentioned below:</a:t>
            </a:r>
            <a:endParaRPr sz="1800" dirty="0">
              <a:solidFill>
                <a:schemeClr val="accent4">
                  <a:lumMod val="60000"/>
                  <a:lumOff val="40000"/>
                </a:schemeClr>
              </a:solidFill>
            </a:endParaRPr>
          </a:p>
        </p:txBody>
      </p:sp>
      <p:sp>
        <p:nvSpPr>
          <p:cNvPr id="276" name="Google Shape;276;p20"/>
          <p:cNvSpPr txBox="1">
            <a:spLocks noGrp="1"/>
          </p:cNvSpPr>
          <p:nvPr>
            <p:ph type="body" idx="1"/>
          </p:nvPr>
        </p:nvSpPr>
        <p:spPr>
          <a:xfrm>
            <a:off x="-200921" y="2106300"/>
            <a:ext cx="2438400" cy="3037200"/>
          </a:xfrm>
          <a:prstGeom prst="rect">
            <a:avLst/>
          </a:prstGeom>
        </p:spPr>
        <p:txBody>
          <a:bodyPr spcFirstLastPara="1" wrap="square" lIns="0" tIns="0" rIns="0" bIns="0" anchor="t" anchorCtr="0">
            <a:noAutofit/>
          </a:bodyPr>
          <a:lstStyle/>
          <a:p>
            <a:pPr marL="571500" lvl="1" indent="0">
              <a:buNone/>
            </a:pPr>
            <a:r>
              <a:rPr lang="en-GB" b="1" dirty="0" smtClean="0">
                <a:solidFill>
                  <a:schemeClr val="accent4">
                    <a:lumMod val="60000"/>
                    <a:lumOff val="40000"/>
                  </a:schemeClr>
                </a:solidFill>
                <a:effectLst>
                  <a:outerShdw blurRad="38100" dist="38100" dir="2700000" algn="tl">
                    <a:srgbClr val="000000">
                      <a:alpha val="43137"/>
                    </a:srgbClr>
                  </a:outerShdw>
                </a:effectLst>
              </a:rPr>
              <a:t>Accuracy</a:t>
            </a:r>
            <a:endParaRPr lang="fr-FR" b="1" dirty="0" smtClean="0">
              <a:solidFill>
                <a:schemeClr val="accent4">
                  <a:lumMod val="60000"/>
                  <a:lumOff val="40000"/>
                </a:schemeClr>
              </a:solidFill>
              <a:effectLst>
                <a:outerShdw blurRad="38100" dist="38100" dir="2700000" algn="tl">
                  <a:srgbClr val="000000">
                    <a:alpha val="43137"/>
                  </a:srgbClr>
                </a:outerShdw>
              </a:effectLst>
            </a:endParaRPr>
          </a:p>
          <a:p>
            <a:pPr marL="571500" lvl="1" indent="0">
              <a:buNone/>
            </a:pPr>
            <a:r>
              <a:rPr lang="en-GB" sz="1400" dirty="0" smtClean="0"/>
              <a:t>Accuracy </a:t>
            </a:r>
            <a:r>
              <a:rPr lang="en-GB" sz="1400" dirty="0"/>
              <a:t>is the most intuitive performance measure and it is simply a ratio of correctly predicted observation to the total observations. </a:t>
            </a:r>
            <a:endParaRPr lang="fr-FR" sz="1400" b="1" dirty="0"/>
          </a:p>
        </p:txBody>
      </p:sp>
      <p:sp>
        <p:nvSpPr>
          <p:cNvPr id="277" name="Google Shape;277;p20"/>
          <p:cNvSpPr txBox="1">
            <a:spLocks noGrp="1"/>
          </p:cNvSpPr>
          <p:nvPr>
            <p:ph type="body" idx="2"/>
          </p:nvPr>
        </p:nvSpPr>
        <p:spPr>
          <a:xfrm>
            <a:off x="2627681" y="2106300"/>
            <a:ext cx="1931382" cy="3037200"/>
          </a:xfrm>
          <a:prstGeom prst="rect">
            <a:avLst/>
          </a:prstGeom>
        </p:spPr>
        <p:txBody>
          <a:bodyPr spcFirstLastPara="1" wrap="square" lIns="0" tIns="0" rIns="0" bIns="0" anchor="t" anchorCtr="0">
            <a:noAutofit/>
          </a:bodyPr>
          <a:lstStyle/>
          <a:p>
            <a:pPr marL="0" lvl="0" indent="0">
              <a:buNone/>
            </a:pPr>
            <a:r>
              <a:rPr lang="fr-FR" b="1" dirty="0" smtClean="0">
                <a:solidFill>
                  <a:schemeClr val="accent4">
                    <a:lumMod val="60000"/>
                    <a:lumOff val="40000"/>
                  </a:schemeClr>
                </a:solidFill>
                <a:effectLst>
                  <a:outerShdw blurRad="38100" dist="38100" dir="2700000" algn="tl">
                    <a:srgbClr val="000000">
                      <a:alpha val="43137"/>
                    </a:srgbClr>
                  </a:outerShdw>
                </a:effectLst>
              </a:rPr>
              <a:t>Precision</a:t>
            </a:r>
          </a:p>
          <a:p>
            <a:pPr marL="0" lvl="0" indent="0">
              <a:buNone/>
            </a:pPr>
            <a:endParaRPr lang="fr-FR" b="1" dirty="0" smtClean="0">
              <a:solidFill>
                <a:schemeClr val="accent4">
                  <a:lumMod val="60000"/>
                  <a:lumOff val="40000"/>
                </a:schemeClr>
              </a:solidFill>
              <a:effectLst>
                <a:outerShdw blurRad="38100" dist="38100" dir="2700000" algn="tl">
                  <a:srgbClr val="000000">
                    <a:alpha val="43137"/>
                  </a:srgbClr>
                </a:outerShdw>
              </a:effectLst>
            </a:endParaRPr>
          </a:p>
          <a:p>
            <a:pPr marL="0" lvl="0" indent="0">
              <a:buNone/>
            </a:pPr>
            <a:r>
              <a:rPr lang="en-GB" sz="1400" dirty="0" smtClean="0"/>
              <a:t>Precision is the ratio of correctly predicted positive observations to the total predicted positive observations. </a:t>
            </a:r>
            <a:endParaRPr sz="1400" dirty="0"/>
          </a:p>
        </p:txBody>
      </p:sp>
      <p:sp>
        <p:nvSpPr>
          <p:cNvPr id="278" name="Google Shape;278;p20"/>
          <p:cNvSpPr txBox="1">
            <a:spLocks noGrp="1"/>
          </p:cNvSpPr>
          <p:nvPr>
            <p:ph type="body" idx="3"/>
          </p:nvPr>
        </p:nvSpPr>
        <p:spPr>
          <a:xfrm>
            <a:off x="5124386" y="2106300"/>
            <a:ext cx="1696037" cy="3037200"/>
          </a:xfrm>
          <a:prstGeom prst="rect">
            <a:avLst/>
          </a:prstGeom>
        </p:spPr>
        <p:txBody>
          <a:bodyPr spcFirstLastPara="1" wrap="square" lIns="0" tIns="0" rIns="0" bIns="0" anchor="t" anchorCtr="0">
            <a:noAutofit/>
          </a:bodyPr>
          <a:lstStyle/>
          <a:p>
            <a:pPr marL="0" lvl="0" indent="0">
              <a:buNone/>
            </a:pPr>
            <a:r>
              <a:rPr lang="en-GB" b="1" dirty="0" smtClean="0">
                <a:solidFill>
                  <a:schemeClr val="accent4">
                    <a:lumMod val="60000"/>
                    <a:lumOff val="40000"/>
                  </a:schemeClr>
                </a:solidFill>
                <a:effectLst>
                  <a:outerShdw blurRad="38100" dist="38100" dir="2700000" algn="tl">
                    <a:srgbClr val="000000">
                      <a:alpha val="43137"/>
                    </a:srgbClr>
                  </a:outerShdw>
                </a:effectLst>
              </a:rPr>
              <a:t>Recall</a:t>
            </a:r>
            <a:r>
              <a:rPr lang="en" dirty="0" smtClean="0">
                <a:solidFill>
                  <a:schemeClr val="accent4">
                    <a:lumMod val="60000"/>
                    <a:lumOff val="40000"/>
                  </a:schemeClr>
                </a:solidFill>
                <a:effectLst>
                  <a:outerShdw blurRad="38100" dist="38100" dir="2700000" algn="tl">
                    <a:srgbClr val="000000">
                      <a:alpha val="43137"/>
                    </a:srgbClr>
                  </a:outerShdw>
                </a:effectLst>
              </a:rPr>
              <a:t> </a:t>
            </a:r>
          </a:p>
          <a:p>
            <a:pPr marL="0" lvl="0" indent="0">
              <a:buNone/>
            </a:pPr>
            <a:endParaRPr lang="fr-FR" dirty="0">
              <a:solidFill>
                <a:schemeClr val="accent4">
                  <a:lumMod val="60000"/>
                  <a:lumOff val="40000"/>
                </a:schemeClr>
              </a:solidFill>
              <a:effectLst>
                <a:outerShdw blurRad="38100" dist="38100" dir="2700000" algn="tl">
                  <a:srgbClr val="000000">
                    <a:alpha val="43137"/>
                  </a:srgbClr>
                </a:outerShdw>
              </a:effectLst>
            </a:endParaRPr>
          </a:p>
          <a:p>
            <a:pPr marL="0" lvl="0" indent="0">
              <a:buNone/>
            </a:pPr>
            <a:r>
              <a:rPr lang="en-GB" sz="1400" dirty="0"/>
              <a:t>Recall is the ratio of correctly predicted positive observations to the all observations in actual class. </a:t>
            </a:r>
            <a:endParaRPr sz="1400" dirty="0"/>
          </a:p>
        </p:txBody>
      </p:sp>
      <p:sp>
        <p:nvSpPr>
          <p:cNvPr id="279" name="Google Shape;279;p2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51</a:t>
            </a:fld>
            <a:endParaRPr/>
          </a:p>
        </p:txBody>
      </p:sp>
      <p:sp>
        <p:nvSpPr>
          <p:cNvPr id="7" name="Google Shape;278;p20"/>
          <p:cNvSpPr txBox="1">
            <a:spLocks/>
          </p:cNvSpPr>
          <p:nvPr/>
        </p:nvSpPr>
        <p:spPr>
          <a:xfrm>
            <a:off x="7210625" y="2106300"/>
            <a:ext cx="1933375" cy="30372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4"/>
              </a:buClr>
              <a:buSzPts val="1800"/>
              <a:buFont typeface="Inria Sans"/>
              <a:buChar char="⬥"/>
              <a:defRPr sz="1800" b="0" i="0" u="none" strike="noStrike" cap="none">
                <a:solidFill>
                  <a:schemeClr val="dk1"/>
                </a:solidFill>
                <a:latin typeface="Inria Sans"/>
                <a:ea typeface="Inria Sans"/>
                <a:cs typeface="Inria Sans"/>
                <a:sym typeface="Inria Sans"/>
              </a:defRPr>
            </a:lvl1pPr>
            <a:lvl2pPr marL="914400" marR="0" lvl="1" indent="-342900" algn="l" rtl="0">
              <a:lnSpc>
                <a:spcPct val="100000"/>
              </a:lnSpc>
              <a:spcBef>
                <a:spcPts val="600"/>
              </a:spcBef>
              <a:spcAft>
                <a:spcPts val="0"/>
              </a:spcAft>
              <a:buClr>
                <a:schemeClr val="accent3"/>
              </a:buClr>
              <a:buSzPts val="1800"/>
              <a:buFont typeface="Inria Sans"/>
              <a:buChar char="⬦"/>
              <a:defRPr sz="1800" b="0" i="0" u="none" strike="noStrike" cap="none">
                <a:solidFill>
                  <a:schemeClr val="dk1"/>
                </a:solidFill>
                <a:latin typeface="Inria Sans"/>
                <a:ea typeface="Inria Sans"/>
                <a:cs typeface="Inria Sans"/>
                <a:sym typeface="Inria Sans"/>
              </a:defRPr>
            </a:lvl2pPr>
            <a:lvl3pPr marL="1371600" marR="0" lvl="2" indent="-342900" algn="l" rtl="0">
              <a:lnSpc>
                <a:spcPct val="100000"/>
              </a:lnSpc>
              <a:spcBef>
                <a:spcPts val="600"/>
              </a:spcBef>
              <a:spcAft>
                <a:spcPts val="0"/>
              </a:spcAft>
              <a:buClr>
                <a:schemeClr val="accent2"/>
              </a:buClr>
              <a:buSzPts val="1800"/>
              <a:buFont typeface="Inria Sans"/>
              <a:buChar char="⬩"/>
              <a:defRPr sz="1800" b="0" i="0" u="none" strike="noStrike" cap="none">
                <a:solidFill>
                  <a:schemeClr val="dk1"/>
                </a:solidFill>
                <a:latin typeface="Inria Sans"/>
                <a:ea typeface="Inria Sans"/>
                <a:cs typeface="Inria Sans"/>
                <a:sym typeface="Inria Sans"/>
              </a:defRPr>
            </a:lvl3pPr>
            <a:lvl4pPr marL="1828800" marR="0" lvl="3" indent="-342900" algn="l" rtl="0">
              <a:lnSpc>
                <a:spcPct val="100000"/>
              </a:lnSpc>
              <a:spcBef>
                <a:spcPts val="600"/>
              </a:spcBef>
              <a:spcAft>
                <a:spcPts val="0"/>
              </a:spcAft>
              <a:buClr>
                <a:schemeClr val="dk1"/>
              </a:buClr>
              <a:buSzPts val="1800"/>
              <a:buFont typeface="Inria Sans"/>
              <a:buChar char="●"/>
              <a:defRPr sz="1800" b="0" i="0" u="none" strike="noStrike" cap="none">
                <a:solidFill>
                  <a:schemeClr val="dk1"/>
                </a:solidFill>
                <a:latin typeface="Inria Sans"/>
                <a:ea typeface="Inria Sans"/>
                <a:cs typeface="Inria Sans"/>
                <a:sym typeface="Inria Sans"/>
              </a:defRPr>
            </a:lvl4pPr>
            <a:lvl5pPr marL="2286000" marR="0" lvl="4" indent="-342900" algn="l" rtl="0">
              <a:lnSpc>
                <a:spcPct val="100000"/>
              </a:lnSpc>
              <a:spcBef>
                <a:spcPts val="600"/>
              </a:spcBef>
              <a:spcAft>
                <a:spcPts val="0"/>
              </a:spcAft>
              <a:buClr>
                <a:schemeClr val="dk1"/>
              </a:buClr>
              <a:buSzPts val="1800"/>
              <a:buFont typeface="Inria Sans"/>
              <a:buChar char="○"/>
              <a:defRPr sz="1800" b="0" i="0" u="none" strike="noStrike" cap="none">
                <a:solidFill>
                  <a:schemeClr val="dk1"/>
                </a:solidFill>
                <a:latin typeface="Inria Sans"/>
                <a:ea typeface="Inria Sans"/>
                <a:cs typeface="Inria Sans"/>
                <a:sym typeface="Inria Sans"/>
              </a:defRPr>
            </a:lvl5pPr>
            <a:lvl6pPr marL="2743200" marR="0" lvl="5" indent="-342900" algn="l" rtl="0">
              <a:lnSpc>
                <a:spcPct val="100000"/>
              </a:lnSpc>
              <a:spcBef>
                <a:spcPts val="600"/>
              </a:spcBef>
              <a:spcAft>
                <a:spcPts val="0"/>
              </a:spcAft>
              <a:buClr>
                <a:schemeClr val="dk1"/>
              </a:buClr>
              <a:buSzPts val="1800"/>
              <a:buFont typeface="Inria Sans"/>
              <a:buChar char="■"/>
              <a:defRPr sz="1800" b="0" i="0" u="none" strike="noStrike" cap="none">
                <a:solidFill>
                  <a:schemeClr val="dk1"/>
                </a:solidFill>
                <a:latin typeface="Inria Sans"/>
                <a:ea typeface="Inria Sans"/>
                <a:cs typeface="Inria Sans"/>
                <a:sym typeface="Inria Sans"/>
              </a:defRPr>
            </a:lvl6pPr>
            <a:lvl7pPr marL="3200400" marR="0" lvl="6" indent="-342900" algn="l" rtl="0">
              <a:lnSpc>
                <a:spcPct val="100000"/>
              </a:lnSpc>
              <a:spcBef>
                <a:spcPts val="600"/>
              </a:spcBef>
              <a:spcAft>
                <a:spcPts val="0"/>
              </a:spcAft>
              <a:buClr>
                <a:schemeClr val="dk1"/>
              </a:buClr>
              <a:buSzPts val="1800"/>
              <a:buFont typeface="Inria Sans"/>
              <a:buChar char="●"/>
              <a:defRPr sz="1800" b="0" i="0" u="none" strike="noStrike" cap="none">
                <a:solidFill>
                  <a:schemeClr val="dk1"/>
                </a:solidFill>
                <a:latin typeface="Inria Sans"/>
                <a:ea typeface="Inria Sans"/>
                <a:cs typeface="Inria Sans"/>
                <a:sym typeface="Inria Sans"/>
              </a:defRPr>
            </a:lvl7pPr>
            <a:lvl8pPr marL="3657600" marR="0" lvl="7" indent="-342900" algn="l" rtl="0">
              <a:lnSpc>
                <a:spcPct val="100000"/>
              </a:lnSpc>
              <a:spcBef>
                <a:spcPts val="600"/>
              </a:spcBef>
              <a:spcAft>
                <a:spcPts val="0"/>
              </a:spcAft>
              <a:buClr>
                <a:schemeClr val="dk1"/>
              </a:buClr>
              <a:buSzPts val="1800"/>
              <a:buFont typeface="Inria Sans"/>
              <a:buChar char="○"/>
              <a:defRPr sz="1800" b="0" i="0" u="none" strike="noStrike" cap="none">
                <a:solidFill>
                  <a:schemeClr val="dk1"/>
                </a:solidFill>
                <a:latin typeface="Inria Sans"/>
                <a:ea typeface="Inria Sans"/>
                <a:cs typeface="Inria Sans"/>
                <a:sym typeface="Inria Sans"/>
              </a:defRPr>
            </a:lvl8pPr>
            <a:lvl9pPr marL="4114800" marR="0" lvl="8" indent="-342900" algn="l" rtl="0">
              <a:lnSpc>
                <a:spcPct val="100000"/>
              </a:lnSpc>
              <a:spcBef>
                <a:spcPts val="600"/>
              </a:spcBef>
              <a:spcAft>
                <a:spcPts val="600"/>
              </a:spcAft>
              <a:buClr>
                <a:schemeClr val="dk1"/>
              </a:buClr>
              <a:buSzPts val="1800"/>
              <a:buFont typeface="Inria Sans"/>
              <a:buChar char="■"/>
              <a:defRPr sz="1800" b="0" i="0" u="none" strike="noStrike" cap="none">
                <a:solidFill>
                  <a:schemeClr val="dk1"/>
                </a:solidFill>
                <a:latin typeface="Inria Sans"/>
                <a:ea typeface="Inria Sans"/>
                <a:cs typeface="Inria Sans"/>
                <a:sym typeface="Inria Sans"/>
              </a:defRPr>
            </a:lvl9pPr>
          </a:lstStyle>
          <a:p>
            <a:pPr marL="0" indent="0">
              <a:buNone/>
            </a:pPr>
            <a:r>
              <a:rPr lang="en-GB" b="1" dirty="0">
                <a:solidFill>
                  <a:schemeClr val="accent4">
                    <a:lumMod val="60000"/>
                    <a:lumOff val="40000"/>
                  </a:schemeClr>
                </a:solidFill>
                <a:effectLst>
                  <a:outerShdw blurRad="38100" dist="38100" dir="2700000" algn="tl">
                    <a:srgbClr val="000000">
                      <a:alpha val="43137"/>
                    </a:srgbClr>
                  </a:outerShdw>
                </a:effectLst>
              </a:rPr>
              <a:t>F1 </a:t>
            </a:r>
            <a:r>
              <a:rPr lang="en-GB" b="1" dirty="0" smtClean="0">
                <a:solidFill>
                  <a:schemeClr val="accent4">
                    <a:lumMod val="60000"/>
                    <a:lumOff val="40000"/>
                  </a:schemeClr>
                </a:solidFill>
                <a:effectLst>
                  <a:outerShdw blurRad="38100" dist="38100" dir="2700000" algn="tl">
                    <a:srgbClr val="000000">
                      <a:alpha val="43137"/>
                    </a:srgbClr>
                  </a:outerShdw>
                </a:effectLst>
              </a:rPr>
              <a:t>Score </a:t>
            </a:r>
          </a:p>
          <a:p>
            <a:pPr marL="0" indent="0">
              <a:buNone/>
            </a:pPr>
            <a:endParaRPr lang="en-GB" b="1" dirty="0" smtClean="0">
              <a:solidFill>
                <a:schemeClr val="accent4">
                  <a:lumMod val="60000"/>
                  <a:lumOff val="40000"/>
                </a:schemeClr>
              </a:solidFill>
              <a:effectLst>
                <a:outerShdw blurRad="38100" dist="38100" dir="2700000" algn="tl">
                  <a:srgbClr val="000000">
                    <a:alpha val="43137"/>
                  </a:srgbClr>
                </a:outerShdw>
              </a:effectLst>
            </a:endParaRPr>
          </a:p>
          <a:p>
            <a:pPr marL="0" indent="0">
              <a:buNone/>
            </a:pPr>
            <a:r>
              <a:rPr lang="en-GB" sz="1400" dirty="0"/>
              <a:t>F1 Score is the weighted average of Precision and Recall. Therefore, this score takes both false positives and false negatives into account. </a:t>
            </a:r>
            <a:endParaRPr lang="en-US" sz="1400" dirty="0"/>
          </a:p>
        </p:txBody>
      </p:sp>
    </p:spTree>
    <p:extLst>
      <p:ext uri="{BB962C8B-B14F-4D97-AF65-F5344CB8AC3E}">
        <p14:creationId xmlns:p14="http://schemas.microsoft.com/office/powerpoint/2010/main" val="333848370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pSp>
        <p:nvGrpSpPr>
          <p:cNvPr id="250" name="Google Shape;250;p18"/>
          <p:cNvGrpSpPr/>
          <p:nvPr/>
        </p:nvGrpSpPr>
        <p:grpSpPr>
          <a:xfrm>
            <a:off x="1592631" y="1069666"/>
            <a:ext cx="1909532" cy="1909527"/>
            <a:chOff x="6643075" y="3664250"/>
            <a:chExt cx="407950" cy="407975"/>
          </a:xfrm>
        </p:grpSpPr>
        <p:sp>
          <p:nvSpPr>
            <p:cNvPr id="251" name="Google Shape;251;p18"/>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8"/>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18"/>
          <p:cNvGrpSpPr/>
          <p:nvPr/>
        </p:nvGrpSpPr>
        <p:grpSpPr>
          <a:xfrm rot="-587471">
            <a:off x="1480628" y="3228160"/>
            <a:ext cx="785066" cy="785066"/>
            <a:chOff x="576250" y="4319400"/>
            <a:chExt cx="442075" cy="442050"/>
          </a:xfrm>
        </p:grpSpPr>
        <p:sp>
          <p:nvSpPr>
            <p:cNvPr id="254" name="Google Shape;254;p18"/>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8"/>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8"/>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8" name="Google Shape;258;p18"/>
          <p:cNvSpPr/>
          <p:nvPr/>
        </p:nvSpPr>
        <p:spPr>
          <a:xfrm>
            <a:off x="1135930" y="1510682"/>
            <a:ext cx="298471" cy="28499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8"/>
          <p:cNvSpPr/>
          <p:nvPr/>
        </p:nvSpPr>
        <p:spPr>
          <a:xfrm rot="2697367">
            <a:off x="3102805" y="2969743"/>
            <a:ext cx="453095" cy="43263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8"/>
          <p:cNvSpPr/>
          <p:nvPr/>
        </p:nvSpPr>
        <p:spPr>
          <a:xfrm>
            <a:off x="3461249" y="2722766"/>
            <a:ext cx="181476" cy="17335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8"/>
          <p:cNvSpPr/>
          <p:nvPr/>
        </p:nvSpPr>
        <p:spPr>
          <a:xfrm rot="1280326">
            <a:off x="927783" y="2394739"/>
            <a:ext cx="181458" cy="17332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52</a:t>
            </a:fld>
            <a:endParaRPr/>
          </a:p>
        </p:txBody>
      </p:sp>
      <p:sp>
        <p:nvSpPr>
          <p:cNvPr id="2" name="Rectangle 1"/>
          <p:cNvSpPr/>
          <p:nvPr/>
        </p:nvSpPr>
        <p:spPr>
          <a:xfrm>
            <a:off x="4208964" y="1096970"/>
            <a:ext cx="5530226" cy="2485168"/>
          </a:xfrm>
          <a:prstGeom prst="rect">
            <a:avLst/>
          </a:prstGeom>
        </p:spPr>
        <p:txBody>
          <a:bodyPr wrap="square">
            <a:spAutoFit/>
          </a:bodyPr>
          <a:lstStyle/>
          <a:p>
            <a:pPr>
              <a:lnSpc>
                <a:spcPct val="150000"/>
              </a:lnSpc>
            </a:pPr>
            <a:r>
              <a:rPr lang="en-GB" sz="3600" dirty="0">
                <a:solidFill>
                  <a:schemeClr val="tx1"/>
                </a:solidFill>
                <a:latin typeface="Times New Roman" panose="02020603050405020304" pitchFamily="18" charset="0"/>
                <a:ea typeface="Calibri" panose="020F0502020204030204" pitchFamily="34" charset="0"/>
                <a:cs typeface="Arial" panose="020B0604020202020204" pitchFamily="34" charset="0"/>
              </a:rPr>
              <a:t> </a:t>
            </a:r>
            <a:r>
              <a:rPr lang="en-GB" sz="3600" dirty="0">
                <a:solidFill>
                  <a:schemeClr val="tx1"/>
                </a:solidFill>
              </a:rPr>
              <a:t>Results of Machine Learning Performance and Discussion </a:t>
            </a:r>
            <a:endParaRPr lang="fr-FR" sz="3600" b="1" dirty="0">
              <a:solidFill>
                <a:schemeClr val="tx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34818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53</a:t>
            </a:fld>
            <a:endParaRPr/>
          </a:p>
        </p:txBody>
      </p:sp>
      <p:graphicFrame>
        <p:nvGraphicFramePr>
          <p:cNvPr id="4" name="Table 3"/>
          <p:cNvGraphicFramePr>
            <a:graphicFrameLocks noGrp="1"/>
          </p:cNvGraphicFramePr>
          <p:nvPr>
            <p:extLst>
              <p:ext uri="{D42A27DB-BD31-4B8C-83A1-F6EECF244321}">
                <p14:modId xmlns:p14="http://schemas.microsoft.com/office/powerpoint/2010/main" val="1513681198"/>
              </p:ext>
            </p:extLst>
          </p:nvPr>
        </p:nvGraphicFramePr>
        <p:xfrm>
          <a:off x="1428074" y="1318253"/>
          <a:ext cx="6138040" cy="2029587"/>
        </p:xfrm>
        <a:graphic>
          <a:graphicData uri="http://schemas.openxmlformats.org/drawingml/2006/table">
            <a:tbl>
              <a:tblPr firstRow="1" firstCol="1" bandRow="1">
                <a:tableStyleId>{306799F8-075E-4A3A-A7F6-7FBC6576F1A4}</a:tableStyleId>
              </a:tblPr>
              <a:tblGrid>
                <a:gridCol w="1652174">
                  <a:extLst>
                    <a:ext uri="{9D8B030D-6E8A-4147-A177-3AD203B41FA5}">
                      <a16:colId xmlns:a16="http://schemas.microsoft.com/office/drawing/2014/main" val="2042196386"/>
                    </a:ext>
                  </a:extLst>
                </a:gridCol>
                <a:gridCol w="1122066">
                  <a:extLst>
                    <a:ext uri="{9D8B030D-6E8A-4147-A177-3AD203B41FA5}">
                      <a16:colId xmlns:a16="http://schemas.microsoft.com/office/drawing/2014/main" val="2069631196"/>
                    </a:ext>
                  </a:extLst>
                </a:gridCol>
                <a:gridCol w="1122066">
                  <a:extLst>
                    <a:ext uri="{9D8B030D-6E8A-4147-A177-3AD203B41FA5}">
                      <a16:colId xmlns:a16="http://schemas.microsoft.com/office/drawing/2014/main" val="2994191845"/>
                    </a:ext>
                  </a:extLst>
                </a:gridCol>
                <a:gridCol w="1121267">
                  <a:extLst>
                    <a:ext uri="{9D8B030D-6E8A-4147-A177-3AD203B41FA5}">
                      <a16:colId xmlns:a16="http://schemas.microsoft.com/office/drawing/2014/main" val="1268109497"/>
                    </a:ext>
                  </a:extLst>
                </a:gridCol>
                <a:gridCol w="1120467">
                  <a:extLst>
                    <a:ext uri="{9D8B030D-6E8A-4147-A177-3AD203B41FA5}">
                      <a16:colId xmlns:a16="http://schemas.microsoft.com/office/drawing/2014/main" val="3504824460"/>
                    </a:ext>
                  </a:extLst>
                </a:gridCol>
              </a:tblGrid>
              <a:tr h="206142">
                <a:tc>
                  <a:txBody>
                    <a:bodyPr/>
                    <a:lstStyle/>
                    <a:p>
                      <a:pPr algn="ctr">
                        <a:lnSpc>
                          <a:spcPct val="107000"/>
                        </a:lnSpc>
                        <a:spcAft>
                          <a:spcPts val="800"/>
                        </a:spcAft>
                      </a:pPr>
                      <a:r>
                        <a:rPr lang="en-GB" sz="1200" dirty="0">
                          <a:effectLst/>
                        </a:rPr>
                        <a:t> </a:t>
                      </a:r>
                      <a:endParaRPr lang="fr-F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300" dirty="0">
                          <a:effectLst/>
                        </a:rPr>
                        <a:t>Accuracy</a:t>
                      </a:r>
                      <a:endParaRPr lang="fr-F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300">
                          <a:effectLst/>
                        </a:rPr>
                        <a:t>Precision</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300">
                          <a:effectLst/>
                        </a:rPr>
                        <a:t>Recall</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300">
                          <a:effectLst/>
                        </a:rPr>
                        <a:t>F1-Score</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09907705"/>
                  </a:ext>
                </a:extLst>
              </a:tr>
              <a:tr h="206142">
                <a:tc>
                  <a:txBody>
                    <a:bodyPr/>
                    <a:lstStyle/>
                    <a:p>
                      <a:pPr algn="ctr">
                        <a:lnSpc>
                          <a:spcPct val="107000"/>
                        </a:lnSpc>
                        <a:spcAft>
                          <a:spcPts val="800"/>
                        </a:spcAft>
                      </a:pPr>
                      <a:r>
                        <a:rPr lang="en-GB" sz="1300">
                          <a:effectLst/>
                        </a:rPr>
                        <a:t>Naïve Bayes</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1.0</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0.721</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0.937037</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0.75</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86110069"/>
                  </a:ext>
                </a:extLst>
              </a:tr>
              <a:tr h="209791">
                <a:tc>
                  <a:txBody>
                    <a:bodyPr/>
                    <a:lstStyle/>
                    <a:p>
                      <a:pPr algn="ctr">
                        <a:lnSpc>
                          <a:spcPct val="107000"/>
                        </a:lnSpc>
                        <a:spcAft>
                          <a:spcPts val="800"/>
                        </a:spcAft>
                      </a:pPr>
                      <a:r>
                        <a:rPr lang="en-GB" sz="1300" dirty="0">
                          <a:effectLst/>
                        </a:rPr>
                        <a:t>AdaBoost</a:t>
                      </a:r>
                      <a:endParaRPr lang="fr-F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0.99</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0.493</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0.933333</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0.496</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53767883"/>
                  </a:ext>
                </a:extLst>
              </a:tr>
              <a:tr h="646704">
                <a:tc>
                  <a:txBody>
                    <a:bodyPr/>
                    <a:lstStyle/>
                    <a:p>
                      <a:pPr algn="ctr">
                        <a:lnSpc>
                          <a:spcPct val="107000"/>
                        </a:lnSpc>
                        <a:spcAft>
                          <a:spcPts val="800"/>
                        </a:spcAft>
                      </a:pPr>
                      <a:r>
                        <a:rPr lang="en-GB" sz="1300">
                          <a:effectLst/>
                        </a:rPr>
                        <a:t>Decision Tree Classifier</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dirty="0">
                          <a:effectLst/>
                        </a:rPr>
                        <a:t> </a:t>
                      </a:r>
                      <a:endParaRPr lang="fr-FR" sz="1200" dirty="0">
                        <a:effectLst/>
                      </a:endParaRPr>
                    </a:p>
                    <a:p>
                      <a:pPr algn="ctr">
                        <a:lnSpc>
                          <a:spcPct val="107000"/>
                        </a:lnSpc>
                        <a:spcAft>
                          <a:spcPts val="800"/>
                        </a:spcAft>
                      </a:pPr>
                      <a:r>
                        <a:rPr lang="en-GB" sz="1200" cap="small" dirty="0">
                          <a:effectLst/>
                        </a:rPr>
                        <a:t>0.99</a:t>
                      </a:r>
                      <a:endParaRPr lang="fr-F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dirty="0">
                          <a:effectLst/>
                        </a:rPr>
                        <a:t> </a:t>
                      </a:r>
                      <a:endParaRPr lang="fr-FR" sz="1200" dirty="0">
                        <a:effectLst/>
                      </a:endParaRPr>
                    </a:p>
                    <a:p>
                      <a:pPr algn="ctr">
                        <a:lnSpc>
                          <a:spcPct val="107000"/>
                        </a:lnSpc>
                        <a:spcAft>
                          <a:spcPts val="800"/>
                        </a:spcAft>
                      </a:pPr>
                      <a:r>
                        <a:rPr lang="en-GB" sz="1200" dirty="0">
                          <a:effectLst/>
                        </a:rPr>
                        <a:t>0.581</a:t>
                      </a:r>
                      <a:endParaRPr lang="fr-F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
                      </a:r>
                      <a:br>
                        <a:rPr lang="en-GB" sz="1200" cap="small">
                          <a:effectLst/>
                        </a:rPr>
                      </a:br>
                      <a:r>
                        <a:rPr lang="en-GB" sz="1200" cap="small">
                          <a:effectLst/>
                        </a:rPr>
                        <a:t>0.929630</a:t>
                      </a:r>
                      <a:endParaRPr lang="fr-FR" sz="1200">
                        <a:effectLst/>
                      </a:endParaRPr>
                    </a:p>
                    <a:p>
                      <a:pPr algn="ctr">
                        <a:lnSpc>
                          <a:spcPct val="107000"/>
                        </a:lnSpc>
                        <a:spcAft>
                          <a:spcPts val="800"/>
                        </a:spcAft>
                      </a:pPr>
                      <a:r>
                        <a:rPr lang="en-GB" sz="1200">
                          <a:effectLst/>
                        </a:rPr>
                        <a:t> </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 </a:t>
                      </a:r>
                      <a:endParaRPr lang="fr-FR" sz="1200">
                        <a:effectLst/>
                      </a:endParaRPr>
                    </a:p>
                    <a:p>
                      <a:pPr algn="ctr">
                        <a:lnSpc>
                          <a:spcPct val="107000"/>
                        </a:lnSpc>
                        <a:spcAft>
                          <a:spcPts val="800"/>
                        </a:spcAft>
                      </a:pPr>
                      <a:r>
                        <a:rPr lang="en-GB" sz="1200">
                          <a:effectLst/>
                        </a:rPr>
                        <a:t>0.611</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59238079"/>
                  </a:ext>
                </a:extLst>
              </a:tr>
              <a:tr h="206142">
                <a:tc>
                  <a:txBody>
                    <a:bodyPr/>
                    <a:lstStyle/>
                    <a:p>
                      <a:pPr algn="ctr">
                        <a:lnSpc>
                          <a:spcPct val="107000"/>
                        </a:lnSpc>
                        <a:spcAft>
                          <a:spcPts val="800"/>
                        </a:spcAft>
                      </a:pPr>
                      <a:r>
                        <a:rPr lang="en-GB" sz="1300">
                          <a:effectLst/>
                        </a:rPr>
                        <a:t>KNN</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0.99</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0.49</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0.914815</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0.49</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16719228"/>
                  </a:ext>
                </a:extLst>
              </a:tr>
              <a:tr h="459290">
                <a:tc>
                  <a:txBody>
                    <a:bodyPr/>
                    <a:lstStyle/>
                    <a:p>
                      <a:pPr algn="ctr">
                        <a:lnSpc>
                          <a:spcPct val="107000"/>
                        </a:lnSpc>
                        <a:spcAft>
                          <a:spcPts val="800"/>
                        </a:spcAft>
                      </a:pPr>
                      <a:r>
                        <a:rPr lang="en-GB" sz="1300" dirty="0">
                          <a:effectLst/>
                        </a:rPr>
                        <a:t>Logistic Regression</a:t>
                      </a:r>
                      <a:endParaRPr lang="fr-F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0.99</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a:effectLst/>
                        </a:rPr>
                        <a:t>0.665</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cap="small">
                          <a:effectLst/>
                        </a:rPr>
                        <a:t>0.874074</a:t>
                      </a:r>
                      <a:endParaRPr lang="fr-FR" sz="1200">
                        <a:effectLst/>
                      </a:endParaRPr>
                    </a:p>
                    <a:p>
                      <a:pPr algn="ctr">
                        <a:lnSpc>
                          <a:spcPct val="107000"/>
                        </a:lnSpc>
                        <a:spcAft>
                          <a:spcPts val="800"/>
                        </a:spcAft>
                      </a:pPr>
                      <a:r>
                        <a:rPr lang="en-GB" sz="1200">
                          <a:effectLst/>
                        </a:rPr>
                        <a:t> </a:t>
                      </a:r>
                      <a:endParaRPr lang="fr-F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1200" dirty="0">
                          <a:effectLst/>
                        </a:rPr>
                        <a:t>0.666</a:t>
                      </a:r>
                      <a:endParaRPr lang="fr-F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68753830"/>
                  </a:ext>
                </a:extLst>
              </a:tr>
            </a:tbl>
          </a:graphicData>
        </a:graphic>
      </p:graphicFrame>
      <p:sp>
        <p:nvSpPr>
          <p:cNvPr id="5" name="Rectangle 4"/>
          <p:cNvSpPr/>
          <p:nvPr/>
        </p:nvSpPr>
        <p:spPr>
          <a:xfrm>
            <a:off x="1094761" y="788758"/>
            <a:ext cx="7896714" cy="461665"/>
          </a:xfrm>
          <a:prstGeom prst="rect">
            <a:avLst/>
          </a:prstGeom>
        </p:spPr>
        <p:txBody>
          <a:bodyPr wrap="none">
            <a:spAutoFit/>
          </a:bodyPr>
          <a:lstStyle/>
          <a:p>
            <a:r>
              <a:rPr lang="en-GB" sz="2400" b="1" dirty="0">
                <a:solidFill>
                  <a:schemeClr val="tx1"/>
                </a:solidFill>
                <a:latin typeface="Calibri" panose="020F0502020204030204" pitchFamily="34" charset="0"/>
                <a:ea typeface="Calibri" panose="020F0502020204030204" pitchFamily="34" charset="0"/>
                <a:cs typeface="Arial" panose="020B0604020202020204" pitchFamily="34" charset="0"/>
              </a:rPr>
              <a:t>Performance results of Machine Learning Models on dataset</a:t>
            </a:r>
            <a:endParaRPr lang="fr-FR" sz="2400" b="1" dirty="0">
              <a:solidFill>
                <a:schemeClr val="tx1"/>
              </a:solidFill>
            </a:endParaRPr>
          </a:p>
        </p:txBody>
      </p:sp>
      <p:sp>
        <p:nvSpPr>
          <p:cNvPr id="8" name="Rectangle 7"/>
          <p:cNvSpPr/>
          <p:nvPr/>
        </p:nvSpPr>
        <p:spPr>
          <a:xfrm>
            <a:off x="1562080" y="3318847"/>
            <a:ext cx="5870028" cy="1822743"/>
          </a:xfrm>
          <a:prstGeom prst="rect">
            <a:avLst/>
          </a:prstGeom>
        </p:spPr>
        <p:txBody>
          <a:bodyPr wrap="square">
            <a:spAutoFit/>
          </a:bodyPr>
          <a:lstStyle/>
          <a:p>
            <a:pPr algn="just">
              <a:lnSpc>
                <a:spcPct val="150000"/>
              </a:lnSpc>
              <a:spcAft>
                <a:spcPts val="800"/>
              </a:spcAft>
            </a:pPr>
            <a:r>
              <a:rPr lang="en-GB" sz="1200" dirty="0">
                <a:solidFill>
                  <a:schemeClr val="tx1"/>
                </a:solidFill>
                <a:latin typeface="Saira Semi Condensed"/>
                <a:ea typeface="Calibri" panose="020F0502020204030204" pitchFamily="34" charset="0"/>
                <a:cs typeface="Arial" panose="020B0604020202020204" pitchFamily="34" charset="0"/>
              </a:rPr>
              <a:t>The most important metric for anomaly detection is Recall. The results show that the most accurate predictions were made by supervised machine learning models. Almost 100% accurate was model Naives Bayes, followed closely by models AdaBoost and Decision Tree Classifier. </a:t>
            </a:r>
            <a:endParaRPr lang="en-GB" sz="1200" dirty="0" smtClean="0">
              <a:solidFill>
                <a:schemeClr val="tx1"/>
              </a:solidFill>
              <a:latin typeface="Saira Semi Condensed"/>
              <a:ea typeface="Calibri" panose="020F0502020204030204" pitchFamily="34" charset="0"/>
              <a:cs typeface="Arial" panose="020B0604020202020204" pitchFamily="34" charset="0"/>
            </a:endParaRPr>
          </a:p>
          <a:p>
            <a:pPr algn="just">
              <a:lnSpc>
                <a:spcPct val="150000"/>
              </a:lnSpc>
              <a:spcAft>
                <a:spcPts val="800"/>
              </a:spcAft>
            </a:pPr>
            <a:r>
              <a:rPr lang="en-GB" sz="1200" dirty="0" smtClean="0">
                <a:solidFill>
                  <a:schemeClr val="tx1"/>
                </a:solidFill>
                <a:latin typeface="Saira Semi Condensed"/>
                <a:ea typeface="Calibri" panose="020F0502020204030204" pitchFamily="34" charset="0"/>
                <a:cs typeface="Arial" panose="020B0604020202020204" pitchFamily="34" charset="0"/>
              </a:rPr>
              <a:t>And </a:t>
            </a:r>
            <a:r>
              <a:rPr lang="en-GB" sz="1200" dirty="0">
                <a:solidFill>
                  <a:schemeClr val="tx1"/>
                </a:solidFill>
                <a:latin typeface="Saira Semi Condensed"/>
                <a:ea typeface="Calibri" panose="020F0502020204030204" pitchFamily="34" charset="0"/>
                <a:cs typeface="Arial" panose="020B0604020202020204" pitchFamily="34" charset="0"/>
              </a:rPr>
              <a:t>Finally, KNN </a:t>
            </a:r>
            <a:r>
              <a:rPr lang="en-GB" sz="1200" dirty="0" smtClean="0">
                <a:solidFill>
                  <a:schemeClr val="tx1"/>
                </a:solidFill>
                <a:latin typeface="Saira Semi Condensed"/>
                <a:ea typeface="Calibri" panose="020F0502020204030204" pitchFamily="34" charset="0"/>
                <a:cs typeface="Arial" panose="020B0604020202020204" pitchFamily="34" charset="0"/>
              </a:rPr>
              <a:t>and </a:t>
            </a:r>
            <a:r>
              <a:rPr lang="en-GB" sz="1200" dirty="0">
                <a:solidFill>
                  <a:schemeClr val="tx1"/>
                </a:solidFill>
                <a:latin typeface="Saira Semi Condensed"/>
                <a:ea typeface="Calibri" panose="020F0502020204030204" pitchFamily="34" charset="0"/>
                <a:cs typeface="Arial" panose="020B0604020202020204" pitchFamily="34" charset="0"/>
              </a:rPr>
              <a:t>Logistic Regression Models. All were able to predict almost all anomalies correctly. </a:t>
            </a:r>
            <a:endParaRPr lang="fr-FR" sz="1200" dirty="0">
              <a:solidFill>
                <a:schemeClr val="tx1"/>
              </a:solidFill>
              <a:latin typeface="Saira Semi Condensed"/>
            </a:endParaRPr>
          </a:p>
        </p:txBody>
      </p:sp>
      <p:sp>
        <p:nvSpPr>
          <p:cNvPr id="9" name="Rectangle 8"/>
          <p:cNvSpPr/>
          <p:nvPr/>
        </p:nvSpPr>
        <p:spPr>
          <a:xfrm>
            <a:off x="99590" y="3926705"/>
            <a:ext cx="1601828" cy="456535"/>
          </a:xfrm>
          <a:prstGeom prst="rect">
            <a:avLst/>
          </a:prstGeom>
        </p:spPr>
        <p:txBody>
          <a:bodyPr wrap="square">
            <a:spAutoFit/>
          </a:bodyPr>
          <a:lstStyle/>
          <a:p>
            <a:pPr>
              <a:lnSpc>
                <a:spcPct val="150000"/>
              </a:lnSpc>
            </a:pPr>
            <a:r>
              <a:rPr lang="en-GB" sz="1800" b="1" dirty="0" smtClean="0">
                <a:solidFill>
                  <a:schemeClr val="accent4">
                    <a:lumMod val="60000"/>
                    <a:lumOff val="40000"/>
                  </a:schemeClr>
                </a:solidFill>
              </a:rPr>
              <a:t>Discussion:</a:t>
            </a:r>
            <a:r>
              <a:rPr lang="en-GB" b="1" dirty="0" smtClean="0">
                <a:solidFill>
                  <a:schemeClr val="accent4">
                    <a:lumMod val="60000"/>
                    <a:lumOff val="40000"/>
                  </a:schemeClr>
                </a:solidFill>
              </a:rPr>
              <a:t> </a:t>
            </a:r>
            <a:endParaRPr lang="fr-FR" b="1" dirty="0">
              <a:solidFill>
                <a:schemeClr val="accent4">
                  <a:lumMod val="60000"/>
                  <a:lumOff val="40000"/>
                </a:schemeClr>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6483654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54</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0026" y="1524975"/>
            <a:ext cx="5633545" cy="3060825"/>
          </a:xfrm>
          <a:prstGeom prst="rect">
            <a:avLst/>
          </a:prstGeom>
        </p:spPr>
      </p:pic>
      <p:sp>
        <p:nvSpPr>
          <p:cNvPr id="3" name="Rectangle 2"/>
          <p:cNvSpPr/>
          <p:nvPr/>
        </p:nvSpPr>
        <p:spPr>
          <a:xfrm>
            <a:off x="971331" y="799269"/>
            <a:ext cx="8300670" cy="461665"/>
          </a:xfrm>
          <a:prstGeom prst="rect">
            <a:avLst/>
          </a:prstGeom>
        </p:spPr>
        <p:txBody>
          <a:bodyPr wrap="none">
            <a:spAutoFit/>
          </a:bodyPr>
          <a:lstStyle/>
          <a:p>
            <a:r>
              <a:rPr lang="fr-FR" sz="2400" b="1" dirty="0" smtClean="0">
                <a:solidFill>
                  <a:schemeClr val="tx1"/>
                </a:solidFill>
                <a:latin typeface="Calibri" panose="020F0502020204030204" pitchFamily="34" charset="0"/>
                <a:cs typeface="Calibri" panose="020F0502020204030204" pitchFamily="34" charset="0"/>
              </a:rPr>
              <a:t>Accuracy’ Scores</a:t>
            </a:r>
            <a:r>
              <a:rPr lang="fr-FR" sz="2400" dirty="0" smtClean="0">
                <a:solidFill>
                  <a:schemeClr val="tx1"/>
                </a:solidFill>
              </a:rPr>
              <a:t> </a:t>
            </a:r>
            <a:r>
              <a:rPr lang="en-GB" sz="2400" b="1" dirty="0" smtClean="0">
                <a:solidFill>
                  <a:schemeClr val="tx1"/>
                </a:solidFill>
                <a:latin typeface="Calibri" panose="020F0502020204030204" pitchFamily="34" charset="0"/>
                <a:ea typeface="Calibri" panose="020F0502020204030204" pitchFamily="34" charset="0"/>
                <a:cs typeface="Arial" panose="020B0604020202020204" pitchFamily="34" charset="0"/>
              </a:rPr>
              <a:t>results </a:t>
            </a:r>
            <a:r>
              <a:rPr lang="en-GB" sz="2400" b="1" dirty="0">
                <a:solidFill>
                  <a:schemeClr val="tx1"/>
                </a:solidFill>
                <a:latin typeface="Calibri" panose="020F0502020204030204" pitchFamily="34" charset="0"/>
                <a:ea typeface="Calibri" panose="020F0502020204030204" pitchFamily="34" charset="0"/>
                <a:cs typeface="Arial" panose="020B0604020202020204" pitchFamily="34" charset="0"/>
              </a:rPr>
              <a:t>of Machine Learning Models on dataset</a:t>
            </a:r>
            <a:endParaRPr lang="fr-FR" sz="2400" b="1" dirty="0">
              <a:solidFill>
                <a:schemeClr val="tx1"/>
              </a:solidFill>
            </a:endParaRPr>
          </a:p>
        </p:txBody>
      </p:sp>
    </p:spTree>
    <p:extLst>
      <p:ext uri="{BB962C8B-B14F-4D97-AF65-F5344CB8AC3E}">
        <p14:creationId xmlns:p14="http://schemas.microsoft.com/office/powerpoint/2010/main" val="320678753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2" name="Google Shape;492;p37"/>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fr-FR" sz="4400" b="1" dirty="0" smtClean="0">
                <a:solidFill>
                  <a:schemeClr val="dk1"/>
                </a:solidFill>
                <a:latin typeface="Saira Semi Condensed"/>
                <a:ea typeface="Saira Semi Condensed"/>
                <a:cs typeface="Saira Semi Condensed"/>
                <a:sym typeface="Saira Semi Condensed"/>
              </a:rPr>
              <a:t>5</a:t>
            </a:r>
            <a:endParaRPr sz="4400" b="1" dirty="0">
              <a:solidFill>
                <a:schemeClr val="dk1"/>
              </a:solidFill>
              <a:latin typeface="Saira Semi Condensed"/>
              <a:ea typeface="Saira Semi Condensed"/>
              <a:cs typeface="Saira Semi Condensed"/>
              <a:sym typeface="Saira Semi Condensed"/>
            </a:endParaRPr>
          </a:p>
        </p:txBody>
      </p:sp>
      <p:sp>
        <p:nvSpPr>
          <p:cNvPr id="2" name="Title 1"/>
          <p:cNvSpPr>
            <a:spLocks noGrp="1"/>
          </p:cNvSpPr>
          <p:nvPr>
            <p:ph type="ctrTitle"/>
          </p:nvPr>
        </p:nvSpPr>
        <p:spPr>
          <a:xfrm>
            <a:off x="1813415" y="3621900"/>
            <a:ext cx="6634200" cy="608400"/>
          </a:xfrm>
        </p:spPr>
        <p:txBody>
          <a:bodyPr/>
          <a:lstStyle/>
          <a:p>
            <a:r>
              <a:rPr lang="fr-FR" b="1" dirty="0" smtClean="0"/>
              <a:t>Conclusion</a:t>
            </a:r>
            <a:r>
              <a:rPr lang="fr-FR" dirty="0"/>
              <a:t/>
            </a:r>
            <a:br>
              <a:rPr lang="fr-FR" dirty="0"/>
            </a:br>
            <a:r>
              <a:rPr lang="fr-FR" dirty="0"/>
              <a:t/>
            </a:r>
            <a:br>
              <a:rPr lang="fr-FR" dirty="0"/>
            </a:br>
            <a:endParaRPr lang="fr-FR" dirty="0"/>
          </a:p>
        </p:txBody>
      </p:sp>
      <p:sp>
        <p:nvSpPr>
          <p:cNvPr id="4" name="Rectangle 3"/>
          <p:cNvSpPr/>
          <p:nvPr/>
        </p:nvSpPr>
        <p:spPr>
          <a:xfrm>
            <a:off x="2027720" y="3618323"/>
            <a:ext cx="184731" cy="307777"/>
          </a:xfrm>
          <a:prstGeom prst="rect">
            <a:avLst/>
          </a:prstGeom>
        </p:spPr>
        <p:txBody>
          <a:bodyPr wrap="none">
            <a:spAutoFit/>
          </a:bodyPr>
          <a:lstStyle/>
          <a:p>
            <a:endParaRPr lang="fr-FR" dirty="0">
              <a:solidFill>
                <a:schemeClr val="tx1"/>
              </a:solidFill>
            </a:endParaRPr>
          </a:p>
        </p:txBody>
      </p:sp>
      <p:sp>
        <p:nvSpPr>
          <p:cNvPr id="5" name="Rectangle 4"/>
          <p:cNvSpPr/>
          <p:nvPr/>
        </p:nvSpPr>
        <p:spPr>
          <a:xfrm>
            <a:off x="147146" y="3431177"/>
            <a:ext cx="8813974" cy="1600438"/>
          </a:xfrm>
          <a:prstGeom prst="rect">
            <a:avLst/>
          </a:prstGeom>
        </p:spPr>
        <p:txBody>
          <a:bodyPr wrap="square">
            <a:spAutoFit/>
          </a:bodyPr>
          <a:lstStyle/>
          <a:p>
            <a:r>
              <a:rPr lang="en-US" dirty="0" smtClean="0">
                <a:solidFill>
                  <a:schemeClr val="tx1"/>
                </a:solidFill>
                <a:latin typeface="Saira Semi Condensed"/>
              </a:rPr>
              <a:t>The goal of our End of Studies </a:t>
            </a:r>
            <a:r>
              <a:rPr lang="en-US" dirty="0">
                <a:solidFill>
                  <a:schemeClr val="tx1"/>
                </a:solidFill>
                <a:latin typeface="Saira Semi Condensed"/>
              </a:rPr>
              <a:t>P</a:t>
            </a:r>
            <a:r>
              <a:rPr lang="en-US" dirty="0" smtClean="0">
                <a:solidFill>
                  <a:schemeClr val="tx1"/>
                </a:solidFill>
                <a:latin typeface="Saira Semi Condensed"/>
              </a:rPr>
              <a:t>roject is </a:t>
            </a:r>
            <a:r>
              <a:rPr lang="en-US" dirty="0">
                <a:solidFill>
                  <a:schemeClr val="tx1"/>
                </a:solidFill>
                <a:latin typeface="Saira Semi Condensed"/>
              </a:rPr>
              <a:t>to develop a Tool dedicated to analyzing a large number of log files consisting of extracting useful information from these files to infer the behavior of logged systems.</a:t>
            </a:r>
            <a:r>
              <a:rPr lang="en-US" dirty="0" smtClean="0">
                <a:solidFill>
                  <a:schemeClr val="tx1"/>
                </a:solidFill>
                <a:latin typeface="Saira Semi Condensed"/>
              </a:rPr>
              <a:t> </a:t>
            </a:r>
          </a:p>
          <a:p>
            <a:endParaRPr lang="en-US" dirty="0" smtClean="0">
              <a:solidFill>
                <a:schemeClr val="tx1"/>
              </a:solidFill>
              <a:latin typeface="Saira Semi Condensed"/>
            </a:endParaRPr>
          </a:p>
          <a:p>
            <a:r>
              <a:rPr lang="en-US" dirty="0" smtClean="0">
                <a:solidFill>
                  <a:schemeClr val="tx1"/>
                </a:solidFill>
                <a:latin typeface="Saira Semi Condensed"/>
              </a:rPr>
              <a:t>To </a:t>
            </a:r>
            <a:r>
              <a:rPr lang="en-US" dirty="0">
                <a:solidFill>
                  <a:schemeClr val="tx1"/>
                </a:solidFill>
                <a:latin typeface="Saira Semi Condensed"/>
              </a:rPr>
              <a:t>conclude, The realization of our project allowed us to integrate more into the machine learning field and helped </a:t>
            </a:r>
            <a:r>
              <a:rPr lang="en-US" dirty="0" smtClean="0">
                <a:solidFill>
                  <a:schemeClr val="tx1"/>
                </a:solidFill>
                <a:latin typeface="Saira Semi Condensed"/>
              </a:rPr>
              <a:t>us </a:t>
            </a:r>
            <a:r>
              <a:rPr lang="en-US" dirty="0">
                <a:solidFill>
                  <a:schemeClr val="tx1"/>
                </a:solidFill>
                <a:latin typeface="Saira Semi Condensed"/>
              </a:rPr>
              <a:t>to further develop our creativity. </a:t>
            </a:r>
            <a:endParaRPr lang="en-US" dirty="0" smtClean="0">
              <a:solidFill>
                <a:schemeClr val="tx1"/>
              </a:solidFill>
              <a:latin typeface="Saira Semi Condensed"/>
            </a:endParaRPr>
          </a:p>
          <a:p>
            <a:r>
              <a:rPr lang="en-US" dirty="0" smtClean="0">
                <a:solidFill>
                  <a:schemeClr val="tx1"/>
                </a:solidFill>
                <a:latin typeface="Saira Semi Condensed"/>
              </a:rPr>
              <a:t>It </a:t>
            </a:r>
            <a:r>
              <a:rPr lang="en-US" dirty="0">
                <a:solidFill>
                  <a:schemeClr val="tx1"/>
                </a:solidFill>
                <a:latin typeface="Saira Semi Condensed"/>
              </a:rPr>
              <a:t>also allowed us to learn new Machine Learning </a:t>
            </a:r>
            <a:r>
              <a:rPr lang="en-US" dirty="0" smtClean="0">
                <a:solidFill>
                  <a:schemeClr val="tx1"/>
                </a:solidFill>
                <a:latin typeface="Saira Semi Condensed"/>
              </a:rPr>
              <a:t>tools like Flask, Gensim and TensorFlow, </a:t>
            </a:r>
            <a:r>
              <a:rPr lang="en-US" dirty="0">
                <a:solidFill>
                  <a:schemeClr val="tx1"/>
                </a:solidFill>
                <a:latin typeface="Saira Semi Condensed"/>
              </a:rPr>
              <a:t>and we're pretty sure that what we've learned during this time will come in handy in the future.</a:t>
            </a:r>
            <a:endParaRPr lang="fr-FR" dirty="0">
              <a:solidFill>
                <a:schemeClr val="tx1"/>
              </a:solidFill>
              <a:latin typeface="Saira Semi Condensed"/>
            </a:endParaRPr>
          </a:p>
        </p:txBody>
      </p:sp>
    </p:spTree>
    <p:extLst>
      <p:ext uri="{BB962C8B-B14F-4D97-AF65-F5344CB8AC3E}">
        <p14:creationId xmlns:p14="http://schemas.microsoft.com/office/powerpoint/2010/main" val="9288672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2" name="Google Shape;492;p37"/>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fr-FR" sz="4400" b="1" dirty="0" smtClean="0">
                <a:solidFill>
                  <a:schemeClr val="dk1"/>
                </a:solidFill>
                <a:latin typeface="Saira Semi Condensed"/>
                <a:ea typeface="Saira Semi Condensed"/>
                <a:cs typeface="Saira Semi Condensed"/>
                <a:sym typeface="Saira Semi Condensed"/>
              </a:rPr>
              <a:t>6</a:t>
            </a:r>
            <a:endParaRPr sz="4400" b="1" dirty="0">
              <a:solidFill>
                <a:schemeClr val="dk1"/>
              </a:solidFill>
              <a:latin typeface="Saira Semi Condensed"/>
              <a:ea typeface="Saira Semi Condensed"/>
              <a:cs typeface="Saira Semi Condensed"/>
              <a:sym typeface="Saira Semi Condensed"/>
            </a:endParaRPr>
          </a:p>
        </p:txBody>
      </p:sp>
      <p:sp>
        <p:nvSpPr>
          <p:cNvPr id="3" name="Rectangle 2"/>
          <p:cNvSpPr/>
          <p:nvPr/>
        </p:nvSpPr>
        <p:spPr>
          <a:xfrm>
            <a:off x="1855093" y="2310590"/>
            <a:ext cx="3347528" cy="769441"/>
          </a:xfrm>
          <a:prstGeom prst="rect">
            <a:avLst/>
          </a:prstGeom>
        </p:spPr>
        <p:txBody>
          <a:bodyPr wrap="square">
            <a:spAutoFit/>
          </a:bodyPr>
          <a:lstStyle/>
          <a:p>
            <a:r>
              <a:rPr lang="fr-FR" sz="4400" b="1" dirty="0">
                <a:solidFill>
                  <a:schemeClr val="tx1"/>
                </a:solidFill>
              </a:rPr>
              <a:t>OUTLOOK</a:t>
            </a:r>
          </a:p>
        </p:txBody>
      </p:sp>
      <p:sp>
        <p:nvSpPr>
          <p:cNvPr id="5" name="Rectangle 4"/>
          <p:cNvSpPr/>
          <p:nvPr/>
        </p:nvSpPr>
        <p:spPr>
          <a:xfrm>
            <a:off x="358253" y="3452450"/>
            <a:ext cx="8785747" cy="1077218"/>
          </a:xfrm>
          <a:prstGeom prst="rect">
            <a:avLst/>
          </a:prstGeom>
        </p:spPr>
        <p:txBody>
          <a:bodyPr wrap="square">
            <a:spAutoFit/>
          </a:bodyPr>
          <a:lstStyle/>
          <a:p>
            <a:r>
              <a:rPr lang="fr-FR" sz="1600" dirty="0">
                <a:solidFill>
                  <a:schemeClr val="tx1"/>
                </a:solidFill>
              </a:rPr>
              <a:t>As future work, developing a method or tool that might actually take the useful part of the log files and then prioritize based on whether the log file which is generated after successful execution of hardware or software tests. Providing a solution on how to avoid the anomalies occurred after finding where they have caused would be a better improvement for this work.</a:t>
            </a:r>
          </a:p>
        </p:txBody>
      </p:sp>
    </p:spTree>
    <p:extLst>
      <p:ext uri="{BB962C8B-B14F-4D97-AF65-F5344CB8AC3E}">
        <p14:creationId xmlns:p14="http://schemas.microsoft.com/office/powerpoint/2010/main" val="371325265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4"/>
          <p:cNvSpPr txBox="1">
            <a:spLocks noGrp="1"/>
          </p:cNvSpPr>
          <p:nvPr>
            <p:ph type="ctrTitle" idx="4294967295"/>
          </p:nvPr>
        </p:nvSpPr>
        <p:spPr>
          <a:xfrm>
            <a:off x="646188" y="240704"/>
            <a:ext cx="4236584" cy="970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6800" dirty="0"/>
              <a:t>THANKS!</a:t>
            </a:r>
            <a:endParaRPr sz="6800" dirty="0"/>
          </a:p>
        </p:txBody>
      </p:sp>
      <p:sp>
        <p:nvSpPr>
          <p:cNvPr id="463" name="Google Shape;463;p34"/>
          <p:cNvSpPr txBox="1">
            <a:spLocks noGrp="1"/>
          </p:cNvSpPr>
          <p:nvPr>
            <p:ph type="subTitle" idx="4294967295"/>
          </p:nvPr>
        </p:nvSpPr>
        <p:spPr>
          <a:xfrm>
            <a:off x="1207775" y="1984148"/>
            <a:ext cx="3271200" cy="417944"/>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solidFill>
                  <a:schemeClr val="accent4"/>
                </a:solidFill>
              </a:rPr>
              <a:t>ANY QUESTIONS</a:t>
            </a:r>
            <a:r>
              <a:rPr lang="en" b="1" dirty="0" smtClean="0">
                <a:solidFill>
                  <a:schemeClr val="accent4"/>
                </a:solidFill>
              </a:rPr>
              <a:t>?</a:t>
            </a:r>
            <a:endParaRPr b="1" dirty="0">
              <a:solidFill>
                <a:schemeClr val="accent4"/>
              </a:solidFill>
            </a:endParaRPr>
          </a:p>
        </p:txBody>
      </p:sp>
      <p:sp>
        <p:nvSpPr>
          <p:cNvPr id="464" name="Google Shape;464;p3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57</a:t>
            </a:fld>
            <a:endParaRPr/>
          </a:p>
        </p:txBody>
      </p:sp>
      <p:grpSp>
        <p:nvGrpSpPr>
          <p:cNvPr id="465" name="Google Shape;465;p34"/>
          <p:cNvGrpSpPr/>
          <p:nvPr/>
        </p:nvGrpSpPr>
        <p:grpSpPr>
          <a:xfrm rot="10800000">
            <a:off x="5014102" y="1109741"/>
            <a:ext cx="4122748" cy="2955434"/>
            <a:chOff x="291713" y="847485"/>
            <a:chExt cx="489987" cy="351315"/>
          </a:xfrm>
        </p:grpSpPr>
        <p:sp>
          <p:nvSpPr>
            <p:cNvPr id="466" name="Google Shape;466;p34"/>
            <p:cNvSpPr/>
            <p:nvPr/>
          </p:nvSpPr>
          <p:spPr>
            <a:xfrm>
              <a:off x="291713" y="847485"/>
              <a:ext cx="3384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rot="162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1655" y="1984148"/>
            <a:ext cx="1515797" cy="1515797"/>
          </a:xfrm>
          <a:prstGeom prst="rect">
            <a:avLst/>
          </a:prstGeom>
        </p:spPr>
      </p:pic>
    </p:spTree>
    <p:extLst>
      <p:ext uri="{BB962C8B-B14F-4D97-AF65-F5344CB8AC3E}">
        <p14:creationId xmlns:p14="http://schemas.microsoft.com/office/powerpoint/2010/main" val="2120159620"/>
      </p:ext>
    </p:extLst>
  </p:cSld>
  <p:clrMapOvr>
    <a:masterClrMapping/>
  </p:clrMapOvr>
  <p:timing>
    <p:tnLst>
      <p:par>
        <p:cTn id="1" dur="indefinite" restart="never" nodeType="tmRoot"/>
      </p:par>
    </p:tnLst>
  </p:timing>
</p:sld>
</file>

<file path=ppt/theme/theme1.xml><?xml version="1.0" encoding="utf-8"?>
<a:theme xmlns:a="http://schemas.openxmlformats.org/drawingml/2006/main" name="Gurney template">
  <a:themeElements>
    <a:clrScheme name="Custom 347">
      <a:dk1>
        <a:srgbClr val="FFFFFF"/>
      </a:dk1>
      <a:lt1>
        <a:srgbClr val="082A44"/>
      </a:lt1>
      <a:dk2>
        <a:srgbClr val="B1D2DB"/>
      </a:dk2>
      <a:lt2>
        <a:srgbClr val="6F98B3"/>
      </a:lt2>
      <a:accent1>
        <a:srgbClr val="1D4C7A"/>
      </a:accent1>
      <a:accent2>
        <a:srgbClr val="1781A1"/>
      </a:accent2>
      <a:accent3>
        <a:srgbClr val="2DA8C8"/>
      </a:accent3>
      <a:accent4>
        <a:srgbClr val="10E7D9"/>
      </a:accent4>
      <a:accent5>
        <a:srgbClr val="24D8A0"/>
      </a:accent5>
      <a:accent6>
        <a:srgbClr val="A7F5B8"/>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icholas template">
  <a:themeElements>
    <a:clrScheme name="Custom 347">
      <a:dk1>
        <a:srgbClr val="1E2124"/>
      </a:dk1>
      <a:lt1>
        <a:srgbClr val="FFFFFF"/>
      </a:lt1>
      <a:dk2>
        <a:srgbClr val="7C8894"/>
      </a:dk2>
      <a:lt2>
        <a:srgbClr val="E6ECEE"/>
      </a:lt2>
      <a:accent1>
        <a:srgbClr val="2AC3F3"/>
      </a:accent1>
      <a:accent2>
        <a:srgbClr val="004591"/>
      </a:accent2>
      <a:accent3>
        <a:srgbClr val="6BD8B6"/>
      </a:accent3>
      <a:accent4>
        <a:srgbClr val="A9E04B"/>
      </a:accent4>
      <a:accent5>
        <a:srgbClr val="F3C744"/>
      </a:accent5>
      <a:accent6>
        <a:srgbClr val="F37768"/>
      </a:accent6>
      <a:hlink>
        <a:srgbClr val="003C7E"/>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1533</TotalTime>
  <Words>3384</Words>
  <Application>Microsoft Office PowerPoint</Application>
  <PresentationFormat>On-screen Show (16:9)</PresentationFormat>
  <Paragraphs>389</Paragraphs>
  <Slides>57</Slides>
  <Notes>56</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57</vt:i4>
      </vt:variant>
    </vt:vector>
  </HeadingPairs>
  <TitlesOfParts>
    <vt:vector size="72" baseType="lpstr">
      <vt:lpstr>Advent Pro</vt:lpstr>
      <vt:lpstr>Arial</vt:lpstr>
      <vt:lpstr>Bahnschrift SemiBold</vt:lpstr>
      <vt:lpstr>Bebas Neue</vt:lpstr>
      <vt:lpstr>Calibri</vt:lpstr>
      <vt:lpstr>Inria Sans</vt:lpstr>
      <vt:lpstr>Montserrat</vt:lpstr>
      <vt:lpstr>Montserrat Light</vt:lpstr>
      <vt:lpstr>Poppins SemiBold</vt:lpstr>
      <vt:lpstr>Saira Semi Condensed</vt:lpstr>
      <vt:lpstr>Times New Roman</vt:lpstr>
      <vt:lpstr>Titillium Web</vt:lpstr>
      <vt:lpstr>Wingdings</vt:lpstr>
      <vt:lpstr>Gurney template</vt:lpstr>
      <vt:lpstr>Nicholas template</vt:lpstr>
      <vt:lpstr>PowerPoint Presentation</vt:lpstr>
      <vt:lpstr>Our Team</vt:lpstr>
      <vt:lpstr>Credits</vt:lpstr>
      <vt:lpstr>ROADMAP</vt:lpstr>
      <vt:lpstr>General Project Context</vt:lpstr>
      <vt:lpstr>HOST COMPANY</vt:lpstr>
      <vt:lpstr>General Context of Work</vt:lpstr>
      <vt:lpstr>Problematic</vt:lpstr>
      <vt:lpstr>Proposed Solution</vt:lpstr>
      <vt:lpstr>Research Methodologies  </vt:lpstr>
      <vt:lpstr>Project Contributions :</vt:lpstr>
      <vt:lpstr>State of the art</vt:lpstr>
      <vt:lpstr>Machine Learning For Anomaly Detection</vt:lpstr>
      <vt:lpstr>Machine Learning Algorithms</vt:lpstr>
      <vt:lpstr> What is Supervised Learning ?</vt:lpstr>
      <vt:lpstr> How Supervised Learning Works?</vt:lpstr>
      <vt:lpstr>Based on the problems the algorithm is dealing with, Supervised Learning can be divided into two groups :  </vt:lpstr>
      <vt:lpstr> What are Supervised Learning Algorithms that we have used?</vt:lpstr>
      <vt:lpstr>Logistic Regression</vt:lpstr>
      <vt:lpstr>K-Nearest Neighbors</vt:lpstr>
      <vt:lpstr>Naïve Bayes </vt:lpstr>
      <vt:lpstr>PowerPoint Presentation</vt:lpstr>
      <vt:lpstr>AdaBoost Algorithm</vt:lpstr>
      <vt:lpstr> What is UnSupervised Learning ?</vt:lpstr>
      <vt:lpstr> How UnSupervised Learning Works?</vt:lpstr>
      <vt:lpstr> What is UnSupervised Learning Algorithm that we have used?</vt:lpstr>
      <vt:lpstr>Word2Vec</vt:lpstr>
      <vt:lpstr> What is Deep Learning ?</vt:lpstr>
      <vt:lpstr> What is Neural Network?</vt:lpstr>
      <vt:lpstr> How Deep Learning Works?</vt:lpstr>
      <vt:lpstr>Proposed Solution</vt:lpstr>
      <vt:lpstr>PowerPoint Presentation</vt:lpstr>
      <vt:lpstr>PowerPoint Presentation</vt:lpstr>
      <vt:lpstr>PowerPoint Presentation</vt:lpstr>
      <vt:lpstr>Log Analysis Tools</vt:lpstr>
      <vt:lpstr>PowerPoint Presentation</vt:lpstr>
      <vt:lpstr>Experimental Results and Discussion</vt:lpstr>
      <vt:lpstr>Unsupervised ML Model Result</vt:lpstr>
      <vt:lpstr>PowerPoint Presentation</vt:lpstr>
      <vt:lpstr>Supervised ML Models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Metrics The metrics used to evaluate the performance of the approaches used are mentioned below:</vt:lpstr>
      <vt:lpstr>PowerPoint Presentation</vt:lpstr>
      <vt:lpstr>PowerPoint Presentation</vt:lpstr>
      <vt:lpstr>PowerPoint Presentation</vt:lpstr>
      <vt:lpstr>Conclusion  </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cp:lastModifiedBy>ASUS</cp:lastModifiedBy>
  <cp:revision>124</cp:revision>
  <dcterms:modified xsi:type="dcterms:W3CDTF">2022-06-06T16:44:31Z</dcterms:modified>
</cp:coreProperties>
</file>