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aleway Thin"/>
      <p:regular r:id="rId29"/>
      <p:bold r:id="rId30"/>
      <p:italic r:id="rId31"/>
      <p:boldItalic r:id="rId32"/>
    </p:embeddedFont>
    <p:embeddedFont>
      <p:font typeface="Barlow Light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41" roundtripDataSignature="AMtx7mgSYp/JomuPyx7oKcpcGGqTSCOb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Thin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Thin-italic.fntdata"/><Relationship Id="rId30" Type="http://schemas.openxmlformats.org/officeDocument/2006/relationships/font" Target="fonts/RalewayThin-bold.fntdata"/><Relationship Id="rId11" Type="http://schemas.openxmlformats.org/officeDocument/2006/relationships/slide" Target="slides/slide7.xml"/><Relationship Id="rId33" Type="http://schemas.openxmlformats.org/officeDocument/2006/relationships/font" Target="fonts/BarlowLight-regular.fntdata"/><Relationship Id="rId10" Type="http://schemas.openxmlformats.org/officeDocument/2006/relationships/slide" Target="slides/slide6.xml"/><Relationship Id="rId32" Type="http://schemas.openxmlformats.org/officeDocument/2006/relationships/font" Target="fonts/RalewayThin-boldItalic.fntdata"/><Relationship Id="rId13" Type="http://schemas.openxmlformats.org/officeDocument/2006/relationships/slide" Target="slides/slide9.xml"/><Relationship Id="rId35" Type="http://schemas.openxmlformats.org/officeDocument/2006/relationships/font" Target="fonts/BarlowLight-italic.fntdata"/><Relationship Id="rId12" Type="http://schemas.openxmlformats.org/officeDocument/2006/relationships/slide" Target="slides/slide8.xml"/><Relationship Id="rId34" Type="http://schemas.openxmlformats.org/officeDocument/2006/relationships/font" Target="fonts/BarlowLight-bold.fntdata"/><Relationship Id="rId15" Type="http://schemas.openxmlformats.org/officeDocument/2006/relationships/slide" Target="slides/slide11.xml"/><Relationship Id="rId37" Type="http://schemas.openxmlformats.org/officeDocument/2006/relationships/font" Target="fonts/Barlow-regular.fntdata"/><Relationship Id="rId14" Type="http://schemas.openxmlformats.org/officeDocument/2006/relationships/slide" Target="slides/slide10.xml"/><Relationship Id="rId36" Type="http://schemas.openxmlformats.org/officeDocument/2006/relationships/font" Target="fonts/BarlowLight-boldItalic.fntdata"/><Relationship Id="rId17" Type="http://schemas.openxmlformats.org/officeDocument/2006/relationships/slide" Target="slides/slide13.xml"/><Relationship Id="rId39" Type="http://schemas.openxmlformats.org/officeDocument/2006/relationships/font" Target="fonts/Barlow-italic.fntdata"/><Relationship Id="rId16" Type="http://schemas.openxmlformats.org/officeDocument/2006/relationships/slide" Target="slides/slide12.xml"/><Relationship Id="rId38" Type="http://schemas.openxmlformats.org/officeDocument/2006/relationships/font" Target="fonts/Barlow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2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20" name="Google Shape;20;p24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p25"/>
          <p:cNvSpPr txBox="1"/>
          <p:nvPr>
            <p:ph idx="1" type="subTitle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" name="Google Shape;25;p25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37" name="Google Shape;37;p27"/>
          <p:cNvSpPr txBox="1"/>
          <p:nvPr>
            <p:ph idx="3" type="body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8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28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1" i="0" lang="fr-FR" sz="8600" u="none" cap="none" strike="noStrike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i="0" sz="8600" u="none" cap="none" strike="noStrike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hyperlink" Target="https://fr.wikipedia.org/wiki/Mod%C3%A9lisation_informatique" TargetMode="External"/><Relationship Id="rId7" Type="http://schemas.openxmlformats.org/officeDocument/2006/relationships/hyperlink" Target="https://fr.wikipedia.org/wiki/Conception_de_logiciel" TargetMode="External"/><Relationship Id="rId8" Type="http://schemas.openxmlformats.org/officeDocument/2006/relationships/hyperlink" Target="https://fr.wikipedia.org/wiki/Unified_Modeling_Languag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"/>
          <p:cNvGrpSpPr/>
          <p:nvPr/>
        </p:nvGrpSpPr>
        <p:grpSpPr>
          <a:xfrm>
            <a:off x="6507126" y="2232836"/>
            <a:ext cx="2456444" cy="2328467"/>
            <a:chOff x="5122427" y="668001"/>
            <a:chExt cx="3841143" cy="3893303"/>
          </a:xfrm>
        </p:grpSpPr>
        <p:grpSp>
          <p:nvGrpSpPr>
            <p:cNvPr id="50" name="Google Shape;50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51" name="Google Shape;51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8" name="Google Shape;158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" name="Google Shape;189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90" name="Google Shape;190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208" name="Google Shape;208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9" name="Google Shape;239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5" name="Google Shape;275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76" name="Google Shape;276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82" name="Google Shape;282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" name="Google Shape;287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90" name="Google Shape;290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6" name="Google Shape;316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317" name="Google Shape;317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2" name="Google Shape;322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4" name="Google Shape;324;p1"/>
          <p:cNvSpPr txBox="1"/>
          <p:nvPr>
            <p:ph type="ctrTitle"/>
          </p:nvPr>
        </p:nvSpPr>
        <p:spPr>
          <a:xfrm>
            <a:off x="619764" y="1434689"/>
            <a:ext cx="5058837" cy="253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fr-FR" sz="4000">
                <a:latin typeface="Times New Roman"/>
                <a:ea typeface="Times New Roman"/>
                <a:cs typeface="Times New Roman"/>
                <a:sym typeface="Times New Roman"/>
              </a:rPr>
              <a:t>Rapport De Stage</a:t>
            </a:r>
            <a:br>
              <a:rPr b="1" lang="fr-FR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fr-FR" sz="4000">
                <a:latin typeface="Times New Roman"/>
                <a:ea typeface="Times New Roman"/>
                <a:cs typeface="Times New Roman"/>
                <a:sym typeface="Times New Roman"/>
              </a:rPr>
              <a:t>d'Été</a:t>
            </a:r>
            <a:br>
              <a:rPr b="1" lang="fr-FR" sz="4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fr-FR" sz="2800">
                <a:latin typeface="Times New Roman"/>
                <a:ea typeface="Times New Roman"/>
                <a:cs typeface="Times New Roman"/>
                <a:sym typeface="Times New Roman"/>
              </a:rPr>
              <a:t>Présenté à</a:t>
            </a:r>
            <a:br>
              <a:rPr b="1" lang="fr-FR" sz="2800">
                <a:latin typeface="Arial"/>
                <a:ea typeface="Arial"/>
                <a:cs typeface="Arial"/>
                <a:sym typeface="Arial"/>
              </a:rPr>
            </a:b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br>
              <a:rPr b="1" lang="fr-FR" sz="2800">
                <a:latin typeface="Arial"/>
                <a:ea typeface="Arial"/>
                <a:cs typeface="Arial"/>
                <a:sym typeface="Arial"/>
              </a:rPr>
            </a:b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L’Institut Supérieur d’Informatique </a:t>
            </a:r>
            <a:b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et de Multimédia de Sfax</a:t>
            </a:r>
            <a:br>
              <a:rPr lang="fr-FR" sz="1800">
                <a:latin typeface="Arial"/>
                <a:ea typeface="Arial"/>
                <a:cs typeface="Arial"/>
                <a:sym typeface="Arial"/>
              </a:rPr>
            </a:br>
            <a:b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fr-FR" sz="1800"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325" name="Google Shape;3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0386" y="3832508"/>
            <a:ext cx="1771810" cy="119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"/>
          <p:cNvSpPr txBox="1"/>
          <p:nvPr>
            <p:ph idx="4294967295" type="ctrTitle"/>
          </p:nvPr>
        </p:nvSpPr>
        <p:spPr>
          <a:xfrm>
            <a:off x="1185530" y="1197735"/>
            <a:ext cx="43437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r>
              <a:rPr b="0" i="0" lang="fr-FR" sz="7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Bonjour!</a:t>
            </a:r>
            <a:endParaRPr b="0" i="0" sz="7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2"/>
          <p:cNvSpPr txBox="1"/>
          <p:nvPr>
            <p:ph idx="4294967295" type="subTitle"/>
          </p:nvPr>
        </p:nvSpPr>
        <p:spPr>
          <a:xfrm>
            <a:off x="1259958" y="1978666"/>
            <a:ext cx="4343700" cy="19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rPr b="1" i="0" lang="fr-FR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suis Mariem Sfaxi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License en Science Informatique BIG       DATA &amp; Analyse de Données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1" i="0" sz="36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2" name="Google Shape;332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grpSp>
        <p:nvGrpSpPr>
          <p:cNvPr id="333" name="Google Shape;333;p2"/>
          <p:cNvGrpSpPr/>
          <p:nvPr/>
        </p:nvGrpSpPr>
        <p:grpSpPr>
          <a:xfrm>
            <a:off x="8266533" y="2142286"/>
            <a:ext cx="764983" cy="2494464"/>
            <a:chOff x="5678143" y="1151382"/>
            <a:chExt cx="345795" cy="1043508"/>
          </a:xfrm>
        </p:grpSpPr>
        <p:sp>
          <p:nvSpPr>
            <p:cNvPr id="334" name="Google Shape;334;p2"/>
            <p:cNvSpPr/>
            <p:nvPr/>
          </p:nvSpPr>
          <p:spPr>
            <a:xfrm>
              <a:off x="5678143" y="1995246"/>
              <a:ext cx="345795" cy="199644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5781662" y="1153715"/>
              <a:ext cx="174078" cy="254926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5776639" y="1337053"/>
              <a:ext cx="32518" cy="18836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5795186" y="1151382"/>
              <a:ext cx="83137" cy="102663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5811517" y="1263498"/>
              <a:ext cx="102898" cy="115088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5781607" y="1300507"/>
              <a:ext cx="149918" cy="172167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5808246" y="1159602"/>
              <a:ext cx="110823" cy="136345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5812703" y="1158869"/>
              <a:ext cx="110779" cy="104694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5898276" y="1323720"/>
              <a:ext cx="74471" cy="246223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5831068" y="2061801"/>
              <a:ext cx="86995" cy="66513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5831514" y="2082973"/>
              <a:ext cx="86563" cy="44990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5764925" y="2047104"/>
              <a:ext cx="79862" cy="61873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5764880" y="2067438"/>
              <a:ext cx="79629" cy="41383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5777722" y="1472916"/>
              <a:ext cx="170454" cy="59556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5770564" y="1458904"/>
              <a:ext cx="181538" cy="396087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1619866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895126" y="1321170"/>
              <a:ext cx="61010" cy="76023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777141" y="1300603"/>
              <a:ext cx="50825" cy="53396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"/>
          <p:cNvSpPr txBox="1"/>
          <p:nvPr>
            <p:ph type="title"/>
          </p:nvPr>
        </p:nvSpPr>
        <p:spPr>
          <a:xfrm>
            <a:off x="238652" y="180755"/>
            <a:ext cx="2440753" cy="68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fr-FR" sz="6600">
                <a:latin typeface="Times New Roman"/>
                <a:ea typeface="Times New Roman"/>
                <a:cs typeface="Times New Roman"/>
                <a:sym typeface="Times New Roman"/>
              </a:rPr>
              <a:t>PLAN</a:t>
            </a:r>
            <a:endParaRPr/>
          </a:p>
        </p:txBody>
      </p:sp>
      <p:sp>
        <p:nvSpPr>
          <p:cNvPr id="356" name="Google Shape;356;p3"/>
          <p:cNvSpPr txBox="1"/>
          <p:nvPr>
            <p:ph idx="2" type="body"/>
          </p:nvPr>
        </p:nvSpPr>
        <p:spPr>
          <a:xfrm>
            <a:off x="457200" y="4265975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chemeClr val="accent3"/>
              </a:solidFill>
            </a:endParaRPr>
          </a:p>
        </p:txBody>
      </p:sp>
      <p:sp>
        <p:nvSpPr>
          <p:cNvPr id="357" name="Google Shape;357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grpSp>
        <p:nvGrpSpPr>
          <p:cNvPr id="358" name="Google Shape;358;p3"/>
          <p:cNvGrpSpPr/>
          <p:nvPr/>
        </p:nvGrpSpPr>
        <p:grpSpPr>
          <a:xfrm>
            <a:off x="6067279" y="864875"/>
            <a:ext cx="2706354" cy="1604434"/>
            <a:chOff x="6986665" y="3298709"/>
            <a:chExt cx="1817809" cy="1077669"/>
          </a:xfrm>
        </p:grpSpPr>
        <p:sp>
          <p:nvSpPr>
            <p:cNvPr id="359" name="Google Shape;359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3"/>
          <p:cNvSpPr txBox="1"/>
          <p:nvPr/>
        </p:nvSpPr>
        <p:spPr>
          <a:xfrm>
            <a:off x="222123" y="1447220"/>
            <a:ext cx="5144554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Présentation de l’Entreprise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Présentation du sujet de stage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Critique de l’existant et Proposition de solutions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Présentation du diagramme de cas d’utilisation global et du diagramme de classes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Présentation de technologies utilisées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VI. Enchaînement des interfaces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VII. Conclusion et Perspectives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"/>
          <p:cNvSpPr txBox="1"/>
          <p:nvPr>
            <p:ph type="ctrTitle"/>
          </p:nvPr>
        </p:nvSpPr>
        <p:spPr>
          <a:xfrm>
            <a:off x="213980" y="202225"/>
            <a:ext cx="4676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Présentation de l’Entreprise 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"/>
          <p:cNvSpPr txBox="1"/>
          <p:nvPr>
            <p:ph idx="1" type="subTitle"/>
          </p:nvPr>
        </p:nvSpPr>
        <p:spPr>
          <a:xfrm>
            <a:off x="1191511" y="1866900"/>
            <a:ext cx="6760978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0" lang="fr-FR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L’école Ali Ibn Abi Talib</a:t>
            </a:r>
            <a:r>
              <a:rPr b="0" i="0" lang="fr-FR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est une école privée détenant un permis du ministère de l’Éducation du Québec. Elle offre les services éducatifs du préscolaire jusqu’à la 5e secondaire inclusivement.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600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Adresse : 1610, rue de Beauharnois Ouest, Montréal, QC, H4N 1J5</a:t>
            </a:r>
            <a:endParaRPr sz="1600">
              <a:solidFill>
                <a:srgbClr val="1113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e image contenant texte&#10;&#10;Description générée automatiquement" id="392" name="Google Shape;3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7347" y="-13991"/>
            <a:ext cx="4406653" cy="81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"/>
          <p:cNvSpPr txBox="1"/>
          <p:nvPr/>
        </p:nvSpPr>
        <p:spPr>
          <a:xfrm>
            <a:off x="36653" y="467490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"/>
          <p:cNvSpPr/>
          <p:nvPr/>
        </p:nvSpPr>
        <p:spPr>
          <a:xfrm>
            <a:off x="-10332" y="4674900"/>
            <a:ext cx="456900" cy="468600"/>
          </a:xfrm>
          <a:prstGeom prst="rtTriangle">
            <a:avLst/>
          </a:prstGeom>
          <a:solidFill>
            <a:schemeClr val="accen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Une image contenant texte, bibliothèque, livre, pièce&#10;&#10;Description générée automatiquement" id="400" name="Google Shape;400;p5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"/>
          <p:cNvSpPr txBox="1"/>
          <p:nvPr/>
        </p:nvSpPr>
        <p:spPr>
          <a:xfrm>
            <a:off x="81840" y="-111712"/>
            <a:ext cx="8567185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Présentation du sujet de stage</a:t>
            </a:r>
            <a:endParaRPr b="1" i="0" sz="66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"/>
          <p:cNvSpPr txBox="1"/>
          <p:nvPr/>
        </p:nvSpPr>
        <p:spPr>
          <a:xfrm>
            <a:off x="38075" y="2351864"/>
            <a:ext cx="7099275" cy="2431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400" u="none" cap="none" strike="noStrike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projet que j’ai fait durant le stage d'été est pour un système informatique qui gère la gestion de l'éducation pour deux écoles privées au Québec, Canada. </a:t>
            </a:r>
            <a:endParaRPr/>
          </a:p>
          <a:p>
            <a:pPr indent="0" lvl="0" marL="1143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400" u="none" cap="none" strike="noStrike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École 1 : École ALI IBN ABI TALIB : https://www.ecoleali.com/ </a:t>
            </a:r>
            <a:endParaRPr/>
          </a:p>
          <a:p>
            <a:pPr indent="0" lvl="0" marL="1143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400" u="none" cap="none" strike="noStrike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École 2 : Académie culturelle de Laval : https://www.ecoleacl.ca/ </a:t>
            </a:r>
            <a:endParaRPr/>
          </a:p>
          <a:p>
            <a:pPr indent="0" lvl="0" marL="1143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400" u="none" cap="none" strike="noStrike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Système de gestion de l’éducation » est une application web se composant d'un site web disponible à tous les internautes, véritable vitrine pour votre école et un site à accès restreint pour les parentales élèves et les personnels de l'école. Un véritable environnement de partage et d'échange autour de la vie scolaire.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113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3" name="Google Shape;403;p5"/>
          <p:cNvGrpSpPr/>
          <p:nvPr/>
        </p:nvGrpSpPr>
        <p:grpSpPr>
          <a:xfrm>
            <a:off x="7384205" y="3941166"/>
            <a:ext cx="1264820" cy="1202334"/>
            <a:chOff x="2183550" y="65875"/>
            <a:chExt cx="4483981" cy="4807045"/>
          </a:xfrm>
        </p:grpSpPr>
        <p:sp>
          <p:nvSpPr>
            <p:cNvPr id="404" name="Google Shape;404;p5"/>
            <p:cNvSpPr/>
            <p:nvPr/>
          </p:nvSpPr>
          <p:spPr>
            <a:xfrm>
              <a:off x="3889897" y="3280283"/>
              <a:ext cx="998038" cy="577710"/>
            </a:xfrm>
            <a:custGeom>
              <a:rect b="b" l="l" r="r" t="t"/>
              <a:pathLst>
                <a:path extrusionOk="0" h="577710" w="998038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2372415" y="3694995"/>
              <a:ext cx="1795739" cy="1039558"/>
            </a:xfrm>
            <a:custGeom>
              <a:rect b="b" l="l" r="r" t="t"/>
              <a:pathLst>
                <a:path extrusionOk="0" h="1039558" w="1795739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921527" y="3261804"/>
              <a:ext cx="998857" cy="577329"/>
            </a:xfrm>
            <a:custGeom>
              <a:rect b="b" l="l" r="r" t="t"/>
              <a:pathLst>
                <a:path extrusionOk="0" h="577329" w="998857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3922039" y="3231825"/>
              <a:ext cx="998054" cy="577388"/>
            </a:xfrm>
            <a:custGeom>
              <a:rect b="b" l="l" r="r" t="t"/>
              <a:pathLst>
                <a:path extrusionOk="0" h="577388" w="998054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4231770" y="3400376"/>
              <a:ext cx="378145" cy="218912"/>
            </a:xfrm>
            <a:custGeom>
              <a:rect b="b" l="l" r="r" t="t"/>
              <a:pathLst>
                <a:path extrusionOk="0" h="218912" w="378145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4231502" y="3348848"/>
              <a:ext cx="378432" cy="218803"/>
            </a:xfrm>
            <a:custGeom>
              <a:rect b="b" l="l" r="r" t="t"/>
              <a:pathLst>
                <a:path extrusionOk="0" h="218803" w="378432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3409843" y="2513133"/>
              <a:ext cx="2024410" cy="945165"/>
            </a:xfrm>
            <a:custGeom>
              <a:rect b="b" l="l" r="r" t="t"/>
              <a:pathLst>
                <a:path extrusionOk="0" h="945165" w="202441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2963426" y="65875"/>
              <a:ext cx="2875158" cy="2882646"/>
            </a:xfrm>
            <a:custGeom>
              <a:rect b="b" l="l" r="r" t="t"/>
              <a:pathLst>
                <a:path extrusionOk="0" h="2882646" w="2875158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2986102" y="165506"/>
              <a:ext cx="2752826" cy="2463451"/>
            </a:xfrm>
            <a:custGeom>
              <a:rect b="b" l="l" r="r" t="t"/>
              <a:pathLst>
                <a:path extrusionOk="0" h="2463451" w="2752826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2963026" y="773963"/>
              <a:ext cx="2815611" cy="2175092"/>
            </a:xfrm>
            <a:custGeom>
              <a:rect b="b" l="l" r="r" t="t"/>
              <a:pathLst>
                <a:path extrusionOk="0" h="2175092" w="2815611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2183550" y="4458424"/>
              <a:ext cx="644687" cy="369950"/>
            </a:xfrm>
            <a:custGeom>
              <a:rect b="b" l="l" r="r" t="t"/>
              <a:pathLst>
                <a:path extrusionOk="0" h="369950" w="644687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2233331" y="4282211"/>
              <a:ext cx="427701" cy="247554"/>
            </a:xfrm>
            <a:custGeom>
              <a:rect b="b" l="l" r="r" t="t"/>
              <a:pathLst>
                <a:path extrusionOk="0" h="247554" w="427701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2233331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2447182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2726476" y="4553957"/>
              <a:ext cx="159649" cy="89989"/>
            </a:xfrm>
            <a:custGeom>
              <a:rect b="b" l="l" r="r" t="t"/>
              <a:pathLst>
                <a:path extrusionOk="0" h="89989" w="159649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2729149" y="4569009"/>
              <a:ext cx="157010" cy="75128"/>
            </a:xfrm>
            <a:custGeom>
              <a:rect b="b" l="l" r="r" t="t"/>
              <a:pathLst>
                <a:path extrusionOk="0" h="75128" w="15701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2596621" y="4484615"/>
              <a:ext cx="159662" cy="89989"/>
            </a:xfrm>
            <a:custGeom>
              <a:rect b="b" l="l" r="r" t="t"/>
              <a:pathLst>
                <a:path extrusionOk="0" h="89989" w="159662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2599186" y="4499667"/>
              <a:ext cx="157105" cy="75128"/>
            </a:xfrm>
            <a:custGeom>
              <a:rect b="b" l="l" r="r" t="t"/>
              <a:pathLst>
                <a:path extrusionOk="0" h="75128" w="157105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2302147" y="4142110"/>
              <a:ext cx="514696" cy="443940"/>
            </a:xfrm>
            <a:custGeom>
              <a:rect b="b" l="l" r="r" t="t"/>
              <a:pathLst>
                <a:path extrusionOk="0" h="443940" w="514696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2258507" y="4054849"/>
              <a:ext cx="110678" cy="194691"/>
            </a:xfrm>
            <a:custGeom>
              <a:rect b="b" l="l" r="r" t="t"/>
              <a:pathLst>
                <a:path extrusionOk="0" h="194691" w="110678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2250051" y="3940511"/>
              <a:ext cx="73912" cy="142900"/>
            </a:xfrm>
            <a:custGeom>
              <a:rect b="b" l="l" r="r" t="t"/>
              <a:pathLst>
                <a:path extrusionOk="0" h="142900" w="73912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2326123" y="3751123"/>
              <a:ext cx="169201" cy="272154"/>
            </a:xfrm>
            <a:custGeom>
              <a:rect b="b" l="l" r="r" t="t"/>
              <a:pathLst>
                <a:path extrusionOk="0" h="272154" w="169201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" name="Google Shape;426;p5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427" name="Google Shape;427;p5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428" name="Google Shape;428;p5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rect b="b" l="l" r="r" t="t"/>
                  <a:pathLst>
                    <a:path extrusionOk="0" h="122070" w="343054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5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rect b="b" l="l" r="r" t="t"/>
                  <a:pathLst>
                    <a:path extrusionOk="0" h="89916" w="145163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5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rect b="b" l="l" r="r" t="t"/>
                  <a:pathLst>
                    <a:path extrusionOk="0" h="198541" w="343006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1" name="Google Shape;431;p5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432" name="Google Shape;432;p5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rect b="b" l="l" r="r" t="t"/>
                    <a:pathLst>
                      <a:path extrusionOk="0" h="56007" w="96807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3" name="Google Shape;433;p5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rect b="b" l="l" r="r" t="t"/>
                    <a:pathLst>
                      <a:path extrusionOk="0" h="54959" w="94907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34" name="Google Shape;434;p5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rect b="b" l="l" r="r" t="t"/>
                  <a:pathLst>
                    <a:path extrusionOk="0" h="12299" w="21235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5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5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rect b="b" l="l" r="r" t="t"/>
                  <a:pathLst>
                    <a:path extrusionOk="0" h="12299" w="21197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5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5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5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5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" name="Google Shape;441;p5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" name="Google Shape;442;p5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3" name="Google Shape;443;p5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5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5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rect b="b" l="l" r="r" t="t"/>
                  <a:pathLst>
                    <a:path extrusionOk="0" h="12263" w="21342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5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5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rect b="b" l="l" r="r" t="t"/>
                  <a:pathLst>
                    <a:path extrusionOk="0" h="15763" w="27254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5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5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5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rect b="b" l="l" r="r" t="t"/>
                  <a:pathLst>
                    <a:path extrusionOk="0" h="12298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5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5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rect b="b" l="l" r="r" t="t"/>
                  <a:pathLst>
                    <a:path extrusionOk="0" h="12299" w="21411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5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5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rect b="b" l="l" r="r" t="t"/>
                  <a:pathLst>
                    <a:path extrusionOk="0" h="12298" w="21235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5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rect b="b" l="l" r="r" t="t"/>
                  <a:pathLst>
                    <a:path extrusionOk="0" h="12299" w="20976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5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5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5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rect b="b" l="l" r="r" t="t"/>
                  <a:pathLst>
                    <a:path extrusionOk="0" h="12358" w="2115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5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rect b="b" l="l" r="r" t="t"/>
                  <a:pathLst>
                    <a:path extrusionOk="0" h="12263" w="21269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5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rect b="b" l="l" r="r" t="t"/>
                  <a:pathLst>
                    <a:path extrusionOk="0" h="15823" w="27256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5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rect b="b" l="l" r="r" t="t"/>
                  <a:pathLst>
                    <a:path extrusionOk="0" h="17487" w="33535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5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5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rect b="b" l="l" r="r" t="t"/>
                  <a:pathLst>
                    <a:path extrusionOk="0" h="12299" w="20746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" name="Google Shape;464;p5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5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rect b="b" l="l" r="r" t="t"/>
                  <a:pathLst>
                    <a:path extrusionOk="0" h="12299" w="21234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5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5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5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5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rect b="b" l="l" r="r" t="t"/>
                  <a:pathLst>
                    <a:path extrusionOk="0" h="14108" w="24523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5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rect b="b" l="l" r="r" t="t"/>
                  <a:pathLst>
                    <a:path extrusionOk="0" h="14108" w="24413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5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rect b="b" l="l" r="r" t="t"/>
                  <a:pathLst>
                    <a:path extrusionOk="0" h="41195" w="71148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" name="Google Shape;472;p5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5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5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rect b="b" l="l" r="r" t="t"/>
                  <a:pathLst>
                    <a:path extrusionOk="0" h="12263" w="21424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5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5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5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rect b="b" l="l" r="r" t="t"/>
                  <a:pathLst>
                    <a:path extrusionOk="0" h="12299" w="20722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5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" name="Google Shape;479;p5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5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rect b="b" l="l" r="r" t="t"/>
                  <a:pathLst>
                    <a:path extrusionOk="0" h="12299" w="21316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5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" name="Google Shape;482;p5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" name="Google Shape;483;p5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" name="Google Shape;484;p5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rect b="b" l="l" r="r" t="t"/>
                  <a:pathLst>
                    <a:path extrusionOk="0" h="17728" w="30663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5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rect b="b" l="l" r="r" t="t"/>
                  <a:pathLst>
                    <a:path extrusionOk="0" h="12299" w="2140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5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rect b="b" l="l" r="r" t="t"/>
                  <a:pathLst>
                    <a:path extrusionOk="0" h="12299" w="2120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5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5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rect b="b" l="l" r="r" t="t"/>
                  <a:pathLst>
                    <a:path extrusionOk="0" h="12299" w="20781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5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5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rect b="b" l="l" r="r" t="t"/>
                  <a:pathLst>
                    <a:path extrusionOk="0" h="12299" w="21271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5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rect b="b" l="l" r="r" t="t"/>
                  <a:pathLst>
                    <a:path extrusionOk="0" h="12299" w="21364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5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5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rect b="b" l="l" r="r" t="t"/>
                  <a:pathLst>
                    <a:path extrusionOk="0" h="12299" w="21269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5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5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rect b="b" l="l" r="r" t="t"/>
                  <a:pathLst>
                    <a:path extrusionOk="0" h="12299" w="21234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5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rect b="b" l="l" r="r" t="t"/>
                  <a:pathLst>
                    <a:path extrusionOk="0" h="21252" w="36743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" name="Google Shape;497;p5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rect b="b" l="l" r="r" t="t"/>
                  <a:pathLst>
                    <a:path extrusionOk="0" h="14204" w="24428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8" name="Google Shape;498;p5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499" name="Google Shape;499;p5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500" name="Google Shape;500;p5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rect b="b" l="l" r="r" t="t"/>
                    <a:pathLst>
                      <a:path extrusionOk="0" h="280361" w="20739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" name="Google Shape;501;p5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rect b="b" l="l" r="r" t="t"/>
                    <a:pathLst>
                      <a:path extrusionOk="0" h="127104" w="205775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2" name="Google Shape;502;p5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rect b="b" l="l" r="r" t="t"/>
                    <a:pathLst>
                      <a:path extrusionOk="0" h="278140" w="200455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3" name="Google Shape;503;p5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rect b="b" l="l" r="r" t="t"/>
                    <a:pathLst>
                      <a:path extrusionOk="0" h="278140" w="200455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4" name="Google Shape;504;p5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rect b="b" l="l" r="r" t="t"/>
                    <a:pathLst>
                      <a:path extrusionOk="0" h="121824" w="200455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05" name="Google Shape;505;p5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rect b="b" l="l" r="r" t="t"/>
                  <a:pathLst>
                    <a:path extrusionOk="0" h="144970" w="2375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5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rect b="b" l="l" r="r" t="t"/>
                  <a:pathLst>
                    <a:path extrusionOk="0" h="249936" w="18649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5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rect b="b" l="l" r="r" t="t"/>
                  <a:pathLst>
                    <a:path extrusionOk="0" h="110490" w="188865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08" name="Google Shape;508;p5"/>
            <p:cNvSpPr/>
            <p:nvPr/>
          </p:nvSpPr>
          <p:spPr>
            <a:xfrm>
              <a:off x="2270876" y="3943763"/>
              <a:ext cx="260754" cy="432930"/>
            </a:xfrm>
            <a:custGeom>
              <a:rect b="b" l="l" r="r" t="t"/>
              <a:pathLst>
                <a:path extrusionOk="0" h="432930" w="260754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2458935" y="4016678"/>
              <a:ext cx="330765" cy="258321"/>
            </a:xfrm>
            <a:custGeom>
              <a:rect b="b" l="l" r="r" t="t"/>
              <a:pathLst>
                <a:path extrusionOk="0" h="258321" w="330765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2447141" y="4011203"/>
              <a:ext cx="100743" cy="148055"/>
            </a:xfrm>
            <a:custGeom>
              <a:rect b="b" l="l" r="r" t="t"/>
              <a:pathLst>
                <a:path extrusionOk="0" h="148055" w="100743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2331622" y="3739152"/>
              <a:ext cx="164429" cy="181621"/>
            </a:xfrm>
            <a:custGeom>
              <a:rect b="b" l="l" r="r" t="t"/>
              <a:pathLst>
                <a:path extrusionOk="0" h="181621" w="164429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2515394" y="4404988"/>
              <a:ext cx="145638" cy="201549"/>
            </a:xfrm>
            <a:custGeom>
              <a:rect b="b" l="l" r="r" t="t"/>
              <a:pathLst>
                <a:path extrusionOk="0" h="201549" w="145638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2565555" y="4383081"/>
              <a:ext cx="95477" cy="55816"/>
            </a:xfrm>
            <a:custGeom>
              <a:rect b="b" l="l" r="r" t="t"/>
              <a:pathLst>
                <a:path extrusionOk="0" h="55816" w="95477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4383145" y="3435820"/>
              <a:ext cx="77712" cy="44958"/>
            </a:xfrm>
            <a:custGeom>
              <a:rect b="b" l="l" r="r" t="t"/>
              <a:pathLst>
                <a:path extrusionOk="0" h="44958" w="77712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rect b="b" l="l" r="r" t="t"/>
              <a:pathLst>
                <a:path extrusionOk="0" h="1039558" w="1795739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rect b="b" l="l" r="r" t="t"/>
              <a:pathLst>
                <a:path extrusionOk="0" h="369950" w="644687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rect b="b" l="l" r="r" t="t"/>
              <a:pathLst>
                <a:path extrusionOk="0" h="247554" w="427701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6351541" y="3874743"/>
              <a:ext cx="217302" cy="317702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6368017" y="3871983"/>
              <a:ext cx="104086" cy="12826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6388363" y="4011215"/>
              <a:ext cx="128390" cy="143694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6169126" y="4068541"/>
              <a:ext cx="242294" cy="344916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6350989" y="4058254"/>
              <a:ext cx="187162" cy="246878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6384325" y="3881810"/>
              <a:ext cx="137686" cy="169616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6389913" y="3881145"/>
              <a:ext cx="138230" cy="130098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6223986" y="4735273"/>
              <a:ext cx="108702" cy="82916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6224466" y="4761723"/>
              <a:ext cx="108209" cy="56495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6169601" y="4699543"/>
              <a:ext cx="99502" cy="77082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6170058" y="4724979"/>
              <a:ext cx="99108" cy="51736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6206498" y="4301929"/>
              <a:ext cx="236938" cy="40866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6271102" y="4302737"/>
              <a:ext cx="235887" cy="442489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6183254" y="4274877"/>
              <a:ext cx="352749" cy="324700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6466820" y="4083042"/>
              <a:ext cx="122590" cy="42978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6490841" y="4077626"/>
              <a:ext cx="74124" cy="94270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6345497" y="4058119"/>
              <a:ext cx="63405" cy="6657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7" name="Google Shape;537;p5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538" name="Google Shape;538;p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"/>
          <p:cNvSpPr txBox="1"/>
          <p:nvPr>
            <p:ph idx="4294967295" type="ctrTitle"/>
          </p:nvPr>
        </p:nvSpPr>
        <p:spPr>
          <a:xfrm>
            <a:off x="80645" y="363870"/>
            <a:ext cx="8543008" cy="8625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r>
              <a:rPr b="1" i="0" lang="fr-FR" sz="4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Critique de l’existant et Proposition de solutions </a:t>
            </a:r>
            <a:endParaRPr b="1" i="0" sz="44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grpSp>
        <p:nvGrpSpPr>
          <p:cNvPr id="549" name="Google Shape;549;p6"/>
          <p:cNvGrpSpPr/>
          <p:nvPr/>
        </p:nvGrpSpPr>
        <p:grpSpPr>
          <a:xfrm>
            <a:off x="7017488" y="2264736"/>
            <a:ext cx="1859987" cy="2173484"/>
            <a:chOff x="2152750" y="190500"/>
            <a:chExt cx="4293756" cy="4762499"/>
          </a:xfrm>
        </p:grpSpPr>
        <p:sp>
          <p:nvSpPr>
            <p:cNvPr id="550" name="Google Shape;550;p6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6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6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6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6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4" name="Google Shape;624;p6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625" name="Google Shape;625;p6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6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6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6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6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6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6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6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6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6"/>
            <p:cNvGrpSpPr/>
            <p:nvPr/>
          </p:nvGrpSpPr>
          <p:grpSpPr>
            <a:xfrm flipH="1">
              <a:off x="3829267" y="2465054"/>
              <a:ext cx="683694" cy="518573"/>
              <a:chOff x="6621095" y="1452181"/>
              <a:chExt cx="330894" cy="250785"/>
            </a:xfrm>
          </p:grpSpPr>
          <p:sp>
            <p:nvSpPr>
              <p:cNvPr id="635" name="Google Shape;635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0" name="Google Shape;640;p6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8" name="Google Shape;658;p6"/>
          <p:cNvSpPr txBox="1"/>
          <p:nvPr/>
        </p:nvSpPr>
        <p:spPr>
          <a:xfrm>
            <a:off x="80645" y="1405596"/>
            <a:ext cx="5458918" cy="4113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Parmi les critiques que notre application vise à combler, nous pouvons citer : Un design qui ne respecte aucun standard de développement. / Une navigation difficile / Une mauvaise adaptation aux dispositifs mobiles / Des difficultés de mise à jour de contenu.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pallier ces difficultés, nous proposons cette nouvelle application qui facilite la gestion de l’éducation. Parmi les solutions proposées, nous citons : Présenter une interface web qui aide l’utilisateur (enseignant, élève, parent) à réagir dans le contenu du site / Faciliter le contrôle des parents sur leurs enfants / Fiabilité de transformation des données.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"/>
          <p:cNvSpPr txBox="1"/>
          <p:nvPr>
            <p:ph type="title"/>
          </p:nvPr>
        </p:nvSpPr>
        <p:spPr>
          <a:xfrm>
            <a:off x="1360965" y="1072329"/>
            <a:ext cx="6730411" cy="2190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fr-FR" sz="5400">
                <a:latin typeface="Times New Roman"/>
                <a:ea typeface="Times New Roman"/>
                <a:cs typeface="Times New Roman"/>
                <a:sym typeface="Times New Roman"/>
              </a:rPr>
              <a:t>Présentation du diagramme de cas d’utilisation global et du diagramme de classes </a:t>
            </a:r>
            <a:endParaRPr b="1"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4" name="Google Shape;664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"/>
          <p:cNvSpPr txBox="1"/>
          <p:nvPr>
            <p:ph type="title"/>
          </p:nvPr>
        </p:nvSpPr>
        <p:spPr>
          <a:xfrm>
            <a:off x="965587" y="127049"/>
            <a:ext cx="6932428" cy="1158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Diagramme de Cas d’Utilisation Global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71" name="Google Shape;6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5004" y="1309439"/>
            <a:ext cx="9000" cy="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5516" y="1580047"/>
            <a:ext cx="6843952" cy="3362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"/>
          <p:cNvSpPr txBox="1"/>
          <p:nvPr>
            <p:ph type="title"/>
          </p:nvPr>
        </p:nvSpPr>
        <p:spPr>
          <a:xfrm>
            <a:off x="266013" y="127135"/>
            <a:ext cx="8505847" cy="59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Diagramme de Classes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8" name="Google Shape;678;p9"/>
          <p:cNvSpPr txBox="1"/>
          <p:nvPr>
            <p:ph idx="12" type="sldNum"/>
          </p:nvPr>
        </p:nvSpPr>
        <p:spPr>
          <a:xfrm>
            <a:off x="8771860" y="4838788"/>
            <a:ext cx="360796" cy="304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79" name="Google Shape;6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40" y="818707"/>
            <a:ext cx="8505847" cy="402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"/>
          <p:cNvSpPr txBox="1"/>
          <p:nvPr>
            <p:ph type="title"/>
          </p:nvPr>
        </p:nvSpPr>
        <p:spPr>
          <a:xfrm>
            <a:off x="285659" y="105366"/>
            <a:ext cx="8677588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Présentation de technologies utilisées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Une image contenant texte&#10;&#10;Description générée automatiquement" id="686" name="Google Shape;6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249" y="2030399"/>
            <a:ext cx="2144443" cy="1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9241" y="2115541"/>
            <a:ext cx="3666684" cy="1005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8917" y="3383958"/>
            <a:ext cx="1422437" cy="14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10"/>
          <p:cNvSpPr txBox="1"/>
          <p:nvPr/>
        </p:nvSpPr>
        <p:spPr>
          <a:xfrm>
            <a:off x="676999" y="1585716"/>
            <a:ext cx="1577103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Oracle Apex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0"/>
          <p:cNvSpPr txBox="1"/>
          <p:nvPr/>
        </p:nvSpPr>
        <p:spPr>
          <a:xfrm>
            <a:off x="6646166" y="1653821"/>
            <a:ext cx="977378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PL/SQL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0"/>
          <p:cNvSpPr txBox="1"/>
          <p:nvPr/>
        </p:nvSpPr>
        <p:spPr>
          <a:xfrm>
            <a:off x="3330649" y="2727975"/>
            <a:ext cx="2183020" cy="913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Architect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0"/>
          <p:cNvSpPr txBox="1"/>
          <p:nvPr/>
        </p:nvSpPr>
        <p:spPr>
          <a:xfrm>
            <a:off x="-26581" y="3489678"/>
            <a:ext cx="2482701" cy="1443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Oracle Application Express (APEX) est une plate-forme de développement low-code qui vous permet de construire des applications d'entreprise évolutives et sécurisées.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0"/>
          <p:cNvSpPr txBox="1"/>
          <p:nvPr/>
        </p:nvSpPr>
        <p:spPr>
          <a:xfrm>
            <a:off x="5683677" y="3295499"/>
            <a:ext cx="3271608" cy="1166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langage PL/SQL permet de manipuler de façon complexe les données contenues dans une base Oracle en transmettant un bloc de programmation au SGBD au lieu d'envoyer une requête SQL.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0"/>
          <p:cNvSpPr txBox="1"/>
          <p:nvPr/>
        </p:nvSpPr>
        <p:spPr>
          <a:xfrm>
            <a:off x="2489516" y="2942830"/>
            <a:ext cx="42727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2021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 u="none" cap="none" strike="noStrike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 un logiciel de </a:t>
            </a:r>
            <a:r>
              <a:rPr b="0" i="0" lang="fr-FR" sz="1200" u="sng" cap="none" strike="noStrike">
                <a:solidFill>
                  <a:srgbClr val="0645A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modélisation</a:t>
            </a:r>
            <a:r>
              <a:rPr b="0" i="0" lang="fr-FR" sz="1200" u="none" cap="none" strike="noStrike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et de </a:t>
            </a:r>
            <a:r>
              <a:rPr b="0" i="0" lang="fr-FR" sz="1200" u="sng" cap="none" strike="noStrike">
                <a:solidFill>
                  <a:srgbClr val="0645A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conception</a:t>
            </a:r>
            <a:r>
              <a:rPr b="0" i="0" lang="fr-FR" sz="1200" u="none" cap="none" strike="noStrike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fr-FR" sz="1200" u="sng" cap="none" strike="noStrike">
                <a:solidFill>
                  <a:srgbClr val="0645A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UML</a:t>
            </a:r>
            <a:r>
              <a:rPr b="0" i="0" lang="fr-FR" sz="1200" u="none" cap="none" strike="noStrike">
                <a:solidFill>
                  <a:srgbClr val="0645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1"/>
          <p:cNvSpPr txBox="1"/>
          <p:nvPr>
            <p:ph type="title"/>
          </p:nvPr>
        </p:nvSpPr>
        <p:spPr>
          <a:xfrm>
            <a:off x="1470236" y="1476368"/>
            <a:ext cx="6439873" cy="2190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fr-FR" sz="8000">
                <a:latin typeface="Times New Roman"/>
                <a:ea typeface="Times New Roman"/>
                <a:cs typeface="Times New Roman"/>
                <a:sym typeface="Times New Roman"/>
              </a:rPr>
              <a:t>Encha</a:t>
            </a:r>
            <a:r>
              <a:rPr b="1" i="0" lang="fr-FR" sz="6600">
                <a:latin typeface="Times New Roman"/>
                <a:ea typeface="Times New Roman"/>
                <a:cs typeface="Times New Roman"/>
                <a:sym typeface="Times New Roman"/>
              </a:rPr>
              <a:t>Î</a:t>
            </a:r>
            <a:r>
              <a:rPr b="1" lang="fr-FR" sz="8000">
                <a:latin typeface="Times New Roman"/>
                <a:ea typeface="Times New Roman"/>
                <a:cs typeface="Times New Roman"/>
                <a:sym typeface="Times New Roman"/>
              </a:rPr>
              <a:t>nement                                        des interfaces</a:t>
            </a:r>
            <a:endParaRPr b="1" sz="8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06" name="Google Shape;706;p1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2"/>
          <p:cNvSpPr txBox="1"/>
          <p:nvPr/>
        </p:nvSpPr>
        <p:spPr>
          <a:xfrm>
            <a:off x="404774" y="152853"/>
            <a:ext cx="8441513" cy="117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∙"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 d’authentification 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accéder à l'application, le personnel, le parent ou bien l’élève doit s’authentifier en saisissant son nom d’utilisateur et son mot de passe.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exte, bibliothèque, pièce&#10;&#10;Description générée automatiquement" id="708" name="Google Shape;7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153" y="1465632"/>
            <a:ext cx="7267056" cy="3372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14" name="Google Shape;714;p13"/>
          <p:cNvSpPr txBox="1"/>
          <p:nvPr/>
        </p:nvSpPr>
        <p:spPr>
          <a:xfrm>
            <a:off x="162146" y="133682"/>
            <a:ext cx="7525193" cy="848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∙"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de Tableau de bord 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page « Tableau de bord » présente des statistiques sur des différents éléments de notre site.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5" name="Google Shape;7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279" y="1217865"/>
            <a:ext cx="7696096" cy="35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21" name="Google Shape;721;p14"/>
          <p:cNvSpPr txBox="1"/>
          <p:nvPr/>
        </p:nvSpPr>
        <p:spPr>
          <a:xfrm>
            <a:off x="183411" y="163485"/>
            <a:ext cx="8599081" cy="117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∙"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de recherche 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Cette page permet de chercher un personnel, un parent ou bien un élève en créant ses informations personnelles.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exte, capture d’écran, moniteur, intérieur&#10;&#10;Description générée automatiquement" id="722" name="Google Shape;7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014" y="1353065"/>
            <a:ext cx="7793665" cy="358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28" name="Google Shape;728;p15"/>
          <p:cNvSpPr txBox="1"/>
          <p:nvPr/>
        </p:nvSpPr>
        <p:spPr>
          <a:xfrm>
            <a:off x="140882" y="116958"/>
            <a:ext cx="8248206" cy="848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∙"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de paramètres :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page « paramètres » donne la possibilité au personnel de gérer année scolaire, classe, matière et pays.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exte, capture d’écran, moniteur, portable&#10;&#10;Description générée automatiquement" id="729" name="Google Shape;7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43012"/>
            <a:ext cx="7322689" cy="3393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35" name="Google Shape;735;p16"/>
          <p:cNvSpPr txBox="1"/>
          <p:nvPr/>
        </p:nvSpPr>
        <p:spPr>
          <a:xfrm>
            <a:off x="108984" y="94741"/>
            <a:ext cx="8540041" cy="117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∙"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Dossier élève : 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Cette interface donne la possibilité de modifier, supprimer ou bien ajouter un élève et aussi la possibilité de télécharger le PDF.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exte&#10;&#10;Description générée automatiquement" id="736" name="Google Shape;7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911" y="1332498"/>
            <a:ext cx="7372177" cy="3772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42" name="Google Shape;742;p17"/>
          <p:cNvSpPr txBox="1"/>
          <p:nvPr/>
        </p:nvSpPr>
        <p:spPr>
          <a:xfrm>
            <a:off x="175231" y="116958"/>
            <a:ext cx="8822365" cy="1197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∙"/>
            </a:pPr>
            <a:r>
              <a:rPr b="1" i="0" lang="fr-FR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Edit communication :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page « Edit communication » donne la possibilité au personnel et parent d'ajouter une communication en remplissant le formulaire suivant 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3" name="Google Shape;7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35" y="1380512"/>
            <a:ext cx="7413959" cy="3479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grpSp>
        <p:nvGrpSpPr>
          <p:cNvPr id="749" name="Google Shape;749;p18"/>
          <p:cNvGrpSpPr/>
          <p:nvPr/>
        </p:nvGrpSpPr>
        <p:grpSpPr>
          <a:xfrm>
            <a:off x="6134244" y="1371600"/>
            <a:ext cx="2971681" cy="3134406"/>
            <a:chOff x="2602525" y="317054"/>
            <a:chExt cx="4174283" cy="4762495"/>
          </a:xfrm>
        </p:grpSpPr>
        <p:sp>
          <p:nvSpPr>
            <p:cNvPr id="750" name="Google Shape;750;p18"/>
            <p:cNvSpPr/>
            <p:nvPr/>
          </p:nvSpPr>
          <p:spPr>
            <a:xfrm>
              <a:off x="3677747" y="776267"/>
              <a:ext cx="2670951" cy="3350306"/>
            </a:xfrm>
            <a:custGeom>
              <a:rect b="b" l="l" r="r" t="t"/>
              <a:pathLst>
                <a:path extrusionOk="0" h="3350306" w="2670951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3662233" y="794118"/>
              <a:ext cx="2655076" cy="3335369"/>
            </a:xfrm>
            <a:custGeom>
              <a:rect b="b" l="l" r="r" t="t"/>
              <a:pathLst>
                <a:path extrusionOk="0" h="3335369" w="2655076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3763407" y="1012375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3763407" y="1170775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3763407" y="1252119"/>
              <a:ext cx="1319638" cy="808005"/>
            </a:xfrm>
            <a:custGeom>
              <a:rect b="b" l="l" r="r" t="t"/>
              <a:pathLst>
                <a:path extrusionOk="0" h="808005" w="1319638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3763407" y="1333558"/>
              <a:ext cx="1235786" cy="759428"/>
            </a:xfrm>
            <a:custGeom>
              <a:rect b="b" l="l" r="r" t="t"/>
              <a:pathLst>
                <a:path extrusionOk="0" h="759428" w="1235786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5632982" y="2768594"/>
              <a:ext cx="578775" cy="425291"/>
            </a:xfrm>
            <a:custGeom>
              <a:rect b="b" l="l" r="r" t="t"/>
              <a:pathLst>
                <a:path extrusionOk="0" h="425291" w="578775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5632982" y="2926995"/>
              <a:ext cx="548794" cy="362521"/>
            </a:xfrm>
            <a:custGeom>
              <a:rect b="b" l="l" r="r" t="t"/>
              <a:pathLst>
                <a:path extrusionOk="0" h="362521" w="548794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5632982" y="3008338"/>
              <a:ext cx="484930" cy="325659"/>
            </a:xfrm>
            <a:custGeom>
              <a:rect b="b" l="l" r="r" t="t"/>
              <a:pathLst>
                <a:path extrusionOk="0" h="325659" w="48493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5632982" y="3089777"/>
              <a:ext cx="454092" cy="307752"/>
            </a:xfrm>
            <a:custGeom>
              <a:rect b="b" l="l" r="r" t="t"/>
              <a:pathLst>
                <a:path extrusionOk="0" h="307752" w="454092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3763407" y="1505008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3763407" y="1663408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3763407" y="1744847"/>
              <a:ext cx="1319638" cy="807910"/>
            </a:xfrm>
            <a:custGeom>
              <a:rect b="b" l="l" r="r" t="t"/>
              <a:pathLst>
                <a:path extrusionOk="0" h="807910" w="1319638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3763407" y="1826191"/>
              <a:ext cx="1235786" cy="759523"/>
            </a:xfrm>
            <a:custGeom>
              <a:rect b="b" l="l" r="r" t="t"/>
              <a:pathLst>
                <a:path extrusionOk="0" h="759523" w="1235786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3763407" y="1997641"/>
              <a:ext cx="1575095" cy="1001077"/>
            </a:xfrm>
            <a:custGeom>
              <a:rect b="b" l="l" r="r" t="t"/>
              <a:pathLst>
                <a:path extrusionOk="0" h="1001077" w="1575095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3763407" y="2156137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3763407" y="2237480"/>
              <a:ext cx="1319638" cy="808005"/>
            </a:xfrm>
            <a:custGeom>
              <a:rect b="b" l="l" r="r" t="t"/>
              <a:pathLst>
                <a:path extrusionOk="0" h="808005" w="1319638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3763407" y="2318824"/>
              <a:ext cx="1235786" cy="759523"/>
            </a:xfrm>
            <a:custGeom>
              <a:rect b="b" l="l" r="r" t="t"/>
              <a:pathLst>
                <a:path extrusionOk="0" h="759523" w="1235786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3763407" y="2490369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3763407" y="2648770"/>
              <a:ext cx="1493528" cy="887920"/>
            </a:xfrm>
            <a:custGeom>
              <a:rect b="b" l="l" r="r" t="t"/>
              <a:pathLst>
                <a:path extrusionOk="0" h="887920" w="1493528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5633267" y="2100963"/>
              <a:ext cx="578489" cy="901329"/>
            </a:xfrm>
            <a:custGeom>
              <a:rect b="b" l="l" r="r" t="t"/>
              <a:pathLst>
                <a:path extrusionOk="0" h="901329" w="578489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3680697" y="317054"/>
              <a:ext cx="2667830" cy="1909376"/>
            </a:xfrm>
            <a:custGeom>
              <a:rect b="b" l="l" r="r" t="t"/>
              <a:pathLst>
                <a:path extrusionOk="0" h="1909376" w="266783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3662233" y="334831"/>
              <a:ext cx="2655171" cy="1893451"/>
            </a:xfrm>
            <a:custGeom>
              <a:rect b="b" l="l" r="r" t="t"/>
              <a:pathLst>
                <a:path extrusionOk="0" h="1893451" w="2655171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3763692" y="506668"/>
              <a:ext cx="2448064" cy="1546988"/>
            </a:xfrm>
            <a:custGeom>
              <a:rect b="b" l="l" r="r" t="t"/>
              <a:pathLst>
                <a:path extrusionOk="0" h="1546988" w="2448064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6042246" y="1815046"/>
              <a:ext cx="173984" cy="241344"/>
            </a:xfrm>
            <a:custGeom>
              <a:rect b="b" l="l" r="r" t="t"/>
              <a:pathLst>
                <a:path extrusionOk="0" h="241344" w="173984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3824606" y="578160"/>
              <a:ext cx="40165" cy="72472"/>
            </a:xfrm>
            <a:custGeom>
              <a:rect b="b" l="l" r="r" t="t"/>
              <a:pathLst>
                <a:path extrusionOk="0" h="72472" w="40165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3871213" y="621212"/>
              <a:ext cx="35348" cy="54941"/>
            </a:xfrm>
            <a:custGeom>
              <a:rect b="b" l="l" r="r" t="t"/>
              <a:pathLst>
                <a:path extrusionOk="0" h="54941" w="35348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3913502" y="644554"/>
              <a:ext cx="33883" cy="60925"/>
            </a:xfrm>
            <a:custGeom>
              <a:rect b="b" l="l" r="r" t="t"/>
              <a:pathLst>
                <a:path extrusionOk="0" h="60925" w="33883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3956522" y="663093"/>
              <a:ext cx="19892" cy="51720"/>
            </a:xfrm>
            <a:custGeom>
              <a:rect b="b" l="l" r="r" t="t"/>
              <a:pathLst>
                <a:path extrusionOk="0" h="51720" w="19892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3980286" y="683824"/>
              <a:ext cx="34675" cy="54516"/>
            </a:xfrm>
            <a:custGeom>
              <a:rect b="b" l="l" r="r" t="t"/>
              <a:pathLst>
                <a:path extrusionOk="0" h="54516" w="34675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4022575" y="681666"/>
              <a:ext cx="32718" cy="85915"/>
            </a:xfrm>
            <a:custGeom>
              <a:rect b="b" l="l" r="r" t="t"/>
              <a:pathLst>
                <a:path extrusionOk="0" h="85915" w="32718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4065860" y="766513"/>
              <a:ext cx="8800" cy="10615"/>
            </a:xfrm>
            <a:custGeom>
              <a:rect b="b" l="l" r="r" t="t"/>
              <a:pathLst>
                <a:path extrusionOk="0" h="10615" w="880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4086317" y="778377"/>
              <a:ext cx="8807" cy="10445"/>
            </a:xfrm>
            <a:custGeom>
              <a:rect b="b" l="l" r="r" t="t"/>
              <a:pathLst>
                <a:path extrusionOk="0" h="10445" w="8807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106781" y="790188"/>
              <a:ext cx="8804" cy="10445"/>
            </a:xfrm>
            <a:custGeom>
              <a:rect b="b" l="l" r="r" t="t"/>
              <a:pathLst>
                <a:path extrusionOk="0" h="10445" w="8804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6091738" y="1886219"/>
              <a:ext cx="73770" cy="113063"/>
            </a:xfrm>
            <a:custGeom>
              <a:rect b="b" l="l" r="r" t="t"/>
              <a:pathLst>
                <a:path extrusionOk="0" h="113063" w="7377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5099606" y="2084115"/>
              <a:ext cx="833576" cy="1053763"/>
            </a:xfrm>
            <a:custGeom>
              <a:rect b="b" l="l" r="r" t="t"/>
              <a:pathLst>
                <a:path extrusionOk="0" h="1053763" w="833576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4974070" y="2163744"/>
              <a:ext cx="820424" cy="1006964"/>
            </a:xfrm>
            <a:custGeom>
              <a:rect b="b" l="l" r="r" t="t"/>
              <a:pathLst>
                <a:path extrusionOk="0" h="1006964" w="820424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5034477" y="2242227"/>
              <a:ext cx="618491" cy="852150"/>
            </a:xfrm>
            <a:custGeom>
              <a:rect b="b" l="l" r="r" t="t"/>
              <a:pathLst>
                <a:path extrusionOk="0" h="852150" w="618491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5108865" y="2242623"/>
              <a:ext cx="621582" cy="807149"/>
            </a:xfrm>
            <a:custGeom>
              <a:rect b="b" l="l" r="r" t="t"/>
              <a:pathLst>
                <a:path extrusionOk="0" h="807149" w="621582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5831808" y="2838412"/>
              <a:ext cx="311135" cy="259746"/>
            </a:xfrm>
            <a:custGeom>
              <a:rect b="b" l="l" r="r" t="t"/>
              <a:pathLst>
                <a:path extrusionOk="0" h="259746" w="311135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5831808" y="2798312"/>
              <a:ext cx="380520" cy="219646"/>
            </a:xfrm>
            <a:custGeom>
              <a:rect b="b" l="l" r="r" t="t"/>
              <a:pathLst>
                <a:path extrusionOk="0" h="219646" w="38052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6056214" y="2910510"/>
              <a:ext cx="696628" cy="514166"/>
            </a:xfrm>
            <a:custGeom>
              <a:rect b="b" l="l" r="r" t="t"/>
              <a:pathLst>
                <a:path extrusionOk="0" h="514166" w="696628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6620145" y="3238764"/>
              <a:ext cx="156663" cy="192193"/>
            </a:xfrm>
            <a:custGeom>
              <a:rect b="b" l="l" r="r" t="t"/>
              <a:pathLst>
                <a:path extrusionOk="0" h="192193" w="156663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6620145" y="3238764"/>
              <a:ext cx="156663" cy="192193"/>
            </a:xfrm>
            <a:custGeom>
              <a:rect b="b" l="l" r="r" t="t"/>
              <a:pathLst>
                <a:path extrusionOk="0" h="192193" w="156663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3797207" y="2991392"/>
              <a:ext cx="2353338" cy="1403876"/>
            </a:xfrm>
            <a:custGeom>
              <a:rect b="b" l="l" r="r" t="t"/>
              <a:pathLst>
                <a:path extrusionOk="0" h="1403876" w="2353338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2602525" y="4569200"/>
              <a:ext cx="891148" cy="510349"/>
            </a:xfrm>
            <a:custGeom>
              <a:rect b="b" l="l" r="r" t="t"/>
              <a:pathLst>
                <a:path extrusionOk="0" h="510349" w="891148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2671243" y="4325932"/>
              <a:ext cx="591243" cy="341661"/>
            </a:xfrm>
            <a:custGeom>
              <a:rect b="b" l="l" r="r" t="t"/>
              <a:pathLst>
                <a:path extrusionOk="0" h="341661" w="591243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2671243" y="4496715"/>
              <a:ext cx="295621" cy="512444"/>
            </a:xfrm>
            <a:custGeom>
              <a:rect b="b" l="l" r="r" t="t"/>
              <a:pathLst>
                <a:path extrusionOk="0" h="512444" w="295621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2966865" y="4496715"/>
              <a:ext cx="295621" cy="512444"/>
            </a:xfrm>
            <a:custGeom>
              <a:rect b="b" l="l" r="r" t="t"/>
              <a:pathLst>
                <a:path extrusionOk="0" h="512444" w="295621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3352925" y="4700698"/>
              <a:ext cx="220640" cy="124389"/>
            </a:xfrm>
            <a:custGeom>
              <a:rect b="b" l="l" r="r" t="t"/>
              <a:pathLst>
                <a:path extrusionOk="0" h="124389" w="22064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3356617" y="4721600"/>
              <a:ext cx="217074" cy="103773"/>
            </a:xfrm>
            <a:custGeom>
              <a:rect b="b" l="l" r="r" t="t"/>
              <a:pathLst>
                <a:path extrusionOk="0" h="103773" w="217074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3173533" y="4605067"/>
              <a:ext cx="220687" cy="124551"/>
            </a:xfrm>
            <a:custGeom>
              <a:rect b="b" l="l" r="r" t="t"/>
              <a:pathLst>
                <a:path extrusionOk="0" h="124551" w="220687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3177588" y="4625969"/>
              <a:ext cx="217074" cy="103649"/>
            </a:xfrm>
            <a:custGeom>
              <a:rect b="b" l="l" r="r" t="t"/>
              <a:pathLst>
                <a:path extrusionOk="0" h="103649" w="217074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2766014" y="4132721"/>
              <a:ext cx="711887" cy="612953"/>
            </a:xfrm>
            <a:custGeom>
              <a:rect b="b" l="l" r="r" t="t"/>
              <a:pathLst>
                <a:path extrusionOk="0" h="612953" w="711887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2706078" y="4012750"/>
              <a:ext cx="153426" cy="268033"/>
            </a:xfrm>
            <a:custGeom>
              <a:rect b="b" l="l" r="r" t="t"/>
              <a:pathLst>
                <a:path extrusionOk="0" h="268033" w="153426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2694181" y="3854621"/>
              <a:ext cx="102411" cy="197244"/>
            </a:xfrm>
            <a:custGeom>
              <a:rect b="b" l="l" r="r" t="t"/>
              <a:pathLst>
                <a:path extrusionOk="0" h="197244" w="102411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2799755" y="3593223"/>
              <a:ext cx="234442" cy="375527"/>
            </a:xfrm>
            <a:custGeom>
              <a:rect b="b" l="l" r="r" t="t"/>
              <a:pathLst>
                <a:path extrusionOk="0" h="375527" w="234442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7" name="Google Shape;807;p18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808" name="Google Shape;808;p18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809" name="Google Shape;809;p18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rect b="b" l="l" r="r" t="t"/>
                  <a:pathLst>
                    <a:path extrusionOk="0" h="167618" w="474083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18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rect b="b" l="l" r="r" t="t"/>
                  <a:pathLst>
                    <a:path extrusionOk="0" h="123825" w="200539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18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rect b="b" l="l" r="r" t="t"/>
                  <a:pathLst>
                    <a:path extrusionOk="0" h="274003" w="474198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2" name="Google Shape;812;p18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813" name="Google Shape;813;p18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rect b="b" l="l" r="r" t="t"/>
                    <a:pathLst>
                      <a:path extrusionOk="0" h="77247" w="133724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" name="Google Shape;814;p18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rect b="b" l="l" r="r" t="t"/>
                    <a:pathLst>
                      <a:path extrusionOk="0" h="75723" w="131154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15" name="Google Shape;815;p18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18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rect b="b" l="l" r="r" t="t"/>
                  <a:pathLst>
                    <a:path extrusionOk="0" h="16916" w="29303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18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18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rect b="b" l="l" r="r" t="t"/>
                  <a:pathLst>
                    <a:path extrusionOk="0" h="17487" w="29345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18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rect b="b" l="l" r="r" t="t"/>
                  <a:pathLst>
                    <a:path extrusionOk="0" h="17487" w="29372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18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rect b="b" l="l" r="r" t="t"/>
                  <a:pathLst>
                    <a:path extrusionOk="0" h="17011" w="29363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18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rect b="b" l="l" r="r" t="t"/>
                  <a:pathLst>
                    <a:path extrusionOk="0" h="17011" w="2927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18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8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rect b="b" l="l" r="r" t="t"/>
                  <a:pathLst>
                    <a:path extrusionOk="0" h="17106" w="29374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18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18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8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rect b="b" l="l" r="r" t="t"/>
                  <a:pathLst>
                    <a:path extrusionOk="0" h="16983" w="29387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18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rect b="b" l="l" r="r" t="t"/>
                  <a:pathLst>
                    <a:path extrusionOk="0" h="17011" w="29458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18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rect b="b" l="l" r="r" t="t"/>
                  <a:pathLst>
                    <a:path extrusionOk="0" h="21809" w="3768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18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18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18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18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rect b="b" l="l" r="r" t="t"/>
                  <a:pathLst>
                    <a:path extrusionOk="0" h="16916" w="29434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18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rect b="b" l="l" r="r" t="t"/>
                  <a:pathLst>
                    <a:path extrusionOk="0" h="17047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18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rect b="b" l="l" r="r" t="t"/>
                  <a:pathLst>
                    <a:path extrusionOk="0" h="17106" w="29341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18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rect b="b" l="l" r="r" t="t"/>
                  <a:pathLst>
                    <a:path extrusionOk="0" h="17011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18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rect b="b" l="l" r="r" t="t"/>
                  <a:pathLst>
                    <a:path extrusionOk="0" h="17011" w="29291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18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rect b="b" l="l" r="r" t="t"/>
                  <a:pathLst>
                    <a:path extrusionOk="0" h="17011" w="2939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18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rect b="b" l="l" r="r" t="t"/>
                  <a:pathLst>
                    <a:path extrusionOk="0" h="17011" w="29326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" name="Google Shape;839;p18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0" name="Google Shape;840;p18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1" name="Google Shape;841;p18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rect b="b" l="l" r="r" t="t"/>
                  <a:pathLst>
                    <a:path extrusionOk="0" h="21745" w="3768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18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rect b="b" l="l" r="r" t="t"/>
                  <a:pathLst>
                    <a:path extrusionOk="0" h="24112" w="46109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18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rect b="b" l="l" r="r" t="t"/>
                  <a:pathLst>
                    <a:path extrusionOk="0" h="16916" w="29375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18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rect b="b" l="l" r="r" t="t"/>
                  <a:pathLst>
                    <a:path extrusionOk="0" h="17011" w="28938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18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18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rect b="b" l="l" r="r" t="t"/>
                  <a:pathLst>
                    <a:path extrusionOk="0" h="17011" w="29352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18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18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18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rect b="b" l="l" r="r" t="t"/>
                  <a:pathLst>
                    <a:path extrusionOk="0" h="17202" w="29387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18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rect b="b" l="l" r="r" t="t"/>
                  <a:pathLst>
                    <a:path extrusionOk="0" h="19393" w="34098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18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rect b="b" l="l" r="r" t="t"/>
                  <a:pathLst>
                    <a:path extrusionOk="0" h="19392" w="33778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18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rect b="b" l="l" r="r" t="t"/>
                  <a:pathLst>
                    <a:path extrusionOk="0" h="56826" w="98308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18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rect b="b" l="l" r="r" t="t"/>
                  <a:pathLst>
                    <a:path extrusionOk="0" h="16916" w="29387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18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rect b="b" l="l" r="r" t="t"/>
                  <a:pathLst>
                    <a:path extrusionOk="0" h="17106" w="29374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18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rect b="b" l="l" r="r" t="t"/>
                  <a:pathLst>
                    <a:path extrusionOk="0" h="17011" w="29313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18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18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858;p18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rect b="b" l="l" r="r" t="t"/>
                  <a:pathLst>
                    <a:path extrusionOk="0" h="16916" w="29541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18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rect b="b" l="l" r="r" t="t"/>
                  <a:pathLst>
                    <a:path extrusionOk="0" h="17106" w="29308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18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rect b="b" l="l" r="r" t="t"/>
                  <a:pathLst>
                    <a:path extrusionOk="0" h="16916" w="29375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18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rect b="b" l="l" r="r" t="t"/>
                  <a:pathLst>
                    <a:path extrusionOk="0" h="17487" w="29333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18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rect b="b" l="l" r="r" t="t"/>
                  <a:pathLst>
                    <a:path extrusionOk="0" h="16630" w="29313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863;p18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rect b="b" l="l" r="r" t="t"/>
                  <a:pathLst>
                    <a:path extrusionOk="0" h="17011" w="29041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18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18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rect b="b" l="l" r="r" t="t"/>
                  <a:pathLst>
                    <a:path extrusionOk="0" h="24441" w="42331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18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rect b="b" l="l" r="r" t="t"/>
                  <a:pathLst>
                    <a:path extrusionOk="0" h="17142" w="29345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18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18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9" name="Google Shape;869;p18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rect b="b" l="l" r="r" t="t"/>
                  <a:pathLst>
                    <a:path extrusionOk="0" h="17011" w="29363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18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rect b="b" l="l" r="r" t="t"/>
                  <a:pathLst>
                    <a:path extrusionOk="0" h="17106" w="29244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18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18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18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rect b="b" l="l" r="r" t="t"/>
                  <a:pathLst>
                    <a:path extrusionOk="0" h="17011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18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5" name="Google Shape;875;p18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rect b="b" l="l" r="r" t="t"/>
                  <a:pathLst>
                    <a:path extrusionOk="0" h="16916" w="29291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" name="Google Shape;876;p18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rect b="b" l="l" r="r" t="t"/>
                  <a:pathLst>
                    <a:path extrusionOk="0" h="17011" w="29376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" name="Google Shape;877;p18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rect b="b" l="l" r="r" t="t"/>
                  <a:pathLst>
                    <a:path extrusionOk="0" h="28917" w="50834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" name="Google Shape;878;p18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rect b="b" l="l" r="r" t="t"/>
                  <a:pathLst>
                    <a:path extrusionOk="0" h="19459" w="33968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79" name="Google Shape;879;p18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880" name="Google Shape;880;p18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881" name="Google Shape;881;p18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rect b="b" l="l" r="r" t="t"/>
                    <a:pathLst>
                      <a:path extrusionOk="0" h="386884" w="286484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2" name="Google Shape;882;p18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rect b="b" l="l" r="r" t="t"/>
                    <a:pathLst>
                      <a:path extrusionOk="0" h="175524" w="284295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3" name="Google Shape;883;p1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rect b="b" l="l" r="r" t="t"/>
                    <a:pathLst>
                      <a:path extrusionOk="0" h="383687" w="277444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4" name="Google Shape;884;p1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rect b="b" l="l" r="r" t="t"/>
                    <a:pathLst>
                      <a:path extrusionOk="0" h="383687" w="277444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5" name="Google Shape;885;p18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rect b="b" l="l" r="r" t="t"/>
                    <a:pathLst>
                      <a:path extrusionOk="0" h="168020" w="277062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86" name="Google Shape;886;p18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rect b="b" l="l" r="r" t="t"/>
                  <a:pathLst>
                    <a:path extrusionOk="0" h="199929" w="3426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18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rect b="b" l="l" r="r" t="t"/>
                  <a:pathLst>
                    <a:path extrusionOk="0" h="344805" w="257645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18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rect b="b" l="l" r="r" t="t"/>
                  <a:pathLst>
                    <a:path extrusionOk="0" h="152400" w="261072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89" name="Google Shape;889;p18"/>
            <p:cNvSpPr/>
            <p:nvPr/>
          </p:nvSpPr>
          <p:spPr>
            <a:xfrm>
              <a:off x="2723181" y="3858886"/>
              <a:ext cx="360479" cy="597446"/>
            </a:xfrm>
            <a:custGeom>
              <a:rect b="b" l="l" r="r" t="t"/>
              <a:pathLst>
                <a:path extrusionOk="0" h="597446" w="360479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2983060" y="3959444"/>
              <a:ext cx="457273" cy="356362"/>
            </a:xfrm>
            <a:custGeom>
              <a:rect b="b" l="l" r="r" t="t"/>
              <a:pathLst>
                <a:path extrusionOk="0" h="356362" w="457273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2966834" y="3952080"/>
              <a:ext cx="139371" cy="203905"/>
            </a:xfrm>
            <a:custGeom>
              <a:rect b="b" l="l" r="r" t="t"/>
              <a:pathLst>
                <a:path extrusionOk="0" h="203905" w="139371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2806828" y="3576743"/>
              <a:ext cx="227254" cy="250802"/>
            </a:xfrm>
            <a:custGeom>
              <a:rect b="b" l="l" r="r" t="t"/>
              <a:pathLst>
                <a:path extrusionOk="0" h="250802" w="227254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3061186" y="4495381"/>
              <a:ext cx="201300" cy="278129"/>
            </a:xfrm>
            <a:custGeom>
              <a:rect b="b" l="l" r="r" t="t"/>
              <a:pathLst>
                <a:path extrusionOk="0" h="278129" w="20130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3130570" y="4465187"/>
              <a:ext cx="131916" cy="77057"/>
            </a:xfrm>
            <a:custGeom>
              <a:rect b="b" l="l" r="r" t="t"/>
              <a:pathLst>
                <a:path extrusionOk="0" h="77057" w="131916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5" name="Google Shape;895;p18"/>
          <p:cNvSpPr txBox="1"/>
          <p:nvPr>
            <p:ph idx="4294967295" type="ctrTitle"/>
          </p:nvPr>
        </p:nvSpPr>
        <p:spPr>
          <a:xfrm>
            <a:off x="158610" y="550500"/>
            <a:ext cx="487089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r>
              <a:rPr b="1" i="0" lang="fr-FR" sz="7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i="0" sz="7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18"/>
          <p:cNvSpPr txBox="1"/>
          <p:nvPr>
            <p:ph idx="4294967295" type="subTitle"/>
          </p:nvPr>
        </p:nvSpPr>
        <p:spPr>
          <a:xfrm>
            <a:off x="685800" y="2021059"/>
            <a:ext cx="4343700" cy="19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rPr b="0" i="0" lang="fr-FR" sz="1600" u="none" cap="none" strike="noStrike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L’objectif de ce projet était de concevoir et développer une application de système de gestion de l’éducation dans une école.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rPr b="0" i="0" lang="fr-FR" sz="1600" u="none" cap="none" strike="noStrike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 projet m’a donné la possibilité de découvrir de nouvelles approches de développement et d’utiliser des nouvelles technologies, telle qu’Oracle Apex.</a:t>
            </a:r>
            <a:endParaRPr b="0" i="0" sz="1600" u="none" cap="none" strike="noStrike">
              <a:solidFill>
                <a:srgbClr val="1113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1" i="0" sz="36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grpSp>
        <p:nvGrpSpPr>
          <p:cNvPr id="902" name="Google Shape;902;p19"/>
          <p:cNvGrpSpPr/>
          <p:nvPr/>
        </p:nvGrpSpPr>
        <p:grpSpPr>
          <a:xfrm>
            <a:off x="6368902" y="1722474"/>
            <a:ext cx="2737023" cy="2783532"/>
            <a:chOff x="2602525" y="317054"/>
            <a:chExt cx="4174283" cy="4762495"/>
          </a:xfrm>
        </p:grpSpPr>
        <p:sp>
          <p:nvSpPr>
            <p:cNvPr id="903" name="Google Shape;903;p19"/>
            <p:cNvSpPr/>
            <p:nvPr/>
          </p:nvSpPr>
          <p:spPr>
            <a:xfrm>
              <a:off x="3677747" y="776267"/>
              <a:ext cx="2670951" cy="3350306"/>
            </a:xfrm>
            <a:custGeom>
              <a:rect b="b" l="l" r="r" t="t"/>
              <a:pathLst>
                <a:path extrusionOk="0" h="3350306" w="2670951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3662233" y="794118"/>
              <a:ext cx="2655076" cy="3335369"/>
            </a:xfrm>
            <a:custGeom>
              <a:rect b="b" l="l" r="r" t="t"/>
              <a:pathLst>
                <a:path extrusionOk="0" h="3335369" w="2655076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3763407" y="1012375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19"/>
            <p:cNvSpPr/>
            <p:nvPr/>
          </p:nvSpPr>
          <p:spPr>
            <a:xfrm>
              <a:off x="3763407" y="1170775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9"/>
            <p:cNvSpPr/>
            <p:nvPr/>
          </p:nvSpPr>
          <p:spPr>
            <a:xfrm>
              <a:off x="3763407" y="1252119"/>
              <a:ext cx="1319638" cy="808005"/>
            </a:xfrm>
            <a:custGeom>
              <a:rect b="b" l="l" r="r" t="t"/>
              <a:pathLst>
                <a:path extrusionOk="0" h="808005" w="1319638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9"/>
            <p:cNvSpPr/>
            <p:nvPr/>
          </p:nvSpPr>
          <p:spPr>
            <a:xfrm>
              <a:off x="3763407" y="1333558"/>
              <a:ext cx="1235786" cy="759428"/>
            </a:xfrm>
            <a:custGeom>
              <a:rect b="b" l="l" r="r" t="t"/>
              <a:pathLst>
                <a:path extrusionOk="0" h="759428" w="1235786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5632982" y="2768594"/>
              <a:ext cx="578775" cy="425291"/>
            </a:xfrm>
            <a:custGeom>
              <a:rect b="b" l="l" r="r" t="t"/>
              <a:pathLst>
                <a:path extrusionOk="0" h="425291" w="578775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9"/>
            <p:cNvSpPr/>
            <p:nvPr/>
          </p:nvSpPr>
          <p:spPr>
            <a:xfrm>
              <a:off x="5632982" y="2926995"/>
              <a:ext cx="548794" cy="362521"/>
            </a:xfrm>
            <a:custGeom>
              <a:rect b="b" l="l" r="r" t="t"/>
              <a:pathLst>
                <a:path extrusionOk="0" h="362521" w="548794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9"/>
            <p:cNvSpPr/>
            <p:nvPr/>
          </p:nvSpPr>
          <p:spPr>
            <a:xfrm>
              <a:off x="5632982" y="3008338"/>
              <a:ext cx="484930" cy="325659"/>
            </a:xfrm>
            <a:custGeom>
              <a:rect b="b" l="l" r="r" t="t"/>
              <a:pathLst>
                <a:path extrusionOk="0" h="325659" w="48493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9"/>
            <p:cNvSpPr/>
            <p:nvPr/>
          </p:nvSpPr>
          <p:spPr>
            <a:xfrm>
              <a:off x="5632982" y="3089777"/>
              <a:ext cx="454092" cy="307752"/>
            </a:xfrm>
            <a:custGeom>
              <a:rect b="b" l="l" r="r" t="t"/>
              <a:pathLst>
                <a:path extrusionOk="0" h="307752" w="454092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19"/>
            <p:cNvSpPr/>
            <p:nvPr/>
          </p:nvSpPr>
          <p:spPr>
            <a:xfrm>
              <a:off x="3763407" y="1505008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3763407" y="1663408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3763407" y="1744847"/>
              <a:ext cx="1319638" cy="807910"/>
            </a:xfrm>
            <a:custGeom>
              <a:rect b="b" l="l" r="r" t="t"/>
              <a:pathLst>
                <a:path extrusionOk="0" h="807910" w="1319638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3763407" y="1826191"/>
              <a:ext cx="1235786" cy="759523"/>
            </a:xfrm>
            <a:custGeom>
              <a:rect b="b" l="l" r="r" t="t"/>
              <a:pathLst>
                <a:path extrusionOk="0" h="759523" w="1235786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3763407" y="1997641"/>
              <a:ext cx="1575095" cy="1001077"/>
            </a:xfrm>
            <a:custGeom>
              <a:rect b="b" l="l" r="r" t="t"/>
              <a:pathLst>
                <a:path extrusionOk="0" h="1001077" w="1575095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3763407" y="2156137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3763407" y="2237480"/>
              <a:ext cx="1319638" cy="808005"/>
            </a:xfrm>
            <a:custGeom>
              <a:rect b="b" l="l" r="r" t="t"/>
              <a:pathLst>
                <a:path extrusionOk="0" h="808005" w="1319638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3763407" y="2318824"/>
              <a:ext cx="1235786" cy="759523"/>
            </a:xfrm>
            <a:custGeom>
              <a:rect b="b" l="l" r="r" t="t"/>
              <a:pathLst>
                <a:path extrusionOk="0" h="759523" w="1235786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3763407" y="2490369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3763407" y="2648770"/>
              <a:ext cx="1493528" cy="887920"/>
            </a:xfrm>
            <a:custGeom>
              <a:rect b="b" l="l" r="r" t="t"/>
              <a:pathLst>
                <a:path extrusionOk="0" h="887920" w="1493528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5633267" y="2100963"/>
              <a:ext cx="578489" cy="901329"/>
            </a:xfrm>
            <a:custGeom>
              <a:rect b="b" l="l" r="r" t="t"/>
              <a:pathLst>
                <a:path extrusionOk="0" h="901329" w="578489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3680697" y="317054"/>
              <a:ext cx="2667830" cy="1909376"/>
            </a:xfrm>
            <a:custGeom>
              <a:rect b="b" l="l" r="r" t="t"/>
              <a:pathLst>
                <a:path extrusionOk="0" h="1909376" w="266783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3662233" y="334831"/>
              <a:ext cx="2655171" cy="1893451"/>
            </a:xfrm>
            <a:custGeom>
              <a:rect b="b" l="l" r="r" t="t"/>
              <a:pathLst>
                <a:path extrusionOk="0" h="1893451" w="2655171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9"/>
            <p:cNvSpPr/>
            <p:nvPr/>
          </p:nvSpPr>
          <p:spPr>
            <a:xfrm>
              <a:off x="3763692" y="506668"/>
              <a:ext cx="2448064" cy="1546988"/>
            </a:xfrm>
            <a:custGeom>
              <a:rect b="b" l="l" r="r" t="t"/>
              <a:pathLst>
                <a:path extrusionOk="0" h="1546988" w="2448064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9"/>
            <p:cNvSpPr/>
            <p:nvPr/>
          </p:nvSpPr>
          <p:spPr>
            <a:xfrm>
              <a:off x="6042246" y="1815046"/>
              <a:ext cx="173984" cy="241344"/>
            </a:xfrm>
            <a:custGeom>
              <a:rect b="b" l="l" r="r" t="t"/>
              <a:pathLst>
                <a:path extrusionOk="0" h="241344" w="173984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3824606" y="578160"/>
              <a:ext cx="40165" cy="72472"/>
            </a:xfrm>
            <a:custGeom>
              <a:rect b="b" l="l" r="r" t="t"/>
              <a:pathLst>
                <a:path extrusionOk="0" h="72472" w="40165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3871213" y="621212"/>
              <a:ext cx="35348" cy="54941"/>
            </a:xfrm>
            <a:custGeom>
              <a:rect b="b" l="l" r="r" t="t"/>
              <a:pathLst>
                <a:path extrusionOk="0" h="54941" w="35348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3913502" y="644554"/>
              <a:ext cx="33883" cy="60925"/>
            </a:xfrm>
            <a:custGeom>
              <a:rect b="b" l="l" r="r" t="t"/>
              <a:pathLst>
                <a:path extrusionOk="0" h="60925" w="33883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9"/>
            <p:cNvSpPr/>
            <p:nvPr/>
          </p:nvSpPr>
          <p:spPr>
            <a:xfrm>
              <a:off x="3956522" y="663093"/>
              <a:ext cx="19892" cy="51720"/>
            </a:xfrm>
            <a:custGeom>
              <a:rect b="b" l="l" r="r" t="t"/>
              <a:pathLst>
                <a:path extrusionOk="0" h="51720" w="19892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3980286" y="683824"/>
              <a:ext cx="34675" cy="54516"/>
            </a:xfrm>
            <a:custGeom>
              <a:rect b="b" l="l" r="r" t="t"/>
              <a:pathLst>
                <a:path extrusionOk="0" h="54516" w="34675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4022575" y="681666"/>
              <a:ext cx="32718" cy="85915"/>
            </a:xfrm>
            <a:custGeom>
              <a:rect b="b" l="l" r="r" t="t"/>
              <a:pathLst>
                <a:path extrusionOk="0" h="85915" w="32718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4065860" y="766513"/>
              <a:ext cx="8800" cy="10615"/>
            </a:xfrm>
            <a:custGeom>
              <a:rect b="b" l="l" r="r" t="t"/>
              <a:pathLst>
                <a:path extrusionOk="0" h="10615" w="880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4086317" y="778377"/>
              <a:ext cx="8807" cy="10445"/>
            </a:xfrm>
            <a:custGeom>
              <a:rect b="b" l="l" r="r" t="t"/>
              <a:pathLst>
                <a:path extrusionOk="0" h="10445" w="8807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9"/>
            <p:cNvSpPr/>
            <p:nvPr/>
          </p:nvSpPr>
          <p:spPr>
            <a:xfrm>
              <a:off x="4106781" y="790188"/>
              <a:ext cx="8804" cy="10445"/>
            </a:xfrm>
            <a:custGeom>
              <a:rect b="b" l="l" r="r" t="t"/>
              <a:pathLst>
                <a:path extrusionOk="0" h="10445" w="8804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9"/>
            <p:cNvSpPr/>
            <p:nvPr/>
          </p:nvSpPr>
          <p:spPr>
            <a:xfrm>
              <a:off x="6091738" y="1886219"/>
              <a:ext cx="73770" cy="113063"/>
            </a:xfrm>
            <a:custGeom>
              <a:rect b="b" l="l" r="r" t="t"/>
              <a:pathLst>
                <a:path extrusionOk="0" h="113063" w="7377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9"/>
            <p:cNvSpPr/>
            <p:nvPr/>
          </p:nvSpPr>
          <p:spPr>
            <a:xfrm>
              <a:off x="5099606" y="2084115"/>
              <a:ext cx="833576" cy="1053763"/>
            </a:xfrm>
            <a:custGeom>
              <a:rect b="b" l="l" r="r" t="t"/>
              <a:pathLst>
                <a:path extrusionOk="0" h="1053763" w="833576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9"/>
            <p:cNvSpPr/>
            <p:nvPr/>
          </p:nvSpPr>
          <p:spPr>
            <a:xfrm>
              <a:off x="4974070" y="2163744"/>
              <a:ext cx="820424" cy="1006964"/>
            </a:xfrm>
            <a:custGeom>
              <a:rect b="b" l="l" r="r" t="t"/>
              <a:pathLst>
                <a:path extrusionOk="0" h="1006964" w="820424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5034477" y="2242227"/>
              <a:ext cx="618491" cy="852150"/>
            </a:xfrm>
            <a:custGeom>
              <a:rect b="b" l="l" r="r" t="t"/>
              <a:pathLst>
                <a:path extrusionOk="0" h="852150" w="618491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5108865" y="2242623"/>
              <a:ext cx="621582" cy="807149"/>
            </a:xfrm>
            <a:custGeom>
              <a:rect b="b" l="l" r="r" t="t"/>
              <a:pathLst>
                <a:path extrusionOk="0" h="807149" w="621582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9"/>
            <p:cNvSpPr/>
            <p:nvPr/>
          </p:nvSpPr>
          <p:spPr>
            <a:xfrm>
              <a:off x="5831808" y="2838412"/>
              <a:ext cx="311135" cy="259746"/>
            </a:xfrm>
            <a:custGeom>
              <a:rect b="b" l="l" r="r" t="t"/>
              <a:pathLst>
                <a:path extrusionOk="0" h="259746" w="311135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9"/>
            <p:cNvSpPr/>
            <p:nvPr/>
          </p:nvSpPr>
          <p:spPr>
            <a:xfrm>
              <a:off x="5831808" y="2798312"/>
              <a:ext cx="380520" cy="219646"/>
            </a:xfrm>
            <a:custGeom>
              <a:rect b="b" l="l" r="r" t="t"/>
              <a:pathLst>
                <a:path extrusionOk="0" h="219646" w="38052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9"/>
            <p:cNvSpPr/>
            <p:nvPr/>
          </p:nvSpPr>
          <p:spPr>
            <a:xfrm>
              <a:off x="6056214" y="2910510"/>
              <a:ext cx="696628" cy="514166"/>
            </a:xfrm>
            <a:custGeom>
              <a:rect b="b" l="l" r="r" t="t"/>
              <a:pathLst>
                <a:path extrusionOk="0" h="514166" w="696628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6620145" y="3238764"/>
              <a:ext cx="156663" cy="192193"/>
            </a:xfrm>
            <a:custGeom>
              <a:rect b="b" l="l" r="r" t="t"/>
              <a:pathLst>
                <a:path extrusionOk="0" h="192193" w="156663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6620145" y="3238764"/>
              <a:ext cx="156663" cy="192193"/>
            </a:xfrm>
            <a:custGeom>
              <a:rect b="b" l="l" r="r" t="t"/>
              <a:pathLst>
                <a:path extrusionOk="0" h="192193" w="156663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19"/>
            <p:cNvSpPr/>
            <p:nvPr/>
          </p:nvSpPr>
          <p:spPr>
            <a:xfrm>
              <a:off x="3797207" y="2991392"/>
              <a:ext cx="2353338" cy="1403876"/>
            </a:xfrm>
            <a:custGeom>
              <a:rect b="b" l="l" r="r" t="t"/>
              <a:pathLst>
                <a:path extrusionOk="0" h="1403876" w="2353338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9"/>
            <p:cNvSpPr/>
            <p:nvPr/>
          </p:nvSpPr>
          <p:spPr>
            <a:xfrm>
              <a:off x="2602525" y="4569200"/>
              <a:ext cx="891148" cy="510349"/>
            </a:xfrm>
            <a:custGeom>
              <a:rect b="b" l="l" r="r" t="t"/>
              <a:pathLst>
                <a:path extrusionOk="0" h="510349" w="891148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19"/>
            <p:cNvSpPr/>
            <p:nvPr/>
          </p:nvSpPr>
          <p:spPr>
            <a:xfrm>
              <a:off x="2671243" y="4325932"/>
              <a:ext cx="591243" cy="341661"/>
            </a:xfrm>
            <a:custGeom>
              <a:rect b="b" l="l" r="r" t="t"/>
              <a:pathLst>
                <a:path extrusionOk="0" h="341661" w="591243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9"/>
            <p:cNvSpPr/>
            <p:nvPr/>
          </p:nvSpPr>
          <p:spPr>
            <a:xfrm>
              <a:off x="2671243" y="4496715"/>
              <a:ext cx="295621" cy="512444"/>
            </a:xfrm>
            <a:custGeom>
              <a:rect b="b" l="l" r="r" t="t"/>
              <a:pathLst>
                <a:path extrusionOk="0" h="512444" w="295621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9"/>
            <p:cNvSpPr/>
            <p:nvPr/>
          </p:nvSpPr>
          <p:spPr>
            <a:xfrm>
              <a:off x="2966865" y="4496715"/>
              <a:ext cx="295621" cy="512444"/>
            </a:xfrm>
            <a:custGeom>
              <a:rect b="b" l="l" r="r" t="t"/>
              <a:pathLst>
                <a:path extrusionOk="0" h="512444" w="295621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3352925" y="4700698"/>
              <a:ext cx="220640" cy="124389"/>
            </a:xfrm>
            <a:custGeom>
              <a:rect b="b" l="l" r="r" t="t"/>
              <a:pathLst>
                <a:path extrusionOk="0" h="124389" w="22064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3356617" y="4721600"/>
              <a:ext cx="217074" cy="103773"/>
            </a:xfrm>
            <a:custGeom>
              <a:rect b="b" l="l" r="r" t="t"/>
              <a:pathLst>
                <a:path extrusionOk="0" h="103773" w="217074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3173533" y="4605067"/>
              <a:ext cx="220687" cy="124551"/>
            </a:xfrm>
            <a:custGeom>
              <a:rect b="b" l="l" r="r" t="t"/>
              <a:pathLst>
                <a:path extrusionOk="0" h="124551" w="220687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3177588" y="4625969"/>
              <a:ext cx="217074" cy="103649"/>
            </a:xfrm>
            <a:custGeom>
              <a:rect b="b" l="l" r="r" t="t"/>
              <a:pathLst>
                <a:path extrusionOk="0" h="103649" w="217074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2766014" y="4132721"/>
              <a:ext cx="711887" cy="612953"/>
            </a:xfrm>
            <a:custGeom>
              <a:rect b="b" l="l" r="r" t="t"/>
              <a:pathLst>
                <a:path extrusionOk="0" h="612953" w="711887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9"/>
            <p:cNvSpPr/>
            <p:nvPr/>
          </p:nvSpPr>
          <p:spPr>
            <a:xfrm>
              <a:off x="2706078" y="4012750"/>
              <a:ext cx="153426" cy="268033"/>
            </a:xfrm>
            <a:custGeom>
              <a:rect b="b" l="l" r="r" t="t"/>
              <a:pathLst>
                <a:path extrusionOk="0" h="268033" w="153426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9"/>
            <p:cNvSpPr/>
            <p:nvPr/>
          </p:nvSpPr>
          <p:spPr>
            <a:xfrm>
              <a:off x="2694181" y="3854621"/>
              <a:ext cx="102411" cy="197244"/>
            </a:xfrm>
            <a:custGeom>
              <a:rect b="b" l="l" r="r" t="t"/>
              <a:pathLst>
                <a:path extrusionOk="0" h="197244" w="102411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2799755" y="3593223"/>
              <a:ext cx="234442" cy="375527"/>
            </a:xfrm>
            <a:custGeom>
              <a:rect b="b" l="l" r="r" t="t"/>
              <a:pathLst>
                <a:path extrusionOk="0" h="375527" w="234442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0" name="Google Shape;960;p19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961" name="Google Shape;961;p19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962" name="Google Shape;962;p19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rect b="b" l="l" r="r" t="t"/>
                  <a:pathLst>
                    <a:path extrusionOk="0" h="167618" w="474083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19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rect b="b" l="l" r="r" t="t"/>
                  <a:pathLst>
                    <a:path extrusionOk="0" h="123825" w="200539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" name="Google Shape;964;p19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rect b="b" l="l" r="r" t="t"/>
                  <a:pathLst>
                    <a:path extrusionOk="0" h="274003" w="474198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5" name="Google Shape;965;p19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966" name="Google Shape;966;p19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rect b="b" l="l" r="r" t="t"/>
                    <a:pathLst>
                      <a:path extrusionOk="0" h="77247" w="133724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7" name="Google Shape;967;p19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rect b="b" l="l" r="r" t="t"/>
                    <a:pathLst>
                      <a:path extrusionOk="0" h="75723" w="131154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68" name="Google Shape;968;p19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9" name="Google Shape;969;p19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rect b="b" l="l" r="r" t="t"/>
                  <a:pathLst>
                    <a:path extrusionOk="0" h="16916" w="29303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0" name="Google Shape;970;p19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1" name="Google Shape;971;p19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rect b="b" l="l" r="r" t="t"/>
                  <a:pathLst>
                    <a:path extrusionOk="0" h="17487" w="29345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" name="Google Shape;972;p19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rect b="b" l="l" r="r" t="t"/>
                  <a:pathLst>
                    <a:path extrusionOk="0" h="17487" w="29372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" name="Google Shape;973;p19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rect b="b" l="l" r="r" t="t"/>
                  <a:pathLst>
                    <a:path extrusionOk="0" h="17011" w="29363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19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rect b="b" l="l" r="r" t="t"/>
                  <a:pathLst>
                    <a:path extrusionOk="0" h="17011" w="2927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5" name="Google Shape;975;p19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19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rect b="b" l="l" r="r" t="t"/>
                  <a:pathLst>
                    <a:path extrusionOk="0" h="17106" w="29374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19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19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9" name="Google Shape;979;p19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rect b="b" l="l" r="r" t="t"/>
                  <a:pathLst>
                    <a:path extrusionOk="0" h="16983" w="29387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0" name="Google Shape;980;p19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rect b="b" l="l" r="r" t="t"/>
                  <a:pathLst>
                    <a:path extrusionOk="0" h="17011" w="29458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1" name="Google Shape;981;p19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rect b="b" l="l" r="r" t="t"/>
                  <a:pathLst>
                    <a:path extrusionOk="0" h="21809" w="3768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19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19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19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19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rect b="b" l="l" r="r" t="t"/>
                  <a:pathLst>
                    <a:path extrusionOk="0" h="16916" w="29434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19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rect b="b" l="l" r="r" t="t"/>
                  <a:pathLst>
                    <a:path extrusionOk="0" h="17047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19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rect b="b" l="l" r="r" t="t"/>
                  <a:pathLst>
                    <a:path extrusionOk="0" h="17106" w="29341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19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rect b="b" l="l" r="r" t="t"/>
                  <a:pathLst>
                    <a:path extrusionOk="0" h="17011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19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rect b="b" l="l" r="r" t="t"/>
                  <a:pathLst>
                    <a:path extrusionOk="0" h="17011" w="29291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19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rect b="b" l="l" r="r" t="t"/>
                  <a:pathLst>
                    <a:path extrusionOk="0" h="17011" w="2939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19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rect b="b" l="l" r="r" t="t"/>
                  <a:pathLst>
                    <a:path extrusionOk="0" h="17011" w="29326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19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19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19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rect b="b" l="l" r="r" t="t"/>
                  <a:pathLst>
                    <a:path extrusionOk="0" h="21745" w="3768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19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rect b="b" l="l" r="r" t="t"/>
                  <a:pathLst>
                    <a:path extrusionOk="0" h="24112" w="46109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6" name="Google Shape;996;p19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rect b="b" l="l" r="r" t="t"/>
                  <a:pathLst>
                    <a:path extrusionOk="0" h="16916" w="29375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19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rect b="b" l="l" r="r" t="t"/>
                  <a:pathLst>
                    <a:path extrusionOk="0" h="17011" w="28938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19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19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rect b="b" l="l" r="r" t="t"/>
                  <a:pathLst>
                    <a:path extrusionOk="0" h="17011" w="29352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19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19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2" name="Google Shape;1002;p19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rect b="b" l="l" r="r" t="t"/>
                  <a:pathLst>
                    <a:path extrusionOk="0" h="17202" w="29387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3" name="Google Shape;1003;p19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rect b="b" l="l" r="r" t="t"/>
                  <a:pathLst>
                    <a:path extrusionOk="0" h="19393" w="34098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19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rect b="b" l="l" r="r" t="t"/>
                  <a:pathLst>
                    <a:path extrusionOk="0" h="19392" w="33778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19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rect b="b" l="l" r="r" t="t"/>
                  <a:pathLst>
                    <a:path extrusionOk="0" h="56826" w="98308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19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rect b="b" l="l" r="r" t="t"/>
                  <a:pathLst>
                    <a:path extrusionOk="0" h="16916" w="29387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7" name="Google Shape;1007;p19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rect b="b" l="l" r="r" t="t"/>
                  <a:pathLst>
                    <a:path extrusionOk="0" h="17106" w="29374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8" name="Google Shape;1008;p19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rect b="b" l="l" r="r" t="t"/>
                  <a:pathLst>
                    <a:path extrusionOk="0" h="17011" w="29313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9" name="Google Shape;1009;p19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19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1" name="Google Shape;1011;p19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rect b="b" l="l" r="r" t="t"/>
                  <a:pathLst>
                    <a:path extrusionOk="0" h="16916" w="29541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19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rect b="b" l="l" r="r" t="t"/>
                  <a:pathLst>
                    <a:path extrusionOk="0" h="17106" w="29308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9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rect b="b" l="l" r="r" t="t"/>
                  <a:pathLst>
                    <a:path extrusionOk="0" h="16916" w="29375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9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rect b="b" l="l" r="r" t="t"/>
                  <a:pathLst>
                    <a:path extrusionOk="0" h="17487" w="29333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19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rect b="b" l="l" r="r" t="t"/>
                  <a:pathLst>
                    <a:path extrusionOk="0" h="16630" w="29313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19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rect b="b" l="l" r="r" t="t"/>
                  <a:pathLst>
                    <a:path extrusionOk="0" h="17011" w="29041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7" name="Google Shape;1017;p19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8" name="Google Shape;1018;p19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rect b="b" l="l" r="r" t="t"/>
                  <a:pathLst>
                    <a:path extrusionOk="0" h="24441" w="42331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19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rect b="b" l="l" r="r" t="t"/>
                  <a:pathLst>
                    <a:path extrusionOk="0" h="17142" w="29345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19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19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19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rect b="b" l="l" r="r" t="t"/>
                  <a:pathLst>
                    <a:path extrusionOk="0" h="17011" w="29363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19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rect b="b" l="l" r="r" t="t"/>
                  <a:pathLst>
                    <a:path extrusionOk="0" h="17106" w="29244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19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19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19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rect b="b" l="l" r="r" t="t"/>
                  <a:pathLst>
                    <a:path extrusionOk="0" h="17011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19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19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rect b="b" l="l" r="r" t="t"/>
                  <a:pathLst>
                    <a:path extrusionOk="0" h="16916" w="29291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19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rect b="b" l="l" r="r" t="t"/>
                  <a:pathLst>
                    <a:path extrusionOk="0" h="17011" w="29376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9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rect b="b" l="l" r="r" t="t"/>
                  <a:pathLst>
                    <a:path extrusionOk="0" h="28917" w="50834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19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rect b="b" l="l" r="r" t="t"/>
                  <a:pathLst>
                    <a:path extrusionOk="0" h="19459" w="33968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32" name="Google Shape;1032;p19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1033" name="Google Shape;1033;p19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1034" name="Google Shape;1034;p19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rect b="b" l="l" r="r" t="t"/>
                    <a:pathLst>
                      <a:path extrusionOk="0" h="386884" w="286484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5" name="Google Shape;1035;p19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rect b="b" l="l" r="r" t="t"/>
                    <a:pathLst>
                      <a:path extrusionOk="0" h="175524" w="284295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6" name="Google Shape;1036;p19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rect b="b" l="l" r="r" t="t"/>
                    <a:pathLst>
                      <a:path extrusionOk="0" h="383687" w="277444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7" name="Google Shape;1037;p19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rect b="b" l="l" r="r" t="t"/>
                    <a:pathLst>
                      <a:path extrusionOk="0" h="383687" w="277444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8" name="Google Shape;1038;p19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rect b="b" l="l" r="r" t="t"/>
                    <a:pathLst>
                      <a:path extrusionOk="0" h="168020" w="277062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39" name="Google Shape;1039;p19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rect b="b" l="l" r="r" t="t"/>
                  <a:pathLst>
                    <a:path extrusionOk="0" h="199929" w="3426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19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rect b="b" l="l" r="r" t="t"/>
                  <a:pathLst>
                    <a:path extrusionOk="0" h="344805" w="257645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19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rect b="b" l="l" r="r" t="t"/>
                  <a:pathLst>
                    <a:path extrusionOk="0" h="152400" w="261072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42" name="Google Shape;1042;p19"/>
            <p:cNvSpPr/>
            <p:nvPr/>
          </p:nvSpPr>
          <p:spPr>
            <a:xfrm>
              <a:off x="2723181" y="3858886"/>
              <a:ext cx="360479" cy="597446"/>
            </a:xfrm>
            <a:custGeom>
              <a:rect b="b" l="l" r="r" t="t"/>
              <a:pathLst>
                <a:path extrusionOk="0" h="597446" w="360479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19"/>
            <p:cNvSpPr/>
            <p:nvPr/>
          </p:nvSpPr>
          <p:spPr>
            <a:xfrm>
              <a:off x="2983060" y="3959444"/>
              <a:ext cx="457273" cy="356362"/>
            </a:xfrm>
            <a:custGeom>
              <a:rect b="b" l="l" r="r" t="t"/>
              <a:pathLst>
                <a:path extrusionOk="0" h="356362" w="457273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19"/>
            <p:cNvSpPr/>
            <p:nvPr/>
          </p:nvSpPr>
          <p:spPr>
            <a:xfrm>
              <a:off x="2966834" y="3952080"/>
              <a:ext cx="139371" cy="203905"/>
            </a:xfrm>
            <a:custGeom>
              <a:rect b="b" l="l" r="r" t="t"/>
              <a:pathLst>
                <a:path extrusionOk="0" h="203905" w="139371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19"/>
            <p:cNvSpPr/>
            <p:nvPr/>
          </p:nvSpPr>
          <p:spPr>
            <a:xfrm>
              <a:off x="2806828" y="3576743"/>
              <a:ext cx="227254" cy="250802"/>
            </a:xfrm>
            <a:custGeom>
              <a:rect b="b" l="l" r="r" t="t"/>
              <a:pathLst>
                <a:path extrusionOk="0" h="250802" w="227254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19"/>
            <p:cNvSpPr/>
            <p:nvPr/>
          </p:nvSpPr>
          <p:spPr>
            <a:xfrm>
              <a:off x="3061186" y="4495381"/>
              <a:ext cx="201300" cy="278129"/>
            </a:xfrm>
            <a:custGeom>
              <a:rect b="b" l="l" r="r" t="t"/>
              <a:pathLst>
                <a:path extrusionOk="0" h="278129" w="20130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19"/>
            <p:cNvSpPr/>
            <p:nvPr/>
          </p:nvSpPr>
          <p:spPr>
            <a:xfrm>
              <a:off x="3130570" y="4465187"/>
              <a:ext cx="131916" cy="77057"/>
            </a:xfrm>
            <a:custGeom>
              <a:rect b="b" l="l" r="r" t="t"/>
              <a:pathLst>
                <a:path extrusionOk="0" h="77057" w="131916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8" name="Google Shape;1048;p19"/>
          <p:cNvSpPr txBox="1"/>
          <p:nvPr>
            <p:ph idx="4294967295" type="ctrTitle"/>
          </p:nvPr>
        </p:nvSpPr>
        <p:spPr>
          <a:xfrm>
            <a:off x="158609" y="550500"/>
            <a:ext cx="7433037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r>
              <a:rPr b="1" i="0" lang="fr-FR" sz="7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PERSPECTIVES</a:t>
            </a:r>
            <a:endParaRPr b="1" i="0" sz="7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19"/>
          <p:cNvSpPr txBox="1"/>
          <p:nvPr/>
        </p:nvSpPr>
        <p:spPr>
          <a:xfrm>
            <a:off x="400353" y="2077377"/>
            <a:ext cx="5658169" cy="1925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∙"/>
            </a:pPr>
            <a:r>
              <a:rPr b="0" i="0" lang="fr-FR" sz="2800" u="none" cap="none" strike="noStrike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et faire des tests en ligne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∙"/>
            </a:pPr>
            <a:r>
              <a:rPr b="0" i="0" lang="fr-FR" sz="2800" u="none" cap="none" strike="noStrike">
                <a:solidFill>
                  <a:srgbClr val="1113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Donner la main d’étudier en ligne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113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0"/>
          <p:cNvSpPr txBox="1"/>
          <p:nvPr>
            <p:ph idx="1" type="body"/>
          </p:nvPr>
        </p:nvSpPr>
        <p:spPr>
          <a:xfrm>
            <a:off x="1039049" y="1028325"/>
            <a:ext cx="7609975" cy="172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b="1" lang="fr-FR" sz="4800">
                <a:latin typeface="Times New Roman"/>
                <a:ea typeface="Times New Roman"/>
                <a:cs typeface="Times New Roman"/>
                <a:sym typeface="Times New Roman"/>
              </a:rPr>
              <a:t>Merci pour votre attention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5" name="Google Shape;1055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grpSp>
        <p:nvGrpSpPr>
          <p:cNvPr id="1056" name="Google Shape;1056;p20"/>
          <p:cNvGrpSpPr/>
          <p:nvPr/>
        </p:nvGrpSpPr>
        <p:grpSpPr>
          <a:xfrm>
            <a:off x="7060019" y="2751814"/>
            <a:ext cx="1489449" cy="1791065"/>
            <a:chOff x="6661328" y="2103554"/>
            <a:chExt cx="850574" cy="1325340"/>
          </a:xfrm>
        </p:grpSpPr>
        <p:sp>
          <p:nvSpPr>
            <p:cNvPr id="1057" name="Google Shape;1057;p20"/>
            <p:cNvSpPr/>
            <p:nvPr/>
          </p:nvSpPr>
          <p:spPr>
            <a:xfrm>
              <a:off x="7216759" y="3070053"/>
              <a:ext cx="247057" cy="142875"/>
            </a:xfrm>
            <a:custGeom>
              <a:rect b="b" l="l" r="r" t="t"/>
              <a:pathLst>
                <a:path extrusionOk="0" h="381000" w="658819">
                  <a:moveTo>
                    <a:pt x="658819" y="190500"/>
                  </a:moveTo>
                  <a:cubicBezTo>
                    <a:pt x="658819" y="295710"/>
                    <a:pt x="511337" y="381000"/>
                    <a:pt x="329409" y="381000"/>
                  </a:cubicBezTo>
                  <a:cubicBezTo>
                    <a:pt x="147482" y="381000"/>
                    <a:pt x="0" y="295710"/>
                    <a:pt x="0" y="190500"/>
                  </a:cubicBezTo>
                  <a:cubicBezTo>
                    <a:pt x="0" y="85290"/>
                    <a:pt x="147481" y="0"/>
                    <a:pt x="329409" y="0"/>
                  </a:cubicBezTo>
                  <a:cubicBezTo>
                    <a:pt x="511337" y="0"/>
                    <a:pt x="658819" y="85290"/>
                    <a:pt x="658819" y="190500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7342016" y="3123138"/>
              <a:ext cx="71660" cy="55453"/>
            </a:xfrm>
            <a:custGeom>
              <a:rect b="b" l="l" r="r" t="t"/>
              <a:pathLst>
                <a:path extrusionOk="0" h="147874" w="191092">
                  <a:moveTo>
                    <a:pt x="175923" y="5"/>
                  </a:moveTo>
                  <a:cubicBezTo>
                    <a:pt x="153005" y="19055"/>
                    <a:pt x="118866" y="1625"/>
                    <a:pt x="117534" y="3339"/>
                  </a:cubicBezTo>
                  <a:cubicBezTo>
                    <a:pt x="90651" y="28352"/>
                    <a:pt x="62427" y="51879"/>
                    <a:pt x="32995" y="73824"/>
                  </a:cubicBezTo>
                  <a:cubicBezTo>
                    <a:pt x="18731" y="85064"/>
                    <a:pt x="-3522" y="100113"/>
                    <a:pt x="472" y="121449"/>
                  </a:cubicBezTo>
                  <a:cubicBezTo>
                    <a:pt x="7699" y="160121"/>
                    <a:pt x="69511" y="148214"/>
                    <a:pt x="92810" y="136403"/>
                  </a:cubicBezTo>
                  <a:cubicBezTo>
                    <a:pt x="116108" y="124592"/>
                    <a:pt x="135127" y="104971"/>
                    <a:pt x="157189" y="91255"/>
                  </a:cubicBezTo>
                  <a:cubicBezTo>
                    <a:pt x="172975" y="81730"/>
                    <a:pt x="188475" y="76396"/>
                    <a:pt x="190948" y="56489"/>
                  </a:cubicBezTo>
                  <a:cubicBezTo>
                    <a:pt x="192564" y="44678"/>
                    <a:pt x="180202" y="-566"/>
                    <a:pt x="175923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7342406" y="3141358"/>
              <a:ext cx="71304" cy="37263"/>
            </a:xfrm>
            <a:custGeom>
              <a:rect b="b" l="l" r="r" t="t"/>
              <a:pathLst>
                <a:path extrusionOk="0" h="99367" w="190145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9" y="47911"/>
                    <a:pt x="113639" y="68104"/>
                    <a:pt x="90340" y="79915"/>
                  </a:cubicBezTo>
                  <a:cubicBezTo>
                    <a:pt x="68849" y="90774"/>
                    <a:pt x="15120" y="101632"/>
                    <a:pt x="0" y="74009"/>
                  </a:cubicBezTo>
                  <a:cubicBezTo>
                    <a:pt x="8178" y="111347"/>
                    <a:pt x="68849" y="99632"/>
                    <a:pt x="91957" y="87916"/>
                  </a:cubicBezTo>
                  <a:cubicBezTo>
                    <a:pt x="115065" y="76200"/>
                    <a:pt x="134275" y="56483"/>
                    <a:pt x="156336" y="42767"/>
                  </a:cubicBezTo>
                  <a:cubicBezTo>
                    <a:pt x="172122" y="33242"/>
                    <a:pt x="187623" y="27908"/>
                    <a:pt x="190095" y="8001"/>
                  </a:cubicBezTo>
                  <a:cubicBezTo>
                    <a:pt x="190229" y="5325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7268719" y="3095364"/>
              <a:ext cx="71613" cy="53417"/>
            </a:xfrm>
            <a:custGeom>
              <a:rect b="b" l="l" r="r" t="t"/>
              <a:pathLst>
                <a:path extrusionOk="0" h="142446" w="190969">
                  <a:moveTo>
                    <a:pt x="173186" y="102"/>
                  </a:moveTo>
                  <a:cubicBezTo>
                    <a:pt x="150268" y="19152"/>
                    <a:pt x="110138" y="-1613"/>
                    <a:pt x="108522" y="102"/>
                  </a:cubicBezTo>
                  <a:cubicBezTo>
                    <a:pt x="84624" y="24276"/>
                    <a:pt x="59386" y="47079"/>
                    <a:pt x="32921" y="68396"/>
                  </a:cubicBezTo>
                  <a:cubicBezTo>
                    <a:pt x="18657" y="79636"/>
                    <a:pt x="-3596" y="94685"/>
                    <a:pt x="493" y="116021"/>
                  </a:cubicBezTo>
                  <a:cubicBezTo>
                    <a:pt x="7626" y="154693"/>
                    <a:pt x="69437" y="142786"/>
                    <a:pt x="92736" y="130975"/>
                  </a:cubicBezTo>
                  <a:cubicBezTo>
                    <a:pt x="116034" y="119164"/>
                    <a:pt x="135148" y="99543"/>
                    <a:pt x="157210" y="85827"/>
                  </a:cubicBezTo>
                  <a:cubicBezTo>
                    <a:pt x="172901" y="76302"/>
                    <a:pt x="188402" y="70968"/>
                    <a:pt x="190874" y="51061"/>
                  </a:cubicBezTo>
                  <a:cubicBezTo>
                    <a:pt x="192300" y="39249"/>
                    <a:pt x="177275" y="-374"/>
                    <a:pt x="173186" y="10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268869" y="3112444"/>
              <a:ext cx="71304" cy="37267"/>
            </a:xfrm>
            <a:custGeom>
              <a:rect b="b" l="l" r="r" t="t"/>
              <a:pathLst>
                <a:path extrusionOk="0" h="99378" w="190145">
                  <a:moveTo>
                    <a:pt x="189715" y="0"/>
                  </a:moveTo>
                  <a:cubicBezTo>
                    <a:pt x="186767" y="19050"/>
                    <a:pt x="171457" y="24289"/>
                    <a:pt x="155861" y="34004"/>
                  </a:cubicBezTo>
                  <a:cubicBezTo>
                    <a:pt x="133418" y="48006"/>
                    <a:pt x="113639" y="68104"/>
                    <a:pt x="90340" y="79915"/>
                  </a:cubicBezTo>
                  <a:cubicBezTo>
                    <a:pt x="68849" y="90869"/>
                    <a:pt x="15120" y="101727"/>
                    <a:pt x="0" y="74104"/>
                  </a:cubicBezTo>
                  <a:cubicBezTo>
                    <a:pt x="8178" y="111347"/>
                    <a:pt x="68944" y="99631"/>
                    <a:pt x="91957" y="87916"/>
                  </a:cubicBezTo>
                  <a:cubicBezTo>
                    <a:pt x="114970" y="76200"/>
                    <a:pt x="134274" y="56579"/>
                    <a:pt x="156431" y="42767"/>
                  </a:cubicBezTo>
                  <a:cubicBezTo>
                    <a:pt x="172122" y="33242"/>
                    <a:pt x="187622" y="27908"/>
                    <a:pt x="190095" y="8001"/>
                  </a:cubicBezTo>
                  <a:cubicBezTo>
                    <a:pt x="190228" y="5324"/>
                    <a:pt x="190095" y="2648"/>
                    <a:pt x="18971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286737" y="2775175"/>
              <a:ext cx="123184" cy="353826"/>
            </a:xfrm>
            <a:custGeom>
              <a:rect b="b" l="l" r="r" t="t"/>
              <a:pathLst>
                <a:path extrusionOk="0" h="943536" w="328490">
                  <a:moveTo>
                    <a:pt x="324560" y="81915"/>
                  </a:moveTo>
                  <a:cubicBezTo>
                    <a:pt x="323514" y="116681"/>
                    <a:pt x="312673" y="267367"/>
                    <a:pt x="307918" y="347091"/>
                  </a:cubicBezTo>
                  <a:cubicBezTo>
                    <a:pt x="303163" y="426815"/>
                    <a:pt x="301927" y="524637"/>
                    <a:pt x="301927" y="524637"/>
                  </a:cubicBezTo>
                  <a:cubicBezTo>
                    <a:pt x="301927" y="524637"/>
                    <a:pt x="315716" y="582740"/>
                    <a:pt x="324560" y="651034"/>
                  </a:cubicBezTo>
                  <a:cubicBezTo>
                    <a:pt x="333403" y="719328"/>
                    <a:pt x="324560" y="934879"/>
                    <a:pt x="324560" y="934879"/>
                  </a:cubicBezTo>
                  <a:cubicBezTo>
                    <a:pt x="306701" y="946423"/>
                    <a:pt x="283745" y="946423"/>
                    <a:pt x="265886" y="934879"/>
                  </a:cubicBezTo>
                  <a:cubicBezTo>
                    <a:pt x="265886" y="934879"/>
                    <a:pt x="229274" y="762381"/>
                    <a:pt x="212252" y="684657"/>
                  </a:cubicBezTo>
                  <a:cubicBezTo>
                    <a:pt x="195230" y="606933"/>
                    <a:pt x="192378" y="562166"/>
                    <a:pt x="183724" y="513969"/>
                  </a:cubicBezTo>
                  <a:cubicBezTo>
                    <a:pt x="173073" y="455676"/>
                    <a:pt x="150060" y="183642"/>
                    <a:pt x="150060" y="183642"/>
                  </a:cubicBezTo>
                  <a:lnTo>
                    <a:pt x="140551" y="184214"/>
                  </a:lnTo>
                  <a:lnTo>
                    <a:pt x="116206" y="491490"/>
                  </a:lnTo>
                  <a:cubicBezTo>
                    <a:pt x="123766" y="514131"/>
                    <a:pt x="128959" y="537496"/>
                    <a:pt x="131707" y="561213"/>
                  </a:cubicBezTo>
                  <a:cubicBezTo>
                    <a:pt x="138363" y="611219"/>
                    <a:pt x="124670" y="862870"/>
                    <a:pt x="124670" y="862870"/>
                  </a:cubicBezTo>
                  <a:cubicBezTo>
                    <a:pt x="104700" y="873966"/>
                    <a:pt x="80213" y="872938"/>
                    <a:pt x="61241" y="860203"/>
                  </a:cubicBezTo>
                  <a:cubicBezTo>
                    <a:pt x="61241" y="860203"/>
                    <a:pt x="0" y="526828"/>
                    <a:pt x="0" y="476250"/>
                  </a:cubicBezTo>
                  <a:cubicBezTo>
                    <a:pt x="0" y="442722"/>
                    <a:pt x="5706" y="0"/>
                    <a:pt x="5706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314533" y="2554952"/>
              <a:ext cx="78868" cy="76871"/>
            </a:xfrm>
            <a:custGeom>
              <a:rect b="b" l="l" r="r" t="t"/>
              <a:pathLst>
                <a:path extrusionOk="0" h="204988" w="210314">
                  <a:moveTo>
                    <a:pt x="167279" y="0"/>
                  </a:moveTo>
                  <a:cubicBezTo>
                    <a:pt x="167279" y="0"/>
                    <a:pt x="163380" y="75629"/>
                    <a:pt x="165092" y="82391"/>
                  </a:cubicBezTo>
                  <a:cubicBezTo>
                    <a:pt x="166804" y="89154"/>
                    <a:pt x="199707" y="110966"/>
                    <a:pt x="209312" y="119158"/>
                  </a:cubicBezTo>
                  <a:cubicBezTo>
                    <a:pt x="218916" y="127349"/>
                    <a:pt x="157104" y="188214"/>
                    <a:pt x="127054" y="202025"/>
                  </a:cubicBezTo>
                  <a:cubicBezTo>
                    <a:pt x="97004" y="215836"/>
                    <a:pt x="1719" y="179451"/>
                    <a:pt x="102" y="132588"/>
                  </a:cubicBezTo>
                  <a:cubicBezTo>
                    <a:pt x="-1515" y="85725"/>
                    <a:pt x="16363" y="46387"/>
                    <a:pt x="31008" y="44291"/>
                  </a:cubicBezTo>
                  <a:cubicBezTo>
                    <a:pt x="45653" y="42196"/>
                    <a:pt x="167279" y="0"/>
                    <a:pt x="16727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7190170" y="2579409"/>
              <a:ext cx="118999" cy="169986"/>
            </a:xfrm>
            <a:custGeom>
              <a:rect b="b" l="l" r="r" t="t"/>
              <a:pathLst>
                <a:path extrusionOk="0" h="453297" w="317332">
                  <a:moveTo>
                    <a:pt x="317332" y="2194"/>
                  </a:moveTo>
                  <a:cubicBezTo>
                    <a:pt x="317332" y="2194"/>
                    <a:pt x="296887" y="-29144"/>
                    <a:pt x="222237" y="145069"/>
                  </a:cubicBezTo>
                  <a:cubicBezTo>
                    <a:pt x="147588" y="319281"/>
                    <a:pt x="101562" y="365001"/>
                    <a:pt x="68088" y="408340"/>
                  </a:cubicBezTo>
                  <a:cubicBezTo>
                    <a:pt x="37848" y="447773"/>
                    <a:pt x="22918" y="385099"/>
                    <a:pt x="22918" y="385099"/>
                  </a:cubicBezTo>
                  <a:cubicBezTo>
                    <a:pt x="22918" y="385099"/>
                    <a:pt x="46977" y="354714"/>
                    <a:pt x="26912" y="354714"/>
                  </a:cubicBezTo>
                  <a:cubicBezTo>
                    <a:pt x="15691" y="355381"/>
                    <a:pt x="0" y="378526"/>
                    <a:pt x="0" y="378526"/>
                  </a:cubicBezTo>
                  <a:lnTo>
                    <a:pt x="25581" y="419484"/>
                  </a:lnTo>
                  <a:lnTo>
                    <a:pt x="92147" y="453298"/>
                  </a:lnTo>
                  <a:cubicBezTo>
                    <a:pt x="92147" y="453298"/>
                    <a:pt x="173644" y="378241"/>
                    <a:pt x="199985" y="331949"/>
                  </a:cubicBezTo>
                  <a:cubicBezTo>
                    <a:pt x="228514" y="295468"/>
                    <a:pt x="271211" y="223078"/>
                    <a:pt x="271211" y="22307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7180686" y="2720915"/>
              <a:ext cx="56790" cy="37169"/>
            </a:xfrm>
            <a:custGeom>
              <a:rect b="b" l="l" r="r" t="t"/>
              <a:pathLst>
                <a:path extrusionOk="0" h="99116" w="151441">
                  <a:moveTo>
                    <a:pt x="25622" y="35807"/>
                  </a:moveTo>
                  <a:cubicBezTo>
                    <a:pt x="24861" y="35236"/>
                    <a:pt x="4986" y="12090"/>
                    <a:pt x="4986" y="12090"/>
                  </a:cubicBezTo>
                  <a:cubicBezTo>
                    <a:pt x="4986" y="12090"/>
                    <a:pt x="-6901" y="1708"/>
                    <a:pt x="6032" y="946"/>
                  </a:cubicBezTo>
                  <a:cubicBezTo>
                    <a:pt x="18965" y="184"/>
                    <a:pt x="65086" y="89"/>
                    <a:pt x="65086" y="89"/>
                  </a:cubicBezTo>
                  <a:cubicBezTo>
                    <a:pt x="69803" y="-369"/>
                    <a:pt x="74510" y="955"/>
                    <a:pt x="78305" y="3803"/>
                  </a:cubicBezTo>
                  <a:cubicBezTo>
                    <a:pt x="84105" y="8375"/>
                    <a:pt x="150957" y="93148"/>
                    <a:pt x="150957" y="93148"/>
                  </a:cubicBezTo>
                  <a:cubicBezTo>
                    <a:pt x="150957" y="93148"/>
                    <a:pt x="153905" y="98291"/>
                    <a:pt x="145252" y="98863"/>
                  </a:cubicBezTo>
                  <a:cubicBezTo>
                    <a:pt x="136598" y="99434"/>
                    <a:pt x="80587" y="98863"/>
                    <a:pt x="80587" y="98863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7182331" y="2728860"/>
              <a:ext cx="37082" cy="30910"/>
            </a:xfrm>
            <a:custGeom>
              <a:rect b="b" l="l" r="r" t="t"/>
              <a:pathLst>
                <a:path extrusionOk="0" h="82426" w="98885">
                  <a:moveTo>
                    <a:pt x="15807" y="295"/>
                  </a:moveTo>
                  <a:cubicBezTo>
                    <a:pt x="15807" y="295"/>
                    <a:pt x="-3878" y="-3420"/>
                    <a:pt x="687" y="15534"/>
                  </a:cubicBezTo>
                  <a:cubicBezTo>
                    <a:pt x="5251" y="34489"/>
                    <a:pt x="33495" y="54111"/>
                    <a:pt x="33495" y="54111"/>
                  </a:cubicBezTo>
                  <a:lnTo>
                    <a:pt x="62974" y="78876"/>
                  </a:lnTo>
                  <a:cubicBezTo>
                    <a:pt x="70334" y="83610"/>
                    <a:pt x="79768" y="83610"/>
                    <a:pt x="87128" y="78876"/>
                  </a:cubicBezTo>
                  <a:cubicBezTo>
                    <a:pt x="94736" y="74113"/>
                    <a:pt x="105387" y="61159"/>
                    <a:pt x="93690" y="48872"/>
                  </a:cubicBezTo>
                  <a:cubicBezTo>
                    <a:pt x="81993" y="36585"/>
                    <a:pt x="71533" y="9629"/>
                    <a:pt x="41673" y="10772"/>
                  </a:cubicBezTo>
                  <a:cubicBezTo>
                    <a:pt x="41673" y="10772"/>
                    <a:pt x="40056" y="3628"/>
                    <a:pt x="22654" y="1247"/>
                  </a:cubicBezTo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7286654" y="2565698"/>
              <a:ext cx="128280" cy="258276"/>
            </a:xfrm>
            <a:custGeom>
              <a:rect b="b" l="l" r="r" t="t"/>
              <a:pathLst>
                <a:path extrusionOk="0" h="688737" w="342080">
                  <a:moveTo>
                    <a:pt x="250227" y="66733"/>
                  </a:moveTo>
                  <a:cubicBezTo>
                    <a:pt x="250227" y="66733"/>
                    <a:pt x="195357" y="148457"/>
                    <a:pt x="118901" y="156172"/>
                  </a:cubicBezTo>
                  <a:cubicBezTo>
                    <a:pt x="94841" y="132360"/>
                    <a:pt x="92654" y="47683"/>
                    <a:pt x="126033" y="20632"/>
                  </a:cubicBezTo>
                  <a:cubicBezTo>
                    <a:pt x="126033" y="20632"/>
                    <a:pt x="95317" y="-4229"/>
                    <a:pt x="74301" y="629"/>
                  </a:cubicBezTo>
                  <a:cubicBezTo>
                    <a:pt x="49433" y="14088"/>
                    <a:pt x="30395" y="36272"/>
                    <a:pt x="20857" y="62923"/>
                  </a:cubicBezTo>
                  <a:cubicBezTo>
                    <a:pt x="6783" y="106071"/>
                    <a:pt x="-1110" y="155792"/>
                    <a:pt x="126" y="236087"/>
                  </a:cubicBezTo>
                  <a:cubicBezTo>
                    <a:pt x="1363" y="316383"/>
                    <a:pt x="126" y="561557"/>
                    <a:pt x="126" y="561557"/>
                  </a:cubicBezTo>
                  <a:cubicBezTo>
                    <a:pt x="126" y="561557"/>
                    <a:pt x="10967" y="613468"/>
                    <a:pt x="80102" y="652044"/>
                  </a:cubicBezTo>
                  <a:cubicBezTo>
                    <a:pt x="149236" y="690620"/>
                    <a:pt x="200207" y="694335"/>
                    <a:pt x="247754" y="683381"/>
                  </a:cubicBezTo>
                  <a:cubicBezTo>
                    <a:pt x="286458" y="674333"/>
                    <a:pt x="318410" y="660712"/>
                    <a:pt x="331723" y="632613"/>
                  </a:cubicBezTo>
                  <a:cubicBezTo>
                    <a:pt x="328300" y="576320"/>
                    <a:pt x="303195" y="429540"/>
                    <a:pt x="312704" y="358769"/>
                  </a:cubicBezTo>
                  <a:cubicBezTo>
                    <a:pt x="322214" y="287999"/>
                    <a:pt x="336954" y="234944"/>
                    <a:pt x="341233" y="177794"/>
                  </a:cubicBezTo>
                  <a:cubicBezTo>
                    <a:pt x="345512" y="120644"/>
                    <a:pt x="333625" y="121692"/>
                    <a:pt x="305001" y="101594"/>
                  </a:cubicBezTo>
                  <a:cubicBezTo>
                    <a:pt x="287618" y="88650"/>
                    <a:pt x="269312" y="77001"/>
                    <a:pt x="250227" y="6673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7391109" y="2618517"/>
              <a:ext cx="49710" cy="228160"/>
            </a:xfrm>
            <a:custGeom>
              <a:rect b="b" l="l" r="r" t="t"/>
              <a:pathLst>
                <a:path extrusionOk="0" h="608427" w="132559">
                  <a:moveTo>
                    <a:pt x="1779" y="533694"/>
                  </a:moveTo>
                  <a:cubicBezTo>
                    <a:pt x="13190" y="520931"/>
                    <a:pt x="32779" y="450160"/>
                    <a:pt x="44001" y="405488"/>
                  </a:cubicBezTo>
                  <a:cubicBezTo>
                    <a:pt x="54832" y="355339"/>
                    <a:pt x="57019" y="303694"/>
                    <a:pt x="50467" y="252802"/>
                  </a:cubicBezTo>
                  <a:cubicBezTo>
                    <a:pt x="40387" y="191842"/>
                    <a:pt x="12429" y="107451"/>
                    <a:pt x="4536" y="72494"/>
                  </a:cubicBezTo>
                  <a:cubicBezTo>
                    <a:pt x="-3357" y="37537"/>
                    <a:pt x="7104" y="22678"/>
                    <a:pt x="22604" y="8581"/>
                  </a:cubicBezTo>
                  <a:cubicBezTo>
                    <a:pt x="40767" y="-7993"/>
                    <a:pt x="67870" y="-3040"/>
                    <a:pt x="85367" y="45538"/>
                  </a:cubicBezTo>
                  <a:cubicBezTo>
                    <a:pt x="108199" y="112727"/>
                    <a:pt x="123538" y="182231"/>
                    <a:pt x="131108" y="252802"/>
                  </a:cubicBezTo>
                  <a:cubicBezTo>
                    <a:pt x="135206" y="305361"/>
                    <a:pt x="130614" y="358234"/>
                    <a:pt x="117509" y="409298"/>
                  </a:cubicBezTo>
                  <a:cubicBezTo>
                    <a:pt x="105813" y="456923"/>
                    <a:pt x="88981" y="491403"/>
                    <a:pt x="66728" y="535028"/>
                  </a:cubicBezTo>
                  <a:cubicBezTo>
                    <a:pt x="60737" y="546839"/>
                    <a:pt x="47044" y="580081"/>
                    <a:pt x="38200" y="604084"/>
                  </a:cubicBezTo>
                  <a:cubicBezTo>
                    <a:pt x="29356" y="628087"/>
                    <a:pt x="-8587" y="545315"/>
                    <a:pt x="1779" y="5336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7311279" y="2475275"/>
              <a:ext cx="85098" cy="103818"/>
            </a:xfrm>
            <a:custGeom>
              <a:rect b="b" l="l" r="r" t="t"/>
              <a:pathLst>
                <a:path extrusionOk="0" h="276849" w="226927">
                  <a:moveTo>
                    <a:pt x="4992" y="100093"/>
                  </a:moveTo>
                  <a:lnTo>
                    <a:pt x="4992" y="100093"/>
                  </a:lnTo>
                  <a:cubicBezTo>
                    <a:pt x="14026" y="41324"/>
                    <a:pt x="56248" y="-3158"/>
                    <a:pt x="116729" y="176"/>
                  </a:cubicBezTo>
                  <a:cubicBezTo>
                    <a:pt x="180871" y="3548"/>
                    <a:pt x="230140" y="58374"/>
                    <a:pt x="226764" y="122620"/>
                  </a:cubicBezTo>
                  <a:cubicBezTo>
                    <a:pt x="224862" y="159005"/>
                    <a:pt x="206061" y="192400"/>
                    <a:pt x="175973" y="212869"/>
                  </a:cubicBezTo>
                  <a:cubicBezTo>
                    <a:pt x="173795" y="221746"/>
                    <a:pt x="170610" y="230347"/>
                    <a:pt x="166464" y="238491"/>
                  </a:cubicBezTo>
                  <a:cubicBezTo>
                    <a:pt x="145067" y="263542"/>
                    <a:pt x="80403" y="279068"/>
                    <a:pt x="61859" y="276591"/>
                  </a:cubicBezTo>
                  <a:cubicBezTo>
                    <a:pt x="37990" y="273162"/>
                    <a:pt x="25152" y="263161"/>
                    <a:pt x="13741" y="237062"/>
                  </a:cubicBezTo>
                  <a:cubicBezTo>
                    <a:pt x="-6229" y="190771"/>
                    <a:pt x="47" y="129144"/>
                    <a:pt x="4992" y="100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7314515" y="2466234"/>
              <a:ext cx="89964" cy="88884"/>
            </a:xfrm>
            <a:custGeom>
              <a:rect b="b" l="l" r="r" t="t"/>
              <a:pathLst>
                <a:path extrusionOk="0" h="237025" w="239905">
                  <a:moveTo>
                    <a:pt x="167327" y="237026"/>
                  </a:moveTo>
                  <a:lnTo>
                    <a:pt x="167327" y="237026"/>
                  </a:lnTo>
                  <a:lnTo>
                    <a:pt x="161811" y="185781"/>
                  </a:lnTo>
                  <a:cubicBezTo>
                    <a:pt x="161811" y="185781"/>
                    <a:pt x="203558" y="77387"/>
                    <a:pt x="104754" y="98151"/>
                  </a:cubicBezTo>
                  <a:cubicBezTo>
                    <a:pt x="39519" y="111962"/>
                    <a:pt x="23163" y="117868"/>
                    <a:pt x="3383" y="74053"/>
                  </a:cubicBezTo>
                  <a:cubicBezTo>
                    <a:pt x="-16397" y="30238"/>
                    <a:pt x="53498" y="-9100"/>
                    <a:pt x="136516" y="1853"/>
                  </a:cubicBezTo>
                  <a:cubicBezTo>
                    <a:pt x="196036" y="7797"/>
                    <a:pt x="241026" y="58537"/>
                    <a:pt x="239884" y="118439"/>
                  </a:cubicBezTo>
                  <a:cubicBezTo>
                    <a:pt x="237222" y="150729"/>
                    <a:pt x="228663" y="215975"/>
                    <a:pt x="167327" y="23702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7384763" y="2604603"/>
              <a:ext cx="55737" cy="75876"/>
            </a:xfrm>
            <a:custGeom>
              <a:rect b="b" l="l" r="r" t="t"/>
              <a:pathLst>
                <a:path extrusionOk="0" h="202336" w="148633">
                  <a:moveTo>
                    <a:pt x="148634" y="161388"/>
                  </a:moveTo>
                  <a:cubicBezTo>
                    <a:pt x="148634" y="161388"/>
                    <a:pt x="94810" y="215109"/>
                    <a:pt x="31001" y="199488"/>
                  </a:cubicBezTo>
                  <a:cubicBezTo>
                    <a:pt x="21491" y="193297"/>
                    <a:pt x="0" y="67757"/>
                    <a:pt x="0" y="67757"/>
                  </a:cubicBezTo>
                  <a:cubicBezTo>
                    <a:pt x="0" y="67757"/>
                    <a:pt x="0" y="-1775"/>
                    <a:pt x="53253" y="35"/>
                  </a:cubicBezTo>
                  <a:cubicBezTo>
                    <a:pt x="106506" y="1844"/>
                    <a:pt x="148634" y="161388"/>
                    <a:pt x="148634" y="1613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7269438" y="2565933"/>
              <a:ext cx="45289" cy="73030"/>
            </a:xfrm>
            <a:custGeom>
              <a:rect b="b" l="l" r="r" t="t"/>
              <a:pathLst>
                <a:path extrusionOk="0" h="194746" w="120770">
                  <a:moveTo>
                    <a:pt x="46502" y="194215"/>
                  </a:moveTo>
                  <a:cubicBezTo>
                    <a:pt x="46502" y="194215"/>
                    <a:pt x="11602" y="198596"/>
                    <a:pt x="0" y="182213"/>
                  </a:cubicBezTo>
                  <a:cubicBezTo>
                    <a:pt x="2092" y="153638"/>
                    <a:pt x="48594" y="7906"/>
                    <a:pt x="120771" y="0"/>
                  </a:cubicBezTo>
                  <a:cubicBezTo>
                    <a:pt x="103197" y="15916"/>
                    <a:pt x="88011" y="34300"/>
                    <a:pt x="75696" y="54578"/>
                  </a:cubicBezTo>
                  <a:cubicBezTo>
                    <a:pt x="49925" y="97345"/>
                    <a:pt x="46502" y="194215"/>
                    <a:pt x="46502" y="1942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6661328" y="3286571"/>
              <a:ext cx="246169" cy="142323"/>
            </a:xfrm>
            <a:custGeom>
              <a:rect b="b" l="l" r="r" t="t"/>
              <a:pathLst>
                <a:path extrusionOk="0" h="380237" w="657677">
                  <a:moveTo>
                    <a:pt x="657678" y="190119"/>
                  </a:moveTo>
                  <a:cubicBezTo>
                    <a:pt x="657678" y="295119"/>
                    <a:pt x="510452" y="380238"/>
                    <a:pt x="328839" y="380238"/>
                  </a:cubicBezTo>
                  <a:cubicBezTo>
                    <a:pt x="147226" y="380238"/>
                    <a:pt x="0" y="295119"/>
                    <a:pt x="0" y="190119"/>
                  </a:cubicBezTo>
                  <a:cubicBezTo>
                    <a:pt x="0" y="85119"/>
                    <a:pt x="147226" y="0"/>
                    <a:pt x="328839" y="0"/>
                  </a:cubicBezTo>
                  <a:cubicBezTo>
                    <a:pt x="510452" y="0"/>
                    <a:pt x="657678" y="85119"/>
                    <a:pt x="657678" y="190119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6681151" y="2824698"/>
              <a:ext cx="58982" cy="128668"/>
            </a:xfrm>
            <a:custGeom>
              <a:rect b="b" l="l" r="r" t="t"/>
              <a:pathLst>
                <a:path extrusionOk="0" h="343757" w="157580">
                  <a:moveTo>
                    <a:pt x="34717" y="0"/>
                  </a:moveTo>
                  <a:cubicBezTo>
                    <a:pt x="31009" y="32004"/>
                    <a:pt x="-7029" y="170021"/>
                    <a:pt x="1149" y="217361"/>
                  </a:cubicBezTo>
                  <a:cubicBezTo>
                    <a:pt x="9327" y="264700"/>
                    <a:pt x="139512" y="343757"/>
                    <a:pt x="139512" y="343757"/>
                  </a:cubicBezTo>
                  <a:lnTo>
                    <a:pt x="157580" y="262795"/>
                  </a:lnTo>
                  <a:lnTo>
                    <a:pt x="85403" y="192024"/>
                  </a:lnTo>
                  <a:lnTo>
                    <a:pt x="104898" y="57912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6689412" y="2771791"/>
              <a:ext cx="42428" cy="81725"/>
            </a:xfrm>
            <a:custGeom>
              <a:rect b="b" l="l" r="r" t="t"/>
              <a:pathLst>
                <a:path extrusionOk="0" h="218341" w="113353">
                  <a:moveTo>
                    <a:pt x="113353" y="5238"/>
                  </a:moveTo>
                  <a:cubicBezTo>
                    <a:pt x="87120" y="-6849"/>
                    <a:pt x="56006" y="2599"/>
                    <a:pt x="40891" y="27240"/>
                  </a:cubicBezTo>
                  <a:cubicBezTo>
                    <a:pt x="21872" y="59054"/>
                    <a:pt x="1807" y="168020"/>
                    <a:pt x="0" y="186689"/>
                  </a:cubicBezTo>
                  <a:cubicBezTo>
                    <a:pt x="0" y="186689"/>
                    <a:pt x="26912" y="223836"/>
                    <a:pt x="67232" y="21764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6782889" y="3337575"/>
              <a:ext cx="91454" cy="51556"/>
            </a:xfrm>
            <a:custGeom>
              <a:rect b="b" l="l" r="r" t="t"/>
              <a:pathLst>
                <a:path extrusionOk="0" h="137739" w="244333">
                  <a:moveTo>
                    <a:pt x="12344" y="32993"/>
                  </a:moveTo>
                  <a:cubicBezTo>
                    <a:pt x="40672" y="40842"/>
                    <a:pt x="70948" y="37175"/>
                    <a:pt x="96598" y="22802"/>
                  </a:cubicBezTo>
                  <a:cubicBezTo>
                    <a:pt x="116948" y="23468"/>
                    <a:pt x="227163" y="-23775"/>
                    <a:pt x="242093" y="15848"/>
                  </a:cubicBezTo>
                  <a:cubicBezTo>
                    <a:pt x="255216" y="50615"/>
                    <a:pt x="207479" y="82523"/>
                    <a:pt x="181993" y="89001"/>
                  </a:cubicBezTo>
                  <a:cubicBezTo>
                    <a:pt x="126363" y="102431"/>
                    <a:pt x="85186" y="130244"/>
                    <a:pt x="62839" y="135006"/>
                  </a:cubicBezTo>
                  <a:cubicBezTo>
                    <a:pt x="46197" y="138530"/>
                    <a:pt x="24801" y="140817"/>
                    <a:pt x="11297" y="127672"/>
                  </a:cubicBezTo>
                  <a:cubicBezTo>
                    <a:pt x="-4583" y="111956"/>
                    <a:pt x="-3252" y="53472"/>
                    <a:pt x="12344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6784412" y="3346110"/>
              <a:ext cx="89915" cy="43199"/>
            </a:xfrm>
            <a:custGeom>
              <a:rect b="b" l="l" r="r" t="t"/>
              <a:pathLst>
                <a:path extrusionOk="0" h="115414" w="240222">
                  <a:moveTo>
                    <a:pt x="58769" y="102584"/>
                  </a:moveTo>
                  <a:cubicBezTo>
                    <a:pt x="81116" y="97822"/>
                    <a:pt x="122292" y="70009"/>
                    <a:pt x="177923" y="56579"/>
                  </a:cubicBezTo>
                  <a:cubicBezTo>
                    <a:pt x="199319" y="51340"/>
                    <a:pt x="236121" y="28004"/>
                    <a:pt x="239830" y="0"/>
                  </a:cubicBezTo>
                  <a:cubicBezTo>
                    <a:pt x="244775" y="32004"/>
                    <a:pt x="201792" y="60388"/>
                    <a:pt x="177923" y="66675"/>
                  </a:cubicBezTo>
                  <a:cubicBezTo>
                    <a:pt x="122292" y="80105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227" y="105346"/>
                  </a:cubicBezTo>
                  <a:cubicBezTo>
                    <a:pt x="3793" y="101575"/>
                    <a:pt x="1314" y="97041"/>
                    <a:pt x="0" y="92107"/>
                  </a:cubicBezTo>
                  <a:cubicBezTo>
                    <a:pt x="16840" y="104699"/>
                    <a:pt x="38626" y="108575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6715968" y="3307485"/>
              <a:ext cx="91493" cy="51556"/>
            </a:xfrm>
            <a:custGeom>
              <a:rect b="b" l="l" r="r" t="t"/>
              <a:pathLst>
                <a:path extrusionOk="0" h="137739" w="244438">
                  <a:moveTo>
                    <a:pt x="12449" y="32993"/>
                  </a:moveTo>
                  <a:cubicBezTo>
                    <a:pt x="40778" y="40842"/>
                    <a:pt x="71053" y="37175"/>
                    <a:pt x="96703" y="22802"/>
                  </a:cubicBezTo>
                  <a:cubicBezTo>
                    <a:pt x="116959" y="23468"/>
                    <a:pt x="227174" y="-23775"/>
                    <a:pt x="242199" y="15848"/>
                  </a:cubicBezTo>
                  <a:cubicBezTo>
                    <a:pt x="255322" y="50615"/>
                    <a:pt x="207584" y="82523"/>
                    <a:pt x="182099" y="89001"/>
                  </a:cubicBezTo>
                  <a:cubicBezTo>
                    <a:pt x="126468" y="102526"/>
                    <a:pt x="85197" y="130244"/>
                    <a:pt x="62849" y="135006"/>
                  </a:cubicBezTo>
                  <a:cubicBezTo>
                    <a:pt x="46208" y="138530"/>
                    <a:pt x="24811" y="140817"/>
                    <a:pt x="11403" y="127672"/>
                  </a:cubicBezTo>
                  <a:cubicBezTo>
                    <a:pt x="-4573" y="111956"/>
                    <a:pt x="-3337" y="53758"/>
                    <a:pt x="12449" y="3299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6717638" y="3316019"/>
              <a:ext cx="89951" cy="43199"/>
            </a:xfrm>
            <a:custGeom>
              <a:rect b="b" l="l" r="r" t="t"/>
              <a:pathLst>
                <a:path extrusionOk="0" h="115414" w="240317">
                  <a:moveTo>
                    <a:pt x="58769" y="102584"/>
                  </a:moveTo>
                  <a:cubicBezTo>
                    <a:pt x="81116" y="97822"/>
                    <a:pt x="122387" y="70009"/>
                    <a:pt x="178018" y="56579"/>
                  </a:cubicBezTo>
                  <a:cubicBezTo>
                    <a:pt x="199319" y="51340"/>
                    <a:pt x="236216" y="28004"/>
                    <a:pt x="239925" y="0"/>
                  </a:cubicBezTo>
                  <a:cubicBezTo>
                    <a:pt x="244870" y="32004"/>
                    <a:pt x="201887" y="60388"/>
                    <a:pt x="178018" y="66675"/>
                  </a:cubicBezTo>
                  <a:cubicBezTo>
                    <a:pt x="122387" y="80201"/>
                    <a:pt x="81116" y="107918"/>
                    <a:pt x="58769" y="112681"/>
                  </a:cubicBezTo>
                  <a:cubicBezTo>
                    <a:pt x="42127" y="116205"/>
                    <a:pt x="20731" y="118491"/>
                    <a:pt x="7322" y="105346"/>
                  </a:cubicBezTo>
                  <a:cubicBezTo>
                    <a:pt x="3892" y="101556"/>
                    <a:pt x="1386" y="97031"/>
                    <a:pt x="0" y="92107"/>
                  </a:cubicBezTo>
                  <a:cubicBezTo>
                    <a:pt x="16840" y="104699"/>
                    <a:pt x="38626" y="108576"/>
                    <a:pt x="58769" y="10258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6715994" y="2973759"/>
              <a:ext cx="133983" cy="378277"/>
            </a:xfrm>
            <a:custGeom>
              <a:rect b="b" l="l" r="r" t="t"/>
              <a:pathLst>
                <a:path extrusionOk="0" h="1010624" w="357956">
                  <a:moveTo>
                    <a:pt x="10194" y="624745"/>
                  </a:moveTo>
                  <a:cubicBezTo>
                    <a:pt x="14905" y="583749"/>
                    <a:pt x="23405" y="543287"/>
                    <a:pt x="35584" y="503872"/>
                  </a:cubicBezTo>
                  <a:cubicBezTo>
                    <a:pt x="35584" y="503872"/>
                    <a:pt x="28071" y="399574"/>
                    <a:pt x="24268" y="300609"/>
                  </a:cubicBezTo>
                  <a:cubicBezTo>
                    <a:pt x="19893" y="188404"/>
                    <a:pt x="-19001" y="89630"/>
                    <a:pt x="11715" y="0"/>
                  </a:cubicBezTo>
                  <a:lnTo>
                    <a:pt x="357956" y="77057"/>
                  </a:lnTo>
                  <a:cubicBezTo>
                    <a:pt x="357956" y="77057"/>
                    <a:pt x="337035" y="524732"/>
                    <a:pt x="332376" y="578739"/>
                  </a:cubicBezTo>
                  <a:cubicBezTo>
                    <a:pt x="329842" y="620897"/>
                    <a:pt x="324665" y="662864"/>
                    <a:pt x="316875" y="704374"/>
                  </a:cubicBezTo>
                  <a:cubicBezTo>
                    <a:pt x="301090" y="791242"/>
                    <a:pt x="275414" y="997839"/>
                    <a:pt x="275414" y="997839"/>
                  </a:cubicBezTo>
                  <a:cubicBezTo>
                    <a:pt x="238897" y="1019175"/>
                    <a:pt x="190874" y="1007364"/>
                    <a:pt x="190874" y="1007364"/>
                  </a:cubicBezTo>
                  <a:cubicBezTo>
                    <a:pt x="190874" y="1007364"/>
                    <a:pt x="193537" y="745998"/>
                    <a:pt x="195914" y="683514"/>
                  </a:cubicBezTo>
                  <a:cubicBezTo>
                    <a:pt x="198767" y="607314"/>
                    <a:pt x="201049" y="612934"/>
                    <a:pt x="201049" y="612934"/>
                  </a:cubicBezTo>
                  <a:lnTo>
                    <a:pt x="189638" y="422434"/>
                  </a:lnTo>
                  <a:lnTo>
                    <a:pt x="182221" y="327755"/>
                  </a:lnTo>
                  <a:cubicBezTo>
                    <a:pt x="182221" y="327755"/>
                    <a:pt x="172711" y="397288"/>
                    <a:pt x="166435" y="459391"/>
                  </a:cubicBezTo>
                  <a:cubicBezTo>
                    <a:pt x="160919" y="513493"/>
                    <a:pt x="147416" y="562451"/>
                    <a:pt x="133342" y="663226"/>
                  </a:cubicBezTo>
                  <a:cubicBezTo>
                    <a:pt x="120694" y="750665"/>
                    <a:pt x="100154" y="926306"/>
                    <a:pt x="100154" y="926306"/>
                  </a:cubicBezTo>
                  <a:cubicBezTo>
                    <a:pt x="63637" y="947547"/>
                    <a:pt x="13997" y="929926"/>
                    <a:pt x="13997" y="929926"/>
                  </a:cubicBezTo>
                  <a:cubicBezTo>
                    <a:pt x="13997" y="929926"/>
                    <a:pt x="304" y="700564"/>
                    <a:pt x="10194" y="62474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6733197" y="2663396"/>
              <a:ext cx="97219" cy="155678"/>
            </a:xfrm>
            <a:custGeom>
              <a:rect b="b" l="l" r="r" t="t"/>
              <a:pathLst>
                <a:path extrusionOk="0" h="415919" w="259735">
                  <a:moveTo>
                    <a:pt x="14728" y="296735"/>
                  </a:moveTo>
                  <a:cubicBezTo>
                    <a:pt x="41069" y="298068"/>
                    <a:pt x="60659" y="304831"/>
                    <a:pt x="63892" y="296735"/>
                  </a:cubicBezTo>
                  <a:cubicBezTo>
                    <a:pt x="66746" y="283124"/>
                    <a:pt x="68778" y="269351"/>
                    <a:pt x="69978" y="255492"/>
                  </a:cubicBezTo>
                  <a:cubicBezTo>
                    <a:pt x="66935" y="247776"/>
                    <a:pt x="64272" y="239585"/>
                    <a:pt x="64272" y="239585"/>
                  </a:cubicBezTo>
                  <a:cubicBezTo>
                    <a:pt x="31274" y="219201"/>
                    <a:pt x="20814" y="183388"/>
                    <a:pt x="16725" y="141763"/>
                  </a:cubicBezTo>
                  <a:cubicBezTo>
                    <a:pt x="9307" y="70516"/>
                    <a:pt x="47726" y="8413"/>
                    <a:pt x="118857" y="698"/>
                  </a:cubicBezTo>
                  <a:cubicBezTo>
                    <a:pt x="185424" y="-6350"/>
                    <a:pt x="234968" y="40798"/>
                    <a:pt x="248091" y="105473"/>
                  </a:cubicBezTo>
                  <a:cubicBezTo>
                    <a:pt x="255128" y="137382"/>
                    <a:pt x="269202" y="197675"/>
                    <a:pt x="250183" y="250158"/>
                  </a:cubicBezTo>
                  <a:cubicBezTo>
                    <a:pt x="239533" y="279495"/>
                    <a:pt x="225839" y="302831"/>
                    <a:pt x="212145" y="307308"/>
                  </a:cubicBezTo>
                  <a:cubicBezTo>
                    <a:pt x="198902" y="306889"/>
                    <a:pt x="185695" y="305708"/>
                    <a:pt x="172586" y="303784"/>
                  </a:cubicBezTo>
                  <a:lnTo>
                    <a:pt x="172586" y="303784"/>
                  </a:lnTo>
                  <a:cubicBezTo>
                    <a:pt x="172586" y="303784"/>
                    <a:pt x="169067" y="323500"/>
                    <a:pt x="166595" y="336264"/>
                  </a:cubicBezTo>
                  <a:cubicBezTo>
                    <a:pt x="164122" y="349027"/>
                    <a:pt x="165168" y="355314"/>
                    <a:pt x="190368" y="371221"/>
                  </a:cubicBezTo>
                  <a:cubicBezTo>
                    <a:pt x="215569" y="387127"/>
                    <a:pt x="152330" y="418846"/>
                    <a:pt x="110774" y="415702"/>
                  </a:cubicBezTo>
                  <a:cubicBezTo>
                    <a:pt x="69217" y="412559"/>
                    <a:pt x="22716" y="387127"/>
                    <a:pt x="9878" y="360648"/>
                  </a:cubicBezTo>
                  <a:cubicBezTo>
                    <a:pt x="-4577" y="331120"/>
                    <a:pt x="-3340" y="295878"/>
                    <a:pt x="14728" y="2967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6701449" y="2773633"/>
              <a:ext cx="149347" cy="247668"/>
            </a:xfrm>
            <a:custGeom>
              <a:rect b="b" l="l" r="r" t="t"/>
              <a:pathLst>
                <a:path extrusionOk="0" h="661684" w="399004">
                  <a:moveTo>
                    <a:pt x="137586" y="6128"/>
                  </a:moveTo>
                  <a:cubicBezTo>
                    <a:pt x="130359" y="24416"/>
                    <a:pt x="148903" y="46704"/>
                    <a:pt x="198352" y="62230"/>
                  </a:cubicBezTo>
                  <a:cubicBezTo>
                    <a:pt x="247801" y="77756"/>
                    <a:pt x="252271" y="57753"/>
                    <a:pt x="252271" y="57753"/>
                  </a:cubicBezTo>
                  <a:cubicBezTo>
                    <a:pt x="252271" y="57753"/>
                    <a:pt x="324733" y="90900"/>
                    <a:pt x="348317" y="107379"/>
                  </a:cubicBezTo>
                  <a:cubicBezTo>
                    <a:pt x="378082" y="128143"/>
                    <a:pt x="391205" y="188341"/>
                    <a:pt x="395199" y="289878"/>
                  </a:cubicBezTo>
                  <a:cubicBezTo>
                    <a:pt x="399859" y="407321"/>
                    <a:pt x="400239" y="581628"/>
                    <a:pt x="396340" y="611727"/>
                  </a:cubicBezTo>
                  <a:cubicBezTo>
                    <a:pt x="396340" y="611727"/>
                    <a:pt x="340900" y="667068"/>
                    <a:pt x="269864" y="661257"/>
                  </a:cubicBezTo>
                  <a:cubicBezTo>
                    <a:pt x="198827" y="655447"/>
                    <a:pt x="79673" y="592487"/>
                    <a:pt x="50479" y="543909"/>
                  </a:cubicBezTo>
                  <a:cubicBezTo>
                    <a:pt x="51240" y="440849"/>
                    <a:pt x="63317" y="424085"/>
                    <a:pt x="46675" y="364744"/>
                  </a:cubicBezTo>
                  <a:cubicBezTo>
                    <a:pt x="8637" y="228918"/>
                    <a:pt x="-11523" y="173292"/>
                    <a:pt x="6925" y="82995"/>
                  </a:cubicBezTo>
                  <a:cubicBezTo>
                    <a:pt x="22236" y="8604"/>
                    <a:pt x="43632" y="-635"/>
                    <a:pt x="73492" y="32"/>
                  </a:cubicBezTo>
                  <a:cubicBezTo>
                    <a:pt x="94947" y="956"/>
                    <a:pt x="116341" y="2985"/>
                    <a:pt x="137586" y="612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6807278" y="2804619"/>
              <a:ext cx="188299" cy="147777"/>
            </a:xfrm>
            <a:custGeom>
              <a:rect b="b" l="l" r="r" t="t"/>
              <a:pathLst>
                <a:path extrusionOk="0" h="394810" w="503069">
                  <a:moveTo>
                    <a:pt x="224008" y="304248"/>
                  </a:moveTo>
                  <a:cubicBezTo>
                    <a:pt x="165809" y="318917"/>
                    <a:pt x="152116" y="282150"/>
                    <a:pt x="144413" y="251670"/>
                  </a:cubicBezTo>
                  <a:cubicBezTo>
                    <a:pt x="125965" y="177852"/>
                    <a:pt x="115884" y="111272"/>
                    <a:pt x="102096" y="69362"/>
                  </a:cubicBezTo>
                  <a:cubicBezTo>
                    <a:pt x="85834" y="20022"/>
                    <a:pt x="68812" y="12212"/>
                    <a:pt x="45039" y="2687"/>
                  </a:cubicBezTo>
                  <a:cubicBezTo>
                    <a:pt x="16510" y="-8553"/>
                    <a:pt x="-7264" y="15260"/>
                    <a:pt x="2056" y="78125"/>
                  </a:cubicBezTo>
                  <a:cubicBezTo>
                    <a:pt x="13182" y="152420"/>
                    <a:pt x="27731" y="204617"/>
                    <a:pt x="55404" y="292628"/>
                  </a:cubicBezTo>
                  <a:cubicBezTo>
                    <a:pt x="62726" y="315583"/>
                    <a:pt x="78988" y="356350"/>
                    <a:pt x="102952" y="376067"/>
                  </a:cubicBezTo>
                  <a:cubicBezTo>
                    <a:pt x="133002" y="400451"/>
                    <a:pt x="178267" y="399403"/>
                    <a:pt x="246735" y="382353"/>
                  </a:cubicBezTo>
                  <a:cubicBezTo>
                    <a:pt x="275929" y="375019"/>
                    <a:pt x="307977" y="357588"/>
                    <a:pt x="363227" y="331776"/>
                  </a:cubicBezTo>
                  <a:cubicBezTo>
                    <a:pt x="378252" y="324822"/>
                    <a:pt x="389853" y="320060"/>
                    <a:pt x="418382" y="306725"/>
                  </a:cubicBezTo>
                  <a:cubicBezTo>
                    <a:pt x="446972" y="293856"/>
                    <a:pt x="472030" y="274245"/>
                    <a:pt x="491415" y="249575"/>
                  </a:cubicBezTo>
                  <a:cubicBezTo>
                    <a:pt x="506345" y="227953"/>
                    <a:pt x="503682" y="214142"/>
                    <a:pt x="500925" y="209284"/>
                  </a:cubicBezTo>
                  <a:cubicBezTo>
                    <a:pt x="498167" y="204426"/>
                    <a:pt x="494934" y="208046"/>
                    <a:pt x="486946" y="217095"/>
                  </a:cubicBezTo>
                  <a:cubicBezTo>
                    <a:pt x="475446" y="232497"/>
                    <a:pt x="461234" y="245670"/>
                    <a:pt x="445009" y="255956"/>
                  </a:cubicBezTo>
                  <a:cubicBezTo>
                    <a:pt x="445009" y="255956"/>
                    <a:pt x="463457" y="236906"/>
                    <a:pt x="473537" y="224524"/>
                  </a:cubicBezTo>
                  <a:cubicBezTo>
                    <a:pt x="482455" y="213561"/>
                    <a:pt x="489875" y="201445"/>
                    <a:pt x="495599" y="188520"/>
                  </a:cubicBezTo>
                  <a:cubicBezTo>
                    <a:pt x="500829" y="175851"/>
                    <a:pt x="489989" y="158706"/>
                    <a:pt x="481715" y="167755"/>
                  </a:cubicBezTo>
                  <a:cubicBezTo>
                    <a:pt x="473442" y="176804"/>
                    <a:pt x="469543" y="185853"/>
                    <a:pt x="454518" y="203950"/>
                  </a:cubicBezTo>
                  <a:cubicBezTo>
                    <a:pt x="446394" y="213542"/>
                    <a:pt x="437170" y="222143"/>
                    <a:pt x="427036" y="229572"/>
                  </a:cubicBezTo>
                  <a:cubicBezTo>
                    <a:pt x="436376" y="216895"/>
                    <a:pt x="444676" y="203483"/>
                    <a:pt x="451855" y="189472"/>
                  </a:cubicBezTo>
                  <a:cubicBezTo>
                    <a:pt x="461365" y="169946"/>
                    <a:pt x="429508" y="179947"/>
                    <a:pt x="411250" y="198997"/>
                  </a:cubicBezTo>
                  <a:cubicBezTo>
                    <a:pt x="397937" y="212808"/>
                    <a:pt x="386620" y="220809"/>
                    <a:pt x="386240" y="216999"/>
                  </a:cubicBezTo>
                  <a:cubicBezTo>
                    <a:pt x="385860" y="213189"/>
                    <a:pt x="359994" y="241097"/>
                    <a:pt x="346775" y="255099"/>
                  </a:cubicBezTo>
                  <a:cubicBezTo>
                    <a:pt x="333557" y="269101"/>
                    <a:pt x="279448" y="290246"/>
                    <a:pt x="224008" y="30424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6800502" y="2801416"/>
              <a:ext cx="57697" cy="84545"/>
            </a:xfrm>
            <a:custGeom>
              <a:rect b="b" l="l" r="r" t="t"/>
              <a:pathLst>
                <a:path extrusionOk="0" h="225876" w="154147">
                  <a:moveTo>
                    <a:pt x="41365" y="1052"/>
                  </a:moveTo>
                  <a:cubicBezTo>
                    <a:pt x="80259" y="-4758"/>
                    <a:pt x="107931" y="12768"/>
                    <a:pt x="124954" y="71823"/>
                  </a:cubicBezTo>
                  <a:cubicBezTo>
                    <a:pt x="141976" y="130878"/>
                    <a:pt x="154148" y="179360"/>
                    <a:pt x="154148" y="179360"/>
                  </a:cubicBezTo>
                  <a:cubicBezTo>
                    <a:pt x="138761" y="201611"/>
                    <a:pt x="115453" y="217117"/>
                    <a:pt x="89008" y="222699"/>
                  </a:cubicBezTo>
                  <a:cubicBezTo>
                    <a:pt x="42411" y="233939"/>
                    <a:pt x="25674" y="211745"/>
                    <a:pt x="25674" y="211745"/>
                  </a:cubicBezTo>
                  <a:cubicBezTo>
                    <a:pt x="25674" y="211745"/>
                    <a:pt x="12741" y="149833"/>
                    <a:pt x="4753" y="107732"/>
                  </a:cubicBezTo>
                  <a:cubicBezTo>
                    <a:pt x="-3235" y="65632"/>
                    <a:pt x="-6753" y="8101"/>
                    <a:pt x="41365" y="10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6736209" y="2656556"/>
              <a:ext cx="94148" cy="104017"/>
            </a:xfrm>
            <a:custGeom>
              <a:rect b="b" l="l" r="r" t="t"/>
              <a:pathLst>
                <a:path extrusionOk="0" h="277898" w="251532">
                  <a:moveTo>
                    <a:pt x="237382" y="114605"/>
                  </a:moveTo>
                  <a:cubicBezTo>
                    <a:pt x="237382" y="114605"/>
                    <a:pt x="298814" y="20974"/>
                    <a:pt x="165681" y="1924"/>
                  </a:cubicBezTo>
                  <a:cubicBezTo>
                    <a:pt x="69635" y="-11792"/>
                    <a:pt x="7918" y="50025"/>
                    <a:pt x="786" y="117081"/>
                  </a:cubicBezTo>
                  <a:cubicBezTo>
                    <a:pt x="-6061" y="181185"/>
                    <a:pt x="33308" y="247669"/>
                    <a:pt x="61837" y="274149"/>
                  </a:cubicBezTo>
                  <a:cubicBezTo>
                    <a:pt x="75721" y="279102"/>
                    <a:pt x="105581" y="281959"/>
                    <a:pt x="144855" y="264052"/>
                  </a:cubicBezTo>
                  <a:cubicBezTo>
                    <a:pt x="146420" y="246602"/>
                    <a:pt x="147024" y="229086"/>
                    <a:pt x="146662" y="211569"/>
                  </a:cubicBezTo>
                  <a:cubicBezTo>
                    <a:pt x="146662" y="211569"/>
                    <a:pt x="99875" y="112890"/>
                    <a:pt x="237382" y="11460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6938621" y="2869615"/>
              <a:ext cx="28491" cy="25068"/>
            </a:xfrm>
            <a:custGeom>
              <a:rect b="b" l="l" r="r" t="t"/>
              <a:pathLst>
                <a:path extrusionOk="0" h="66973" w="76119">
                  <a:moveTo>
                    <a:pt x="8709" y="56972"/>
                  </a:moveTo>
                  <a:cubicBezTo>
                    <a:pt x="8709" y="56972"/>
                    <a:pt x="-6411" y="29445"/>
                    <a:pt x="3194" y="22587"/>
                  </a:cubicBezTo>
                  <a:cubicBezTo>
                    <a:pt x="12798" y="15729"/>
                    <a:pt x="26492" y="41637"/>
                    <a:pt x="29250" y="51638"/>
                  </a:cubicBezTo>
                  <a:cubicBezTo>
                    <a:pt x="32008" y="61639"/>
                    <a:pt x="28204" y="48590"/>
                    <a:pt x="28204" y="48590"/>
                  </a:cubicBezTo>
                  <a:cubicBezTo>
                    <a:pt x="28204" y="48590"/>
                    <a:pt x="17838" y="17443"/>
                    <a:pt x="24590" y="11442"/>
                  </a:cubicBezTo>
                  <a:cubicBezTo>
                    <a:pt x="31342" y="5442"/>
                    <a:pt x="40376" y="18777"/>
                    <a:pt x="49410" y="38303"/>
                  </a:cubicBezTo>
                  <a:cubicBezTo>
                    <a:pt x="58444" y="57829"/>
                    <a:pt x="51597" y="36684"/>
                    <a:pt x="51597" y="36684"/>
                  </a:cubicBezTo>
                  <a:cubicBezTo>
                    <a:pt x="51597" y="36684"/>
                    <a:pt x="36667" y="5442"/>
                    <a:pt x="43039" y="1060"/>
                  </a:cubicBezTo>
                  <a:cubicBezTo>
                    <a:pt x="51597" y="-4655"/>
                    <a:pt x="65671" y="13823"/>
                    <a:pt x="74040" y="30492"/>
                  </a:cubicBezTo>
                  <a:cubicBezTo>
                    <a:pt x="82408" y="47161"/>
                    <a:pt x="62818" y="66973"/>
                    <a:pt x="62818" y="6697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7" name="Google Shape;1087;p20"/>
            <p:cNvGrpSpPr/>
            <p:nvPr/>
          </p:nvGrpSpPr>
          <p:grpSpPr>
            <a:xfrm>
              <a:off x="6930455" y="2860622"/>
              <a:ext cx="82395" cy="49453"/>
              <a:chOff x="4865564" y="4292025"/>
              <a:chExt cx="220130" cy="132120"/>
            </a:xfrm>
          </p:grpSpPr>
          <p:sp>
            <p:nvSpPr>
              <p:cNvPr id="1088" name="Google Shape;1088;p20"/>
              <p:cNvSpPr/>
              <p:nvPr/>
            </p:nvSpPr>
            <p:spPr>
              <a:xfrm>
                <a:off x="4866015" y="4297264"/>
                <a:ext cx="219679" cy="126881"/>
              </a:xfrm>
              <a:custGeom>
                <a:rect b="b" l="l" r="r" t="t"/>
                <a:pathLst>
                  <a:path extrusionOk="0" h="126881" w="219679">
                    <a:moveTo>
                      <a:pt x="59268" y="125002"/>
                    </a:moveTo>
                    <a:lnTo>
                      <a:pt x="3257" y="92332"/>
                    </a:lnTo>
                    <a:cubicBezTo>
                      <a:pt x="-1593" y="89569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7907" y="124240"/>
                    </a:lnTo>
                    <a:cubicBezTo>
                      <a:pt x="72174" y="127469"/>
                      <a:pt x="65245" y="127755"/>
                      <a:pt x="59268" y="125002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20"/>
              <p:cNvSpPr/>
              <p:nvPr/>
            </p:nvSpPr>
            <p:spPr>
              <a:xfrm>
                <a:off x="4865564" y="4379690"/>
                <a:ext cx="6086" cy="5238"/>
              </a:xfrm>
              <a:custGeom>
                <a:rect b="b" l="l" r="r" t="t"/>
                <a:pathLst>
                  <a:path extrusionOk="0" h="5238" w="6086">
                    <a:moveTo>
                      <a:pt x="0" y="5239"/>
                    </a:moveTo>
                    <a:lnTo>
                      <a:pt x="0" y="0"/>
                    </a:lnTo>
                    <a:lnTo>
                      <a:pt x="6086" y="2286"/>
                    </a:lnTo>
                    <a:lnTo>
                      <a:pt x="0" y="5239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20"/>
              <p:cNvSpPr/>
              <p:nvPr/>
            </p:nvSpPr>
            <p:spPr>
              <a:xfrm>
                <a:off x="5080003" y="4331398"/>
                <a:ext cx="4849" cy="4953"/>
              </a:xfrm>
              <a:custGeom>
                <a:rect b="b" l="l" r="r" t="t"/>
                <a:pathLst>
                  <a:path extrusionOk="0" h="4953" w="4849">
                    <a:moveTo>
                      <a:pt x="4850" y="4953"/>
                    </a:moveTo>
                    <a:lnTo>
                      <a:pt x="4850" y="0"/>
                    </a:lnTo>
                    <a:lnTo>
                      <a:pt x="0" y="3048"/>
                    </a:lnTo>
                    <a:lnTo>
                      <a:pt x="4850" y="4953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20"/>
              <p:cNvSpPr/>
              <p:nvPr/>
            </p:nvSpPr>
            <p:spPr>
              <a:xfrm>
                <a:off x="4866015" y="4293038"/>
                <a:ext cx="219203" cy="126874"/>
              </a:xfrm>
              <a:custGeom>
                <a:rect b="b" l="l" r="r" t="t"/>
                <a:pathLst>
                  <a:path extrusionOk="0" h="126874" w="219203">
                    <a:moveTo>
                      <a:pt x="59268" y="124847"/>
                    </a:moveTo>
                    <a:lnTo>
                      <a:pt x="3257" y="92177"/>
                    </a:lnTo>
                    <a:cubicBezTo>
                      <a:pt x="-1593" y="89414"/>
                      <a:pt x="-927" y="84556"/>
                      <a:pt x="4589" y="81413"/>
                    </a:cubicBezTo>
                    <a:lnTo>
                      <a:pt x="140480" y="2737"/>
                    </a:lnTo>
                    <a:cubicBezTo>
                      <a:pt x="146312" y="-626"/>
                      <a:pt x="153417" y="-902"/>
                      <a:pt x="159499" y="1975"/>
                    </a:cubicBezTo>
                    <a:lnTo>
                      <a:pt x="215985" y="34646"/>
                    </a:lnTo>
                    <a:cubicBezTo>
                      <a:pt x="220740" y="37408"/>
                      <a:pt x="220169" y="42170"/>
                      <a:pt x="214654" y="45409"/>
                    </a:cubicBezTo>
                    <a:lnTo>
                      <a:pt x="78287" y="124276"/>
                    </a:lnTo>
                    <a:cubicBezTo>
                      <a:pt x="72411" y="127524"/>
                      <a:pt x="65330" y="127743"/>
                      <a:pt x="59268" y="124847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20"/>
              <p:cNvSpPr/>
              <p:nvPr/>
            </p:nvSpPr>
            <p:spPr>
              <a:xfrm rot="-1790023">
                <a:off x="4877359" y="4403357"/>
                <a:ext cx="1145" cy="2102"/>
              </a:xfrm>
              <a:custGeom>
                <a:rect b="b" l="l" r="r" t="t"/>
                <a:pathLst>
                  <a:path extrusionOk="0" h="2102" w="1145">
                    <a:moveTo>
                      <a:pt x="1145" y="1053"/>
                    </a:moveTo>
                    <a:cubicBezTo>
                      <a:pt x="1145" y="1634"/>
                      <a:pt x="889" y="2104"/>
                      <a:pt x="573" y="2104"/>
                    </a:cubicBezTo>
                    <a:cubicBezTo>
                      <a:pt x="257" y="2104"/>
                      <a:pt x="0" y="1633"/>
                      <a:pt x="0" y="1053"/>
                    </a:cubicBezTo>
                    <a:cubicBezTo>
                      <a:pt x="0" y="472"/>
                      <a:pt x="257" y="2"/>
                      <a:pt x="573" y="2"/>
                    </a:cubicBezTo>
                    <a:cubicBezTo>
                      <a:pt x="889" y="2"/>
                      <a:pt x="1145" y="472"/>
                      <a:pt x="1145" y="105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20"/>
              <p:cNvSpPr/>
              <p:nvPr/>
            </p:nvSpPr>
            <p:spPr>
              <a:xfrm rot="-1801764">
                <a:off x="4877140" y="4391533"/>
                <a:ext cx="1140" cy="2093"/>
              </a:xfrm>
              <a:custGeom>
                <a:rect b="b" l="l" r="r" t="t"/>
                <a:pathLst>
                  <a:path extrusionOk="0" h="2095" w="1141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20"/>
              <p:cNvSpPr/>
              <p:nvPr/>
            </p:nvSpPr>
            <p:spPr>
              <a:xfrm rot="-1801764">
                <a:off x="4879874" y="4393221"/>
                <a:ext cx="1140" cy="2093"/>
              </a:xfrm>
              <a:custGeom>
                <a:rect b="b" l="l" r="r" t="t"/>
                <a:pathLst>
                  <a:path extrusionOk="0" h="2095" w="1141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20"/>
              <p:cNvSpPr/>
              <p:nvPr/>
            </p:nvSpPr>
            <p:spPr>
              <a:xfrm rot="-1801764">
                <a:off x="4882642" y="4394683"/>
                <a:ext cx="1140" cy="2093"/>
              </a:xfrm>
              <a:custGeom>
                <a:rect b="b" l="l" r="r" t="t"/>
                <a:pathLst>
                  <a:path extrusionOk="0" h="2095" w="1141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20"/>
              <p:cNvSpPr/>
              <p:nvPr/>
            </p:nvSpPr>
            <p:spPr>
              <a:xfrm rot="-1801764">
                <a:off x="4905957" y="4408254"/>
                <a:ext cx="1140" cy="2093"/>
              </a:xfrm>
              <a:custGeom>
                <a:rect b="b" l="l" r="r" t="t"/>
                <a:pathLst>
                  <a:path extrusionOk="0" h="2095" w="1141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20"/>
              <p:cNvSpPr/>
              <p:nvPr/>
            </p:nvSpPr>
            <p:spPr>
              <a:xfrm rot="-1801764">
                <a:off x="4908679" y="4409799"/>
                <a:ext cx="1140" cy="2093"/>
              </a:xfrm>
              <a:custGeom>
                <a:rect b="b" l="l" r="r" t="t"/>
                <a:pathLst>
                  <a:path extrusionOk="0" h="2095" w="1141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20"/>
              <p:cNvSpPr/>
              <p:nvPr/>
            </p:nvSpPr>
            <p:spPr>
              <a:xfrm rot="-1801764">
                <a:off x="4911365" y="4411405"/>
                <a:ext cx="1140" cy="2093"/>
              </a:xfrm>
              <a:custGeom>
                <a:rect b="b" l="l" r="r" t="t"/>
                <a:pathLst>
                  <a:path extrusionOk="0" h="2095" w="1141">
                    <a:moveTo>
                      <a:pt x="1141" y="1048"/>
                    </a:moveTo>
                    <a:cubicBezTo>
                      <a:pt x="1141" y="1626"/>
                      <a:pt x="886" y="2095"/>
                      <a:pt x="571" y="2095"/>
                    </a:cubicBezTo>
                    <a:cubicBezTo>
                      <a:pt x="256" y="2095"/>
                      <a:pt x="0" y="1626"/>
                      <a:pt x="0" y="1048"/>
                    </a:cubicBezTo>
                    <a:cubicBezTo>
                      <a:pt x="0" y="469"/>
                      <a:pt x="256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20"/>
              <p:cNvSpPr/>
              <p:nvPr/>
            </p:nvSpPr>
            <p:spPr>
              <a:xfrm rot="-1801764">
                <a:off x="4914086" y="4412950"/>
                <a:ext cx="1140" cy="2093"/>
              </a:xfrm>
              <a:custGeom>
                <a:rect b="b" l="l" r="r" t="t"/>
                <a:pathLst>
                  <a:path extrusionOk="0" h="2095" w="1141">
                    <a:moveTo>
                      <a:pt x="1141" y="1048"/>
                    </a:moveTo>
                    <a:cubicBezTo>
                      <a:pt x="1141" y="1627"/>
                      <a:pt x="886" y="2095"/>
                      <a:pt x="571" y="2095"/>
                    </a:cubicBezTo>
                    <a:cubicBezTo>
                      <a:pt x="255" y="2095"/>
                      <a:pt x="0" y="1626"/>
                      <a:pt x="0" y="1048"/>
                    </a:cubicBezTo>
                    <a:cubicBezTo>
                      <a:pt x="0" y="469"/>
                      <a:pt x="255" y="0"/>
                      <a:pt x="571" y="0"/>
                    </a:cubicBezTo>
                    <a:cubicBezTo>
                      <a:pt x="886" y="0"/>
                      <a:pt x="1141" y="469"/>
                      <a:pt x="1141" y="1048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20"/>
              <p:cNvSpPr/>
              <p:nvPr/>
            </p:nvSpPr>
            <p:spPr>
              <a:xfrm>
                <a:off x="4890288" y="4399104"/>
                <a:ext cx="9224" cy="6794"/>
              </a:xfrm>
              <a:custGeom>
                <a:rect b="b" l="l" r="r" t="t"/>
                <a:pathLst>
                  <a:path extrusionOk="0" h="6794" w="9224">
                    <a:moveTo>
                      <a:pt x="8368" y="6684"/>
                    </a:moveTo>
                    <a:lnTo>
                      <a:pt x="856" y="2398"/>
                    </a:lnTo>
                    <a:cubicBezTo>
                      <a:pt x="322" y="1989"/>
                      <a:pt x="8" y="1360"/>
                      <a:pt x="0" y="684"/>
                    </a:cubicBezTo>
                    <a:lnTo>
                      <a:pt x="0" y="684"/>
                    </a:lnTo>
                    <a:cubicBezTo>
                      <a:pt x="0" y="112"/>
                      <a:pt x="0" y="-174"/>
                      <a:pt x="856" y="112"/>
                    </a:cubicBezTo>
                    <a:lnTo>
                      <a:pt x="8368" y="4398"/>
                    </a:lnTo>
                    <a:cubicBezTo>
                      <a:pt x="8898" y="4770"/>
                      <a:pt x="9217" y="5370"/>
                      <a:pt x="9224" y="6018"/>
                    </a:cubicBezTo>
                    <a:lnTo>
                      <a:pt x="9224" y="6018"/>
                    </a:lnTo>
                    <a:cubicBezTo>
                      <a:pt x="9224" y="6684"/>
                      <a:pt x="8844" y="6970"/>
                      <a:pt x="8368" y="668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20"/>
              <p:cNvSpPr/>
              <p:nvPr/>
            </p:nvSpPr>
            <p:spPr>
              <a:xfrm>
                <a:off x="5060033" y="4346638"/>
                <a:ext cx="8558" cy="6096"/>
              </a:xfrm>
              <a:custGeom>
                <a:rect b="b" l="l" r="r" t="t"/>
                <a:pathLst>
                  <a:path extrusionOk="0" h="6096" w="8558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0" y="6096"/>
                      <a:pt x="0" y="5525"/>
                    </a:cubicBezTo>
                    <a:lnTo>
                      <a:pt x="0" y="5525"/>
                    </a:lnTo>
                    <a:cubicBezTo>
                      <a:pt x="38" y="4934"/>
                      <a:pt x="312" y="4381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54" y="1191"/>
                      <a:pt x="8230" y="1772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20"/>
              <p:cNvSpPr/>
              <p:nvPr/>
            </p:nvSpPr>
            <p:spPr>
              <a:xfrm>
                <a:off x="5049382" y="4352829"/>
                <a:ext cx="8559" cy="6096"/>
              </a:xfrm>
              <a:custGeom>
                <a:rect b="b" l="l" r="r" t="t"/>
                <a:pathLst>
                  <a:path extrusionOk="0" h="6096" w="8559">
                    <a:moveTo>
                      <a:pt x="7703" y="2096"/>
                    </a:moveTo>
                    <a:lnTo>
                      <a:pt x="761" y="6096"/>
                    </a:lnTo>
                    <a:cubicBezTo>
                      <a:pt x="761" y="6096"/>
                      <a:pt x="1" y="6096"/>
                      <a:pt x="1" y="5525"/>
                    </a:cubicBezTo>
                    <a:lnTo>
                      <a:pt x="1" y="5525"/>
                    </a:lnTo>
                    <a:cubicBezTo>
                      <a:pt x="-16" y="4924"/>
                      <a:pt x="270" y="4353"/>
                      <a:pt x="761" y="4001"/>
                    </a:cubicBezTo>
                    <a:lnTo>
                      <a:pt x="7703" y="0"/>
                    </a:lnTo>
                    <a:cubicBezTo>
                      <a:pt x="7703" y="0"/>
                      <a:pt x="8559" y="0"/>
                      <a:pt x="8559" y="571"/>
                    </a:cubicBezTo>
                    <a:lnTo>
                      <a:pt x="8559" y="571"/>
                    </a:lnTo>
                    <a:cubicBezTo>
                      <a:pt x="8537" y="1191"/>
                      <a:pt x="8218" y="1753"/>
                      <a:pt x="7703" y="209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20"/>
              <p:cNvSpPr/>
              <p:nvPr/>
            </p:nvSpPr>
            <p:spPr>
              <a:xfrm>
                <a:off x="4866015" y="4292025"/>
                <a:ext cx="219679" cy="127142"/>
              </a:xfrm>
              <a:custGeom>
                <a:rect b="b" l="l" r="r" t="t"/>
                <a:pathLst>
                  <a:path extrusionOk="0" h="127142" w="219679">
                    <a:moveTo>
                      <a:pt x="59268" y="125097"/>
                    </a:moveTo>
                    <a:lnTo>
                      <a:pt x="3257" y="92427"/>
                    </a:lnTo>
                    <a:cubicBezTo>
                      <a:pt x="-1593" y="89664"/>
                      <a:pt x="-927" y="84807"/>
                      <a:pt x="4589" y="81568"/>
                    </a:cubicBezTo>
                    <a:lnTo>
                      <a:pt x="140955" y="2701"/>
                    </a:lnTo>
                    <a:cubicBezTo>
                      <a:pt x="146802" y="-613"/>
                      <a:pt x="153882" y="-890"/>
                      <a:pt x="159974" y="1939"/>
                    </a:cubicBezTo>
                    <a:lnTo>
                      <a:pt x="216461" y="34610"/>
                    </a:lnTo>
                    <a:cubicBezTo>
                      <a:pt x="221215" y="37372"/>
                      <a:pt x="220645" y="42230"/>
                      <a:pt x="215129" y="45373"/>
                    </a:cubicBezTo>
                    <a:lnTo>
                      <a:pt x="78763" y="124240"/>
                    </a:lnTo>
                    <a:cubicBezTo>
                      <a:pt x="72819" y="127784"/>
                      <a:pt x="65499" y="128098"/>
                      <a:pt x="59268" y="125097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20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rect b="b" l="l" r="r" t="t"/>
                <a:pathLst>
                  <a:path extrusionOk="0" h="117633" w="203812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20"/>
              <p:cNvSpPr/>
              <p:nvPr/>
            </p:nvSpPr>
            <p:spPr>
              <a:xfrm>
                <a:off x="4874289" y="4295203"/>
                <a:ext cx="203812" cy="117633"/>
              </a:xfrm>
              <a:custGeom>
                <a:rect b="b" l="l" r="r" t="t"/>
                <a:pathLst>
                  <a:path extrusionOk="0" h="117633" w="203812">
                    <a:moveTo>
                      <a:pt x="201245" y="32766"/>
                    </a:moveTo>
                    <a:lnTo>
                      <a:pt x="179278" y="19621"/>
                    </a:lnTo>
                    <a:lnTo>
                      <a:pt x="179278" y="19621"/>
                    </a:lnTo>
                    <a:cubicBezTo>
                      <a:pt x="176299" y="21184"/>
                      <a:pt x="172748" y="21184"/>
                      <a:pt x="169769" y="19621"/>
                    </a:cubicBezTo>
                    <a:cubicBezTo>
                      <a:pt x="167106" y="18097"/>
                      <a:pt x="167106" y="15716"/>
                      <a:pt x="169769" y="14192"/>
                    </a:cubicBezTo>
                    <a:lnTo>
                      <a:pt x="169769" y="14192"/>
                    </a:lnTo>
                    <a:lnTo>
                      <a:pt x="147802" y="1429"/>
                    </a:lnTo>
                    <a:cubicBezTo>
                      <a:pt x="143967" y="-476"/>
                      <a:pt x="139464" y="-476"/>
                      <a:pt x="135629" y="1429"/>
                    </a:cubicBezTo>
                    <a:lnTo>
                      <a:pt x="2496" y="78200"/>
                    </a:lnTo>
                    <a:cubicBezTo>
                      <a:pt x="-832" y="80200"/>
                      <a:pt x="-832" y="83344"/>
                      <a:pt x="2496" y="85249"/>
                    </a:cubicBezTo>
                    <a:lnTo>
                      <a:pt x="56035" y="116205"/>
                    </a:lnTo>
                    <a:cubicBezTo>
                      <a:pt x="59836" y="118110"/>
                      <a:pt x="64311" y="118110"/>
                      <a:pt x="68112" y="116205"/>
                    </a:cubicBezTo>
                    <a:lnTo>
                      <a:pt x="201245" y="39338"/>
                    </a:lnTo>
                    <a:cubicBezTo>
                      <a:pt x="204668" y="37814"/>
                      <a:pt x="204668" y="34671"/>
                      <a:pt x="201245" y="32766"/>
                    </a:cubicBezTo>
                    <a:close/>
                  </a:path>
                </a:pathLst>
              </a:custGeom>
              <a:solidFill>
                <a:srgbClr val="000000">
                  <a:alpha val="4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20"/>
              <p:cNvSpPr/>
              <p:nvPr/>
            </p:nvSpPr>
            <p:spPr>
              <a:xfrm>
                <a:off x="5044723" y="4311872"/>
                <a:ext cx="5135" cy="2857"/>
              </a:xfrm>
              <a:custGeom>
                <a:rect b="b" l="l" r="r" t="t"/>
                <a:pathLst>
                  <a:path extrusionOk="0" h="2857" w="5135">
                    <a:moveTo>
                      <a:pt x="5135" y="1429"/>
                    </a:moveTo>
                    <a:cubicBezTo>
                      <a:pt x="5135" y="2218"/>
                      <a:pt x="3986" y="2857"/>
                      <a:pt x="2568" y="2857"/>
                    </a:cubicBezTo>
                    <a:cubicBezTo>
                      <a:pt x="1150" y="2857"/>
                      <a:pt x="0" y="2218"/>
                      <a:pt x="0" y="1429"/>
                    </a:cubicBezTo>
                    <a:cubicBezTo>
                      <a:pt x="0" y="640"/>
                      <a:pt x="1150" y="0"/>
                      <a:pt x="2568" y="0"/>
                    </a:cubicBezTo>
                    <a:cubicBezTo>
                      <a:pt x="3986" y="0"/>
                      <a:pt x="5135" y="640"/>
                      <a:pt x="5135" y="142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20"/>
              <p:cNvSpPr/>
              <p:nvPr/>
            </p:nvSpPr>
            <p:spPr>
              <a:xfrm>
                <a:off x="5046530" y="4312698"/>
                <a:ext cx="1521" cy="1221"/>
              </a:xfrm>
              <a:custGeom>
                <a:rect b="b" l="l" r="r" t="t"/>
                <a:pathLst>
                  <a:path extrusionOk="0" h="1221" w="1521">
                    <a:moveTo>
                      <a:pt x="0" y="1079"/>
                    </a:moveTo>
                    <a:cubicBezTo>
                      <a:pt x="0" y="1079"/>
                      <a:pt x="0" y="412"/>
                      <a:pt x="0" y="221"/>
                    </a:cubicBezTo>
                    <a:cubicBezTo>
                      <a:pt x="465" y="-74"/>
                      <a:pt x="1056" y="-74"/>
                      <a:pt x="1522" y="221"/>
                    </a:cubicBezTo>
                    <a:cubicBezTo>
                      <a:pt x="1522" y="221"/>
                      <a:pt x="1522" y="793"/>
                      <a:pt x="1522" y="1079"/>
                    </a:cubicBezTo>
                    <a:cubicBezTo>
                      <a:pt x="1033" y="1269"/>
                      <a:pt x="489" y="1269"/>
                      <a:pt x="0" y="1079"/>
                    </a:cubicBezTo>
                    <a:close/>
                  </a:path>
                </a:pathLst>
              </a:custGeom>
              <a:solidFill>
                <a:srgbClr val="FFFFFF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8" name="Google Shape;1108;p20"/>
            <p:cNvSpPr/>
            <p:nvPr/>
          </p:nvSpPr>
          <p:spPr>
            <a:xfrm>
              <a:off x="6948039" y="2876090"/>
              <a:ext cx="48317" cy="40269"/>
            </a:xfrm>
            <a:custGeom>
              <a:rect b="b" l="l" r="r" t="t"/>
              <a:pathLst>
                <a:path extrusionOk="0" h="107584" w="129087">
                  <a:moveTo>
                    <a:pt x="100516" y="75867"/>
                  </a:moveTo>
                  <a:cubicBezTo>
                    <a:pt x="100516" y="75867"/>
                    <a:pt x="130375" y="48911"/>
                    <a:pt x="129044" y="13192"/>
                  </a:cubicBezTo>
                  <a:cubicBezTo>
                    <a:pt x="127237" y="-11668"/>
                    <a:pt x="112212" y="6239"/>
                    <a:pt x="112212" y="6239"/>
                  </a:cubicBezTo>
                  <a:lnTo>
                    <a:pt x="97092" y="33671"/>
                  </a:lnTo>
                  <a:cubicBezTo>
                    <a:pt x="89594" y="43806"/>
                    <a:pt x="79821" y="52026"/>
                    <a:pt x="68564" y="57674"/>
                  </a:cubicBezTo>
                  <a:cubicBezTo>
                    <a:pt x="57968" y="58693"/>
                    <a:pt x="47431" y="60255"/>
                    <a:pt x="36992" y="62341"/>
                  </a:cubicBezTo>
                  <a:cubicBezTo>
                    <a:pt x="18448" y="65961"/>
                    <a:pt x="0" y="89202"/>
                    <a:pt x="0" y="89202"/>
                  </a:cubicBezTo>
                  <a:lnTo>
                    <a:pt x="23298" y="1075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20"/>
            <p:cNvSpPr/>
            <p:nvPr/>
          </p:nvSpPr>
          <p:spPr>
            <a:xfrm>
              <a:off x="6688913" y="2310158"/>
              <a:ext cx="266346" cy="294746"/>
            </a:xfrm>
            <a:custGeom>
              <a:rect b="b" l="l" r="r" t="t"/>
              <a:pathLst>
                <a:path extrusionOk="0" h="787458" w="711585">
                  <a:moveTo>
                    <a:pt x="654254" y="325496"/>
                  </a:moveTo>
                  <a:lnTo>
                    <a:pt x="104510" y="7551"/>
                  </a:lnTo>
                  <a:cubicBezTo>
                    <a:pt x="93809" y="169"/>
                    <a:pt x="80334" y="-1936"/>
                    <a:pt x="67898" y="1836"/>
                  </a:cubicBezTo>
                  <a:lnTo>
                    <a:pt x="67898" y="1836"/>
                  </a:lnTo>
                  <a:cubicBezTo>
                    <a:pt x="65551" y="2808"/>
                    <a:pt x="63345" y="4093"/>
                    <a:pt x="61336" y="5646"/>
                  </a:cubicBezTo>
                  <a:lnTo>
                    <a:pt x="0" y="40793"/>
                  </a:lnTo>
                  <a:lnTo>
                    <a:pt x="47548" y="96705"/>
                  </a:lnTo>
                  <a:lnTo>
                    <a:pt x="47548" y="326258"/>
                  </a:lnTo>
                  <a:cubicBezTo>
                    <a:pt x="49713" y="366529"/>
                    <a:pt x="70903" y="403353"/>
                    <a:pt x="104605" y="425413"/>
                  </a:cubicBezTo>
                  <a:lnTo>
                    <a:pt x="275776" y="533140"/>
                  </a:lnTo>
                  <a:lnTo>
                    <a:pt x="322277" y="639916"/>
                  </a:lnTo>
                  <a:lnTo>
                    <a:pt x="273303" y="723069"/>
                  </a:lnTo>
                  <a:lnTo>
                    <a:pt x="341487" y="684016"/>
                  </a:lnTo>
                  <a:lnTo>
                    <a:pt x="406246" y="608674"/>
                  </a:lnTo>
                  <a:lnTo>
                    <a:pt x="612888" y="720783"/>
                  </a:lnTo>
                  <a:lnTo>
                    <a:pt x="624014" y="787458"/>
                  </a:lnTo>
                  <a:lnTo>
                    <a:pt x="693624" y="747644"/>
                  </a:lnTo>
                  <a:lnTo>
                    <a:pt x="695526" y="746500"/>
                  </a:lnTo>
                  <a:lnTo>
                    <a:pt x="696191" y="746500"/>
                  </a:lnTo>
                  <a:lnTo>
                    <a:pt x="696191" y="746500"/>
                  </a:lnTo>
                  <a:cubicBezTo>
                    <a:pt x="706983" y="737785"/>
                    <a:pt x="712695" y="724231"/>
                    <a:pt x="711407" y="710401"/>
                  </a:cubicBezTo>
                  <a:lnTo>
                    <a:pt x="711407" y="424651"/>
                  </a:lnTo>
                  <a:cubicBezTo>
                    <a:pt x="709219" y="384370"/>
                    <a:pt x="687992" y="347536"/>
                    <a:pt x="654254" y="325496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20"/>
            <p:cNvSpPr/>
            <p:nvPr/>
          </p:nvSpPr>
          <p:spPr>
            <a:xfrm>
              <a:off x="6681190" y="2324699"/>
              <a:ext cx="248446" cy="281264"/>
            </a:xfrm>
            <a:custGeom>
              <a:rect b="b" l="l" r="r" t="t"/>
              <a:pathLst>
                <a:path extrusionOk="0" h="751441" w="663763">
                  <a:moveTo>
                    <a:pt x="606802" y="325697"/>
                  </a:moveTo>
                  <a:lnTo>
                    <a:pt x="57057" y="7848"/>
                  </a:lnTo>
                  <a:cubicBezTo>
                    <a:pt x="25485" y="-10440"/>
                    <a:pt x="0" y="4324"/>
                    <a:pt x="0" y="40805"/>
                  </a:cubicBezTo>
                  <a:lnTo>
                    <a:pt x="0" y="326555"/>
                  </a:lnTo>
                  <a:cubicBezTo>
                    <a:pt x="2165" y="366826"/>
                    <a:pt x="23356" y="403650"/>
                    <a:pt x="57057" y="425710"/>
                  </a:cubicBezTo>
                  <a:lnTo>
                    <a:pt x="228228" y="533533"/>
                  </a:lnTo>
                  <a:lnTo>
                    <a:pt x="293939" y="684314"/>
                  </a:lnTo>
                  <a:lnTo>
                    <a:pt x="358699" y="608971"/>
                  </a:lnTo>
                  <a:lnTo>
                    <a:pt x="606707" y="743654"/>
                  </a:lnTo>
                  <a:cubicBezTo>
                    <a:pt x="638278" y="761847"/>
                    <a:pt x="663764" y="747083"/>
                    <a:pt x="663764" y="710603"/>
                  </a:cubicBezTo>
                  <a:lnTo>
                    <a:pt x="663764" y="424853"/>
                  </a:lnTo>
                  <a:cubicBezTo>
                    <a:pt x="661621" y="384600"/>
                    <a:pt x="640468" y="347776"/>
                    <a:pt x="606802" y="325697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20"/>
            <p:cNvSpPr/>
            <p:nvPr/>
          </p:nvSpPr>
          <p:spPr>
            <a:xfrm>
              <a:off x="7244522" y="2103554"/>
              <a:ext cx="267380" cy="295937"/>
            </a:xfrm>
            <a:custGeom>
              <a:rect b="b" l="l" r="r" t="t"/>
              <a:pathLst>
                <a:path extrusionOk="0" h="789165" w="713014">
                  <a:moveTo>
                    <a:pt x="655586" y="326155"/>
                  </a:moveTo>
                  <a:lnTo>
                    <a:pt x="104700" y="7639"/>
                  </a:lnTo>
                  <a:cubicBezTo>
                    <a:pt x="93992" y="191"/>
                    <a:pt x="80470" y="-1949"/>
                    <a:pt x="67993" y="1829"/>
                  </a:cubicBezTo>
                  <a:lnTo>
                    <a:pt x="67993" y="1829"/>
                  </a:lnTo>
                  <a:cubicBezTo>
                    <a:pt x="65625" y="2760"/>
                    <a:pt x="63419" y="4045"/>
                    <a:pt x="61432" y="5639"/>
                  </a:cubicBezTo>
                  <a:lnTo>
                    <a:pt x="0" y="40882"/>
                  </a:lnTo>
                  <a:lnTo>
                    <a:pt x="47548" y="96793"/>
                  </a:lnTo>
                  <a:lnTo>
                    <a:pt x="47548" y="326917"/>
                  </a:lnTo>
                  <a:cubicBezTo>
                    <a:pt x="49697" y="367241"/>
                    <a:pt x="70884" y="404130"/>
                    <a:pt x="104605" y="426263"/>
                  </a:cubicBezTo>
                  <a:lnTo>
                    <a:pt x="276252" y="534277"/>
                  </a:lnTo>
                  <a:lnTo>
                    <a:pt x="322848" y="641242"/>
                  </a:lnTo>
                  <a:lnTo>
                    <a:pt x="273874" y="724586"/>
                  </a:lnTo>
                  <a:lnTo>
                    <a:pt x="342248" y="685629"/>
                  </a:lnTo>
                  <a:lnTo>
                    <a:pt x="407102" y="610096"/>
                  </a:lnTo>
                  <a:lnTo>
                    <a:pt x="614029" y="722491"/>
                  </a:lnTo>
                  <a:lnTo>
                    <a:pt x="625250" y="789166"/>
                  </a:lnTo>
                  <a:lnTo>
                    <a:pt x="694955" y="749161"/>
                  </a:lnTo>
                  <a:lnTo>
                    <a:pt x="696857" y="748113"/>
                  </a:lnTo>
                  <a:lnTo>
                    <a:pt x="697523" y="748113"/>
                  </a:lnTo>
                  <a:lnTo>
                    <a:pt x="697523" y="748113"/>
                  </a:lnTo>
                  <a:cubicBezTo>
                    <a:pt x="708373" y="739436"/>
                    <a:pt x="714136" y="725863"/>
                    <a:pt x="712833" y="712013"/>
                  </a:cubicBezTo>
                  <a:lnTo>
                    <a:pt x="712833" y="426263"/>
                  </a:lnTo>
                  <a:cubicBezTo>
                    <a:pt x="710874" y="385631"/>
                    <a:pt x="689592" y="348402"/>
                    <a:pt x="655586" y="326155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20"/>
            <p:cNvSpPr/>
            <p:nvPr/>
          </p:nvSpPr>
          <p:spPr>
            <a:xfrm>
              <a:off x="7236798" y="2118137"/>
              <a:ext cx="249375" cy="282304"/>
            </a:xfrm>
            <a:custGeom>
              <a:rect b="b" l="l" r="r" t="t"/>
              <a:pathLst>
                <a:path extrusionOk="0" h="752811" w="665000">
                  <a:moveTo>
                    <a:pt x="607848" y="326342"/>
                  </a:moveTo>
                  <a:lnTo>
                    <a:pt x="57057" y="7826"/>
                  </a:lnTo>
                  <a:cubicBezTo>
                    <a:pt x="25485" y="-10462"/>
                    <a:pt x="0" y="4397"/>
                    <a:pt x="0" y="40973"/>
                  </a:cubicBezTo>
                  <a:lnTo>
                    <a:pt x="0" y="326723"/>
                  </a:lnTo>
                  <a:cubicBezTo>
                    <a:pt x="2149" y="367046"/>
                    <a:pt x="23336" y="403936"/>
                    <a:pt x="57057" y="426069"/>
                  </a:cubicBezTo>
                  <a:lnTo>
                    <a:pt x="228799" y="534464"/>
                  </a:lnTo>
                  <a:lnTo>
                    <a:pt x="294700" y="685625"/>
                  </a:lnTo>
                  <a:lnTo>
                    <a:pt x="359555" y="610092"/>
                  </a:lnTo>
                  <a:lnTo>
                    <a:pt x="607943" y="744966"/>
                  </a:lnTo>
                  <a:cubicBezTo>
                    <a:pt x="639610" y="763254"/>
                    <a:pt x="665000" y="748490"/>
                    <a:pt x="665000" y="711914"/>
                  </a:cubicBezTo>
                  <a:lnTo>
                    <a:pt x="665000" y="426164"/>
                  </a:lnTo>
                  <a:cubicBezTo>
                    <a:pt x="662994" y="385648"/>
                    <a:pt x="641749" y="348541"/>
                    <a:pt x="607848" y="326342"/>
                  </a:cubicBez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20"/>
            <p:cNvSpPr/>
            <p:nvPr/>
          </p:nvSpPr>
          <p:spPr>
            <a:xfrm rot="-1798898">
              <a:off x="7282126" y="2196393"/>
              <a:ext cx="24191" cy="41957"/>
            </a:xfrm>
            <a:custGeom>
              <a:rect b="b" l="l" r="r" t="t"/>
              <a:pathLst>
                <a:path extrusionOk="0" h="111823" w="64474">
                  <a:moveTo>
                    <a:pt x="64475" y="55912"/>
                  </a:moveTo>
                  <a:cubicBezTo>
                    <a:pt x="64475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5" y="25033"/>
                    <a:pt x="64475" y="559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20"/>
            <p:cNvSpPr/>
            <p:nvPr/>
          </p:nvSpPr>
          <p:spPr>
            <a:xfrm rot="-1778992">
              <a:off x="7345395" y="2232411"/>
              <a:ext cx="24194" cy="41962"/>
            </a:xfrm>
            <a:custGeom>
              <a:rect b="b" l="l" r="r" t="t"/>
              <a:pathLst>
                <a:path extrusionOk="0" h="112208" w="64696">
                  <a:moveTo>
                    <a:pt x="64698" y="56104"/>
                  </a:moveTo>
                  <a:cubicBezTo>
                    <a:pt x="64698" y="87090"/>
                    <a:pt x="50215" y="112209"/>
                    <a:pt x="32350" y="112209"/>
                  </a:cubicBezTo>
                  <a:cubicBezTo>
                    <a:pt x="14484" y="112209"/>
                    <a:pt x="1" y="87090"/>
                    <a:pt x="1" y="56104"/>
                  </a:cubicBezTo>
                  <a:cubicBezTo>
                    <a:pt x="1" y="25119"/>
                    <a:pt x="14484" y="0"/>
                    <a:pt x="32350" y="0"/>
                  </a:cubicBezTo>
                  <a:cubicBezTo>
                    <a:pt x="50215" y="0"/>
                    <a:pt x="64698" y="25119"/>
                    <a:pt x="64698" y="56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20"/>
            <p:cNvSpPr/>
            <p:nvPr/>
          </p:nvSpPr>
          <p:spPr>
            <a:xfrm rot="-1798898">
              <a:off x="7404420" y="2267151"/>
              <a:ext cx="24191" cy="41957"/>
            </a:xfrm>
            <a:custGeom>
              <a:rect b="b" l="l" r="r" t="t"/>
              <a:pathLst>
                <a:path extrusionOk="0" h="111823" w="64474">
                  <a:moveTo>
                    <a:pt x="64474" y="55912"/>
                  </a:moveTo>
                  <a:cubicBezTo>
                    <a:pt x="64474" y="86791"/>
                    <a:pt x="50041" y="111823"/>
                    <a:pt x="32237" y="111823"/>
                  </a:cubicBezTo>
                  <a:cubicBezTo>
                    <a:pt x="14433" y="111823"/>
                    <a:pt x="0" y="86791"/>
                    <a:pt x="0" y="55912"/>
                  </a:cubicBezTo>
                  <a:cubicBezTo>
                    <a:pt x="0" y="25033"/>
                    <a:pt x="14433" y="0"/>
                    <a:pt x="32237" y="0"/>
                  </a:cubicBezTo>
                  <a:cubicBezTo>
                    <a:pt x="50041" y="0"/>
                    <a:pt x="64474" y="25033"/>
                    <a:pt x="64474" y="559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20"/>
            <p:cNvSpPr/>
            <p:nvPr/>
          </p:nvSpPr>
          <p:spPr>
            <a:xfrm>
              <a:off x="7054307" y="2375460"/>
              <a:ext cx="81342" cy="108498"/>
            </a:xfrm>
            <a:custGeom>
              <a:rect b="b" l="l" r="r" t="t"/>
              <a:pathLst>
                <a:path extrusionOk="0" h="289327" w="216911">
                  <a:moveTo>
                    <a:pt x="216912" y="195983"/>
                  </a:moveTo>
                  <a:cubicBezTo>
                    <a:pt x="216912" y="129308"/>
                    <a:pt x="170030" y="47678"/>
                    <a:pt x="112307" y="14246"/>
                  </a:cubicBezTo>
                  <a:cubicBezTo>
                    <a:pt x="81496" y="-3566"/>
                    <a:pt x="53919" y="-4042"/>
                    <a:pt x="34805" y="9293"/>
                  </a:cubicBezTo>
                  <a:lnTo>
                    <a:pt x="0" y="29009"/>
                  </a:lnTo>
                  <a:lnTo>
                    <a:pt x="14835" y="34915"/>
                  </a:lnTo>
                  <a:cubicBezTo>
                    <a:pt x="9738" y="47589"/>
                    <a:pt x="7246" y="61163"/>
                    <a:pt x="7512" y="74825"/>
                  </a:cubicBezTo>
                  <a:cubicBezTo>
                    <a:pt x="7512" y="141500"/>
                    <a:pt x="54394" y="223034"/>
                    <a:pt x="112117" y="256562"/>
                  </a:cubicBezTo>
                  <a:cubicBezTo>
                    <a:pt x="121018" y="261857"/>
                    <a:pt x="130623" y="265858"/>
                    <a:pt x="140645" y="268468"/>
                  </a:cubicBezTo>
                  <a:lnTo>
                    <a:pt x="140645" y="289328"/>
                  </a:lnTo>
                  <a:lnTo>
                    <a:pt x="185530" y="263991"/>
                  </a:lnTo>
                  <a:lnTo>
                    <a:pt x="185530" y="263991"/>
                  </a:lnTo>
                  <a:lnTo>
                    <a:pt x="185530" y="263991"/>
                  </a:lnTo>
                  <a:cubicBezTo>
                    <a:pt x="205310" y="252656"/>
                    <a:pt x="216912" y="229225"/>
                    <a:pt x="216912" y="195983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20"/>
            <p:cNvSpPr/>
            <p:nvPr/>
          </p:nvSpPr>
          <p:spPr>
            <a:xfrm rot="-1798898">
              <a:off x="7049958" y="2378905"/>
              <a:ext cx="64153" cy="111361"/>
            </a:xfrm>
            <a:custGeom>
              <a:rect b="b" l="l" r="r" t="t"/>
              <a:pathLst>
                <a:path extrusionOk="0" h="296798" w="170980">
                  <a:moveTo>
                    <a:pt x="170981" y="148399"/>
                  </a:moveTo>
                  <a:cubicBezTo>
                    <a:pt x="170981" y="230358"/>
                    <a:pt x="132706" y="296799"/>
                    <a:pt x="85491" y="296799"/>
                  </a:cubicBezTo>
                  <a:cubicBezTo>
                    <a:pt x="38276" y="296799"/>
                    <a:pt x="0" y="230358"/>
                    <a:pt x="0" y="148399"/>
                  </a:cubicBezTo>
                  <a:cubicBezTo>
                    <a:pt x="0" y="66441"/>
                    <a:pt x="38276" y="0"/>
                    <a:pt x="85491" y="0"/>
                  </a:cubicBezTo>
                  <a:cubicBezTo>
                    <a:pt x="132706" y="0"/>
                    <a:pt x="170981" y="66441"/>
                    <a:pt x="170981" y="1483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20"/>
            <p:cNvSpPr/>
            <p:nvPr/>
          </p:nvSpPr>
          <p:spPr>
            <a:xfrm rot="-1798898">
              <a:off x="7061883" y="2407428"/>
              <a:ext cx="9134" cy="15868"/>
            </a:xfrm>
            <a:custGeom>
              <a:rect b="b" l="l" r="r" t="t"/>
              <a:pathLst>
                <a:path extrusionOk="0" h="42290" w="24344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20"/>
            <p:cNvSpPr/>
            <p:nvPr/>
          </p:nvSpPr>
          <p:spPr>
            <a:xfrm rot="-1798898">
              <a:off x="7092283" y="2424967"/>
              <a:ext cx="9134" cy="15868"/>
            </a:xfrm>
            <a:custGeom>
              <a:rect b="b" l="l" r="r" t="t"/>
              <a:pathLst>
                <a:path extrusionOk="0" h="42290" w="24344">
                  <a:moveTo>
                    <a:pt x="24344" y="21145"/>
                  </a:moveTo>
                  <a:cubicBezTo>
                    <a:pt x="24344" y="32824"/>
                    <a:pt x="18894" y="42291"/>
                    <a:pt x="12172" y="42291"/>
                  </a:cubicBezTo>
                  <a:cubicBezTo>
                    <a:pt x="5449" y="42291"/>
                    <a:pt x="0" y="32824"/>
                    <a:pt x="0" y="21145"/>
                  </a:cubicBezTo>
                  <a:cubicBezTo>
                    <a:pt x="0" y="9467"/>
                    <a:pt x="5450" y="0"/>
                    <a:pt x="12172" y="0"/>
                  </a:cubicBezTo>
                  <a:cubicBezTo>
                    <a:pt x="18895" y="0"/>
                    <a:pt x="24344" y="9467"/>
                    <a:pt x="24344" y="21145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20"/>
            <p:cNvSpPr/>
            <p:nvPr/>
          </p:nvSpPr>
          <p:spPr>
            <a:xfrm>
              <a:off x="7066445" y="2439547"/>
              <a:ext cx="31881" cy="22328"/>
            </a:xfrm>
            <a:custGeom>
              <a:rect b="b" l="l" r="r" t="t"/>
              <a:pathLst>
                <a:path extrusionOk="0" h="59542" w="85015">
                  <a:moveTo>
                    <a:pt x="0" y="0"/>
                  </a:moveTo>
                  <a:cubicBezTo>
                    <a:pt x="0" y="0"/>
                    <a:pt x="13694" y="37528"/>
                    <a:pt x="41272" y="53435"/>
                  </a:cubicBezTo>
                  <a:cubicBezTo>
                    <a:pt x="68849" y="69342"/>
                    <a:pt x="85015" y="49149"/>
                    <a:pt x="85015" y="49149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20"/>
            <p:cNvSpPr/>
            <p:nvPr/>
          </p:nvSpPr>
          <p:spPr>
            <a:xfrm>
              <a:off x="7016984" y="2605070"/>
              <a:ext cx="22181" cy="70080"/>
            </a:xfrm>
            <a:custGeom>
              <a:rect b="b" l="l" r="r" t="t"/>
              <a:pathLst>
                <a:path extrusionOk="0" h="186880" w="59149">
                  <a:moveTo>
                    <a:pt x="0" y="152591"/>
                  </a:moveTo>
                  <a:lnTo>
                    <a:pt x="59149" y="186881"/>
                  </a:lnTo>
                  <a:lnTo>
                    <a:pt x="59149" y="34195"/>
                  </a:lnTo>
                  <a:lnTo>
                    <a:pt x="0" y="0"/>
                  </a:lnTo>
                  <a:lnTo>
                    <a:pt x="0" y="152591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20"/>
            <p:cNvSpPr/>
            <p:nvPr/>
          </p:nvSpPr>
          <p:spPr>
            <a:xfrm>
              <a:off x="7016984" y="2594731"/>
              <a:ext cx="41045" cy="23253"/>
            </a:xfrm>
            <a:custGeom>
              <a:rect b="b" l="l" r="r" t="t"/>
              <a:pathLst>
                <a:path extrusionOk="0" h="62007" w="109454">
                  <a:moveTo>
                    <a:pt x="59149" y="62008"/>
                  </a:moveTo>
                  <a:lnTo>
                    <a:pt x="0" y="27718"/>
                  </a:lnTo>
                  <a:lnTo>
                    <a:pt x="47928" y="0"/>
                  </a:lnTo>
                  <a:lnTo>
                    <a:pt x="109455" y="34480"/>
                  </a:lnTo>
                  <a:lnTo>
                    <a:pt x="59149" y="6200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20"/>
            <p:cNvSpPr/>
            <p:nvPr/>
          </p:nvSpPr>
          <p:spPr>
            <a:xfrm>
              <a:off x="7057740" y="2595705"/>
              <a:ext cx="65605" cy="105819"/>
            </a:xfrm>
            <a:custGeom>
              <a:rect b="b" l="l" r="r" t="t"/>
              <a:pathLst>
                <a:path extrusionOk="0" h="282184" w="174947">
                  <a:moveTo>
                    <a:pt x="174880" y="168275"/>
                  </a:moveTo>
                  <a:cubicBezTo>
                    <a:pt x="174376" y="153645"/>
                    <a:pt x="166502" y="140272"/>
                    <a:pt x="153959" y="132747"/>
                  </a:cubicBezTo>
                  <a:lnTo>
                    <a:pt x="84635" y="92646"/>
                  </a:lnTo>
                  <a:lnTo>
                    <a:pt x="95666" y="40545"/>
                  </a:lnTo>
                  <a:lnTo>
                    <a:pt x="95666" y="36639"/>
                  </a:lnTo>
                  <a:cubicBezTo>
                    <a:pt x="95704" y="31096"/>
                    <a:pt x="94933" y="25581"/>
                    <a:pt x="93383" y="20256"/>
                  </a:cubicBezTo>
                  <a:cubicBezTo>
                    <a:pt x="91291" y="13398"/>
                    <a:pt x="83874" y="-2889"/>
                    <a:pt x="79119" y="445"/>
                  </a:cubicBezTo>
                  <a:lnTo>
                    <a:pt x="6562" y="42450"/>
                  </a:lnTo>
                  <a:cubicBezTo>
                    <a:pt x="2187" y="43688"/>
                    <a:pt x="0" y="48736"/>
                    <a:pt x="0" y="56356"/>
                  </a:cubicBezTo>
                  <a:lnTo>
                    <a:pt x="0" y="184087"/>
                  </a:lnTo>
                  <a:cubicBezTo>
                    <a:pt x="903" y="199546"/>
                    <a:pt x="9053" y="213671"/>
                    <a:pt x="21967" y="222187"/>
                  </a:cubicBezTo>
                  <a:lnTo>
                    <a:pt x="120961" y="279337"/>
                  </a:lnTo>
                  <a:cubicBezTo>
                    <a:pt x="129710" y="284385"/>
                    <a:pt x="137412" y="282480"/>
                    <a:pt x="140741" y="275527"/>
                  </a:cubicBezTo>
                  <a:lnTo>
                    <a:pt x="173739" y="204280"/>
                  </a:lnTo>
                  <a:cubicBezTo>
                    <a:pt x="174728" y="201632"/>
                    <a:pt x="175118" y="198803"/>
                    <a:pt x="174880" y="19599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20"/>
            <p:cNvSpPr/>
            <p:nvPr/>
          </p:nvSpPr>
          <p:spPr>
            <a:xfrm>
              <a:off x="7095932" y="2684289"/>
              <a:ext cx="13087" cy="23860"/>
            </a:xfrm>
            <a:custGeom>
              <a:rect b="b" l="l" r="r" t="t"/>
              <a:pathLst>
                <a:path extrusionOk="0" h="63627" w="34899">
                  <a:moveTo>
                    <a:pt x="0" y="63627"/>
                  </a:moveTo>
                  <a:lnTo>
                    <a:pt x="34900" y="43148"/>
                  </a:lnTo>
                  <a:lnTo>
                    <a:pt x="3138" y="0"/>
                  </a:lnTo>
                  <a:lnTo>
                    <a:pt x="0" y="6362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20"/>
            <p:cNvSpPr/>
            <p:nvPr/>
          </p:nvSpPr>
          <p:spPr>
            <a:xfrm>
              <a:off x="7045282" y="2602986"/>
              <a:ext cx="65605" cy="105693"/>
            </a:xfrm>
            <a:custGeom>
              <a:rect b="b" l="l" r="r" t="t"/>
              <a:pathLst>
                <a:path extrusionOk="0" h="281849" w="174947">
                  <a:moveTo>
                    <a:pt x="174880" y="168254"/>
                  </a:moveTo>
                  <a:cubicBezTo>
                    <a:pt x="174319" y="153642"/>
                    <a:pt x="166464" y="140288"/>
                    <a:pt x="153959" y="132725"/>
                  </a:cubicBezTo>
                  <a:lnTo>
                    <a:pt x="84635" y="92720"/>
                  </a:lnTo>
                  <a:lnTo>
                    <a:pt x="95666" y="40523"/>
                  </a:lnTo>
                  <a:lnTo>
                    <a:pt x="95666" y="36713"/>
                  </a:lnTo>
                  <a:cubicBezTo>
                    <a:pt x="95704" y="31141"/>
                    <a:pt x="94933" y="25588"/>
                    <a:pt x="93383" y="20235"/>
                  </a:cubicBezTo>
                  <a:cubicBezTo>
                    <a:pt x="91291" y="13377"/>
                    <a:pt x="83874" y="-2815"/>
                    <a:pt x="79119" y="423"/>
                  </a:cubicBezTo>
                  <a:lnTo>
                    <a:pt x="6562" y="42429"/>
                  </a:lnTo>
                  <a:cubicBezTo>
                    <a:pt x="2187" y="43667"/>
                    <a:pt x="0" y="48810"/>
                    <a:pt x="0" y="56430"/>
                  </a:cubicBezTo>
                  <a:lnTo>
                    <a:pt x="0" y="183684"/>
                  </a:lnTo>
                  <a:cubicBezTo>
                    <a:pt x="875" y="199153"/>
                    <a:pt x="9025" y="213288"/>
                    <a:pt x="21967" y="221784"/>
                  </a:cubicBezTo>
                  <a:lnTo>
                    <a:pt x="120961" y="278934"/>
                  </a:lnTo>
                  <a:cubicBezTo>
                    <a:pt x="129710" y="284078"/>
                    <a:pt x="137412" y="282173"/>
                    <a:pt x="140741" y="275124"/>
                  </a:cubicBezTo>
                  <a:lnTo>
                    <a:pt x="173739" y="203877"/>
                  </a:lnTo>
                  <a:cubicBezTo>
                    <a:pt x="174728" y="201229"/>
                    <a:pt x="175118" y="198400"/>
                    <a:pt x="174880" y="195590"/>
                  </a:cubicBezTo>
                  <a:close/>
                </a:path>
              </a:pathLst>
            </a:custGeom>
            <a:solidFill>
              <a:srgbClr val="EFB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